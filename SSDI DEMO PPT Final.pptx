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8"/>
  </p:notesMasterIdLst>
  <p:sldIdLst>
    <p:sldId id="256" r:id="rId2"/>
    <p:sldId id="263" r:id="rId3"/>
    <p:sldId id="258" r:id="rId4"/>
    <p:sldId id="265" r:id="rId5"/>
    <p:sldId id="260" r:id="rId6"/>
    <p:sldId id="278" r:id="rId7"/>
    <p:sldId id="298" r:id="rId8"/>
    <p:sldId id="297" r:id="rId9"/>
    <p:sldId id="299" r:id="rId10"/>
    <p:sldId id="300" r:id="rId11"/>
    <p:sldId id="301" r:id="rId12"/>
    <p:sldId id="268" r:id="rId13"/>
    <p:sldId id="264" r:id="rId14"/>
    <p:sldId id="259" r:id="rId15"/>
    <p:sldId id="266" r:id="rId16"/>
    <p:sldId id="274" r:id="rId17"/>
  </p:sldIdLst>
  <p:sldSz cx="9144000" cy="5143500" type="screen16x9"/>
  <p:notesSz cx="6858000" cy="9144000"/>
  <p:embeddedFontLst>
    <p:embeddedFont>
      <p:font typeface="Albert Sans"/>
      <p:regular r:id="rId19"/>
      <p:bold r:id="rId20"/>
      <p:italic r:id="rId21"/>
      <p:boldItalic r:id="rId22"/>
    </p:embeddedFont>
    <p:embeddedFont>
      <p:font typeface="Anaheim"/>
      <p:regular r:id="rId23"/>
      <p:bold r:id="rId24"/>
    </p:embeddedFont>
    <p:embeddedFont>
      <p:font typeface="Audiowide"/>
      <p:regular r:id="rId25"/>
    </p:embeddedFont>
    <p:embeddedFont>
      <p:font typeface="Bebas Neue" panose="020B0606020202050201" pitchFamily="34" charset="0"/>
      <p:regular r:id="rId26"/>
    </p:embeddedFont>
    <p:embeddedFont>
      <p:font typeface="Nunito Light" pitchFamily="2" charset="0"/>
      <p:regular r:id="rId27"/>
      <p:italic r:id="rId28"/>
    </p:embeddedFont>
    <p:embeddedFont>
      <p:font typeface="PT Sans" panose="020B050302020302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50C4244-BEA1-4659-8BF1-90F6F1076D8D}">
  <a:tblStyle styleId="{F50C4244-BEA1-4659-8BF1-90F6F1076D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FAAAB8B-EF3F-43BF-88EB-12186EE76F2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2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8"/>
        <p:cNvGrpSpPr/>
        <p:nvPr/>
      </p:nvGrpSpPr>
      <p:grpSpPr>
        <a:xfrm>
          <a:off x="0" y="0"/>
          <a:ext cx="0" cy="0"/>
          <a:chOff x="0" y="0"/>
          <a:chExt cx="0" cy="0"/>
        </a:xfrm>
      </p:grpSpPr>
      <p:sp>
        <p:nvSpPr>
          <p:cNvPr id="8149" name="Google Shape;8149;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50" name="Google Shape;8150;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6"/>
        <p:cNvGrpSpPr/>
        <p:nvPr/>
      </p:nvGrpSpPr>
      <p:grpSpPr>
        <a:xfrm>
          <a:off x="0" y="0"/>
          <a:ext cx="0" cy="0"/>
          <a:chOff x="0" y="0"/>
          <a:chExt cx="0" cy="0"/>
        </a:xfrm>
      </p:grpSpPr>
      <p:sp>
        <p:nvSpPr>
          <p:cNvPr id="9317" name="Google Shape;9317;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18" name="Google Shape;9318;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3"/>
        <p:cNvGrpSpPr/>
        <p:nvPr/>
      </p:nvGrpSpPr>
      <p:grpSpPr>
        <a:xfrm>
          <a:off x="0" y="0"/>
          <a:ext cx="0" cy="0"/>
          <a:chOff x="0" y="0"/>
          <a:chExt cx="0" cy="0"/>
        </a:xfrm>
      </p:grpSpPr>
      <p:sp>
        <p:nvSpPr>
          <p:cNvPr id="8514" name="Google Shape;8514;g232ee0d039c_0_28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15" name="Google Shape;8515;g232ee0d039c_0_28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6"/>
        <p:cNvGrpSpPr/>
        <p:nvPr/>
      </p:nvGrpSpPr>
      <p:grpSpPr>
        <a:xfrm>
          <a:off x="0" y="0"/>
          <a:ext cx="0" cy="0"/>
          <a:chOff x="0" y="0"/>
          <a:chExt cx="0" cy="0"/>
        </a:xfrm>
      </p:grpSpPr>
      <p:sp>
        <p:nvSpPr>
          <p:cNvPr id="9377" name="Google Shape;9377;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8" name="Google Shape;9378;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1"/>
        <p:cNvGrpSpPr/>
        <p:nvPr/>
      </p:nvGrpSpPr>
      <p:grpSpPr>
        <a:xfrm>
          <a:off x="0" y="0"/>
          <a:ext cx="0" cy="0"/>
          <a:chOff x="0" y="0"/>
          <a:chExt cx="0" cy="0"/>
        </a:xfrm>
      </p:grpSpPr>
      <p:sp>
        <p:nvSpPr>
          <p:cNvPr id="8922" name="Google Shape;8922;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3" name="Google Shape;8923;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8"/>
        <p:cNvGrpSpPr/>
        <p:nvPr/>
      </p:nvGrpSpPr>
      <p:grpSpPr>
        <a:xfrm>
          <a:off x="0" y="0"/>
          <a:ext cx="0" cy="0"/>
          <a:chOff x="0" y="0"/>
          <a:chExt cx="0" cy="0"/>
        </a:xfrm>
      </p:grpSpPr>
      <p:sp>
        <p:nvSpPr>
          <p:cNvPr id="10079" name="Google Shape;10079;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80" name="Google Shape;10080;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1">
          <a:extLst>
            <a:ext uri="{FF2B5EF4-FFF2-40B4-BE49-F238E27FC236}">
              <a16:creationId xmlns:a16="http://schemas.microsoft.com/office/drawing/2014/main" id="{0854A189-516A-C8C8-E96D-D9A798F1B52D}"/>
            </a:ext>
          </a:extLst>
        </p:cNvPr>
        <p:cNvGrpSpPr/>
        <p:nvPr/>
      </p:nvGrpSpPr>
      <p:grpSpPr>
        <a:xfrm>
          <a:off x="0" y="0"/>
          <a:ext cx="0" cy="0"/>
          <a:chOff x="0" y="0"/>
          <a:chExt cx="0" cy="0"/>
        </a:xfrm>
      </p:grpSpPr>
      <p:sp>
        <p:nvSpPr>
          <p:cNvPr id="8922" name="Google Shape;8922;g54dda1946d_6_322:notes">
            <a:extLst>
              <a:ext uri="{FF2B5EF4-FFF2-40B4-BE49-F238E27FC236}">
                <a16:creationId xmlns:a16="http://schemas.microsoft.com/office/drawing/2014/main" id="{70EEF9A4-26F1-068D-FA13-22C6847DD6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3" name="Google Shape;8923;g54dda1946d_6_322:notes">
            <a:extLst>
              <a:ext uri="{FF2B5EF4-FFF2-40B4-BE49-F238E27FC236}">
                <a16:creationId xmlns:a16="http://schemas.microsoft.com/office/drawing/2014/main" id="{F8DAE176-0B71-A38E-3797-A7C0A8A91F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5928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8">
          <a:extLst>
            <a:ext uri="{FF2B5EF4-FFF2-40B4-BE49-F238E27FC236}">
              <a16:creationId xmlns:a16="http://schemas.microsoft.com/office/drawing/2014/main" id="{5C7F2194-91CF-2B43-80D2-8DF379E5D099}"/>
            </a:ext>
          </a:extLst>
        </p:cNvPr>
        <p:cNvGrpSpPr/>
        <p:nvPr/>
      </p:nvGrpSpPr>
      <p:grpSpPr>
        <a:xfrm>
          <a:off x="0" y="0"/>
          <a:ext cx="0" cy="0"/>
          <a:chOff x="0" y="0"/>
          <a:chExt cx="0" cy="0"/>
        </a:xfrm>
      </p:grpSpPr>
      <p:sp>
        <p:nvSpPr>
          <p:cNvPr id="10079" name="Google Shape;10079;g51b1a71d38_3_0:notes">
            <a:extLst>
              <a:ext uri="{FF2B5EF4-FFF2-40B4-BE49-F238E27FC236}">
                <a16:creationId xmlns:a16="http://schemas.microsoft.com/office/drawing/2014/main" id="{18051C5D-F04F-E234-C083-EA4D12554F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80" name="Google Shape;10080;g51b1a71d38_3_0:notes">
            <a:extLst>
              <a:ext uri="{FF2B5EF4-FFF2-40B4-BE49-F238E27FC236}">
                <a16:creationId xmlns:a16="http://schemas.microsoft.com/office/drawing/2014/main" id="{AD1DAF51-C43E-1D7D-C354-BEEE89018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4100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1">
          <a:extLst>
            <a:ext uri="{FF2B5EF4-FFF2-40B4-BE49-F238E27FC236}">
              <a16:creationId xmlns:a16="http://schemas.microsoft.com/office/drawing/2014/main" id="{4EC71E69-1C3E-0DFD-3BA3-70382BE86CE9}"/>
            </a:ext>
          </a:extLst>
        </p:cNvPr>
        <p:cNvGrpSpPr/>
        <p:nvPr/>
      </p:nvGrpSpPr>
      <p:grpSpPr>
        <a:xfrm>
          <a:off x="0" y="0"/>
          <a:ext cx="0" cy="0"/>
          <a:chOff x="0" y="0"/>
          <a:chExt cx="0" cy="0"/>
        </a:xfrm>
      </p:grpSpPr>
      <p:sp>
        <p:nvSpPr>
          <p:cNvPr id="8922" name="Google Shape;8922;g54dda1946d_6_322:notes">
            <a:extLst>
              <a:ext uri="{FF2B5EF4-FFF2-40B4-BE49-F238E27FC236}">
                <a16:creationId xmlns:a16="http://schemas.microsoft.com/office/drawing/2014/main" id="{35E824FD-1FD7-D1EA-3ABA-97C60BA6E1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3" name="Google Shape;8923;g54dda1946d_6_322:notes">
            <a:extLst>
              <a:ext uri="{FF2B5EF4-FFF2-40B4-BE49-F238E27FC236}">
                <a16:creationId xmlns:a16="http://schemas.microsoft.com/office/drawing/2014/main" id="{953541E9-51D9-5741-AB18-34BF3AE975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4615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8">
          <a:extLst>
            <a:ext uri="{FF2B5EF4-FFF2-40B4-BE49-F238E27FC236}">
              <a16:creationId xmlns:a16="http://schemas.microsoft.com/office/drawing/2014/main" id="{E3211995-4058-345E-D205-4583FF10798B}"/>
            </a:ext>
          </a:extLst>
        </p:cNvPr>
        <p:cNvGrpSpPr/>
        <p:nvPr/>
      </p:nvGrpSpPr>
      <p:grpSpPr>
        <a:xfrm>
          <a:off x="0" y="0"/>
          <a:ext cx="0" cy="0"/>
          <a:chOff x="0" y="0"/>
          <a:chExt cx="0" cy="0"/>
        </a:xfrm>
      </p:grpSpPr>
      <p:sp>
        <p:nvSpPr>
          <p:cNvPr id="10079" name="Google Shape;10079;g51b1a71d38_3_0:notes">
            <a:extLst>
              <a:ext uri="{FF2B5EF4-FFF2-40B4-BE49-F238E27FC236}">
                <a16:creationId xmlns:a16="http://schemas.microsoft.com/office/drawing/2014/main" id="{98F4E07D-5FAD-329A-4DDF-92E8102CD5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80" name="Google Shape;10080;g51b1a71d38_3_0:notes">
            <a:extLst>
              <a:ext uri="{FF2B5EF4-FFF2-40B4-BE49-F238E27FC236}">
                <a16:creationId xmlns:a16="http://schemas.microsoft.com/office/drawing/2014/main" id="{92FB85C1-9578-4373-071E-C632ADD174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4807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1">
          <a:extLst>
            <a:ext uri="{FF2B5EF4-FFF2-40B4-BE49-F238E27FC236}">
              <a16:creationId xmlns:a16="http://schemas.microsoft.com/office/drawing/2014/main" id="{FA3F132B-588F-0A1B-0F9B-92C11A6B31CF}"/>
            </a:ext>
          </a:extLst>
        </p:cNvPr>
        <p:cNvGrpSpPr/>
        <p:nvPr/>
      </p:nvGrpSpPr>
      <p:grpSpPr>
        <a:xfrm>
          <a:off x="0" y="0"/>
          <a:ext cx="0" cy="0"/>
          <a:chOff x="0" y="0"/>
          <a:chExt cx="0" cy="0"/>
        </a:xfrm>
      </p:grpSpPr>
      <p:sp>
        <p:nvSpPr>
          <p:cNvPr id="8922" name="Google Shape;8922;g54dda1946d_6_322:notes">
            <a:extLst>
              <a:ext uri="{FF2B5EF4-FFF2-40B4-BE49-F238E27FC236}">
                <a16:creationId xmlns:a16="http://schemas.microsoft.com/office/drawing/2014/main" id="{ED4C9099-868E-056F-3E7A-84869A3B9B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23" name="Google Shape;8923;g54dda1946d_6_322:notes">
            <a:extLst>
              <a:ext uri="{FF2B5EF4-FFF2-40B4-BE49-F238E27FC236}">
                <a16:creationId xmlns:a16="http://schemas.microsoft.com/office/drawing/2014/main" id="{EE9DFF52-9420-B901-201A-07107D86EF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5706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9"/>
        <p:cNvGrpSpPr/>
        <p:nvPr/>
      </p:nvGrpSpPr>
      <p:grpSpPr>
        <a:xfrm>
          <a:off x="0" y="0"/>
          <a:ext cx="0" cy="0"/>
          <a:chOff x="0" y="0"/>
          <a:chExt cx="0" cy="0"/>
        </a:xfrm>
      </p:grpSpPr>
      <p:sp>
        <p:nvSpPr>
          <p:cNvPr id="9470" name="Google Shape;9470;g216241d4a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1" name="Google Shape;9471;g216241d4a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9"/>
        <p:cNvGrpSpPr/>
        <p:nvPr/>
      </p:nvGrpSpPr>
      <p:grpSpPr>
        <a:xfrm>
          <a:off x="0" y="0"/>
          <a:ext cx="0" cy="0"/>
          <a:chOff x="0" y="0"/>
          <a:chExt cx="0" cy="0"/>
        </a:xfrm>
      </p:grpSpPr>
      <p:sp>
        <p:nvSpPr>
          <p:cNvPr id="9340" name="Google Shape;9340;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41" name="Google Shape;9341;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0"/>
        <p:cNvGrpSpPr/>
        <p:nvPr/>
      </p:nvGrpSpPr>
      <p:grpSpPr>
        <a:xfrm>
          <a:off x="0" y="0"/>
          <a:ext cx="0" cy="0"/>
          <a:chOff x="0" y="0"/>
          <a:chExt cx="0" cy="0"/>
        </a:xfrm>
      </p:grpSpPr>
      <p:sp>
        <p:nvSpPr>
          <p:cNvPr id="8521" name="Google Shape;8521;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2" name="Google Shape;8522;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3"/>
        <p:cNvGrpSpPr/>
        <p:nvPr/>
      </p:nvGrpSpPr>
      <p:grpSpPr>
        <a:xfrm>
          <a:off x="0" y="0"/>
          <a:ext cx="0" cy="0"/>
          <a:chOff x="0" y="0"/>
          <a:chExt cx="0" cy="0"/>
        </a:xfrm>
      </p:grpSpPr>
      <p:sp>
        <p:nvSpPr>
          <p:cNvPr id="9394" name="Google Shape;9394;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95" name="Google Shape;9395;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0"/>
        <p:cNvGrpSpPr/>
        <p:nvPr/>
      </p:nvGrpSpPr>
      <p:grpSpPr>
        <a:xfrm>
          <a:off x="0" y="0"/>
          <a:ext cx="0" cy="0"/>
          <a:chOff x="0" y="0"/>
          <a:chExt cx="0" cy="0"/>
        </a:xfrm>
      </p:grpSpPr>
      <p:sp>
        <p:nvSpPr>
          <p:cNvPr id="9631" name="Google Shape;9631;g1869d044d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2" name="Google Shape;9632;g1869d044d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5538237" y="2016492"/>
            <a:ext cx="3615283" cy="3279401"/>
          </a:xfrm>
          <a:custGeom>
            <a:avLst/>
            <a:gdLst/>
            <a:ahLst/>
            <a:cxnLst/>
            <a:rect l="l" t="t" r="r" b="b"/>
            <a:pathLst>
              <a:path w="18268" h="16571" extrusionOk="0">
                <a:moveTo>
                  <a:pt x="18267" y="0"/>
                </a:moveTo>
                <a:cubicBezTo>
                  <a:pt x="17011" y="685"/>
                  <a:pt x="15979" y="1778"/>
                  <a:pt x="15438" y="3106"/>
                </a:cubicBezTo>
                <a:cubicBezTo>
                  <a:pt x="14743" y="4812"/>
                  <a:pt x="14896" y="6733"/>
                  <a:pt x="14937" y="8572"/>
                </a:cubicBezTo>
                <a:cubicBezTo>
                  <a:pt x="14937" y="9083"/>
                  <a:pt x="14937" y="9603"/>
                  <a:pt x="14773" y="10084"/>
                </a:cubicBezTo>
                <a:cubicBezTo>
                  <a:pt x="14318" y="11360"/>
                  <a:pt x="12827" y="11974"/>
                  <a:pt x="11468" y="11974"/>
                </a:cubicBezTo>
                <a:cubicBezTo>
                  <a:pt x="11456" y="11974"/>
                  <a:pt x="11444" y="11974"/>
                  <a:pt x="11433" y="11974"/>
                </a:cubicBezTo>
                <a:cubicBezTo>
                  <a:pt x="10074" y="11974"/>
                  <a:pt x="8746" y="11524"/>
                  <a:pt x="7387" y="11412"/>
                </a:cubicBezTo>
                <a:cubicBezTo>
                  <a:pt x="7166" y="11393"/>
                  <a:pt x="6944" y="11383"/>
                  <a:pt x="6721" y="11383"/>
                </a:cubicBezTo>
                <a:cubicBezTo>
                  <a:pt x="4806" y="11383"/>
                  <a:pt x="2877" y="12088"/>
                  <a:pt x="1512" y="13424"/>
                </a:cubicBezTo>
                <a:cubicBezTo>
                  <a:pt x="849" y="14078"/>
                  <a:pt x="327" y="14875"/>
                  <a:pt x="0" y="15733"/>
                </a:cubicBezTo>
                <a:lnTo>
                  <a:pt x="0" y="16571"/>
                </a:lnTo>
                <a:lnTo>
                  <a:pt x="18267" y="16571"/>
                </a:lnTo>
                <a:lnTo>
                  <a:pt x="182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19050" y="-19050"/>
            <a:ext cx="2450825" cy="3045681"/>
          </a:xfrm>
          <a:custGeom>
            <a:avLst/>
            <a:gdLst/>
            <a:ahLst/>
            <a:cxnLst/>
            <a:rect l="l" t="t" r="r" b="b"/>
            <a:pathLst>
              <a:path w="12384" h="15390" extrusionOk="0">
                <a:moveTo>
                  <a:pt x="1" y="0"/>
                </a:moveTo>
                <a:lnTo>
                  <a:pt x="1" y="9307"/>
                </a:lnTo>
                <a:cubicBezTo>
                  <a:pt x="471" y="9440"/>
                  <a:pt x="869" y="9593"/>
                  <a:pt x="951" y="9634"/>
                </a:cubicBezTo>
                <a:cubicBezTo>
                  <a:pt x="3195" y="10921"/>
                  <a:pt x="5082" y="15390"/>
                  <a:pt x="7943" y="15390"/>
                </a:cubicBezTo>
                <a:cubicBezTo>
                  <a:pt x="8533" y="15390"/>
                  <a:pt x="9165" y="15200"/>
                  <a:pt x="9849" y="14753"/>
                </a:cubicBezTo>
                <a:cubicBezTo>
                  <a:pt x="12036" y="13322"/>
                  <a:pt x="12383" y="9787"/>
                  <a:pt x="11484" y="7540"/>
                </a:cubicBezTo>
                <a:cubicBezTo>
                  <a:pt x="10615" y="5394"/>
                  <a:pt x="8388" y="3351"/>
                  <a:pt x="8848" y="858"/>
                </a:cubicBezTo>
                <a:cubicBezTo>
                  <a:pt x="8910" y="562"/>
                  <a:pt x="8991" y="276"/>
                  <a:pt x="9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713225" y="1160850"/>
            <a:ext cx="6450900" cy="18816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6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2" name="Google Shape;12;p2"/>
          <p:cNvSpPr txBox="1">
            <a:spLocks noGrp="1"/>
          </p:cNvSpPr>
          <p:nvPr>
            <p:ph type="subTitle" idx="1"/>
          </p:nvPr>
        </p:nvSpPr>
        <p:spPr>
          <a:xfrm>
            <a:off x="713225" y="3235425"/>
            <a:ext cx="4098600" cy="4758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3" name="Google Shape;13;p2"/>
          <p:cNvGrpSpPr/>
          <p:nvPr/>
        </p:nvGrpSpPr>
        <p:grpSpPr>
          <a:xfrm>
            <a:off x="294369" y="3533816"/>
            <a:ext cx="81758" cy="608663"/>
            <a:chOff x="-1154155" y="1061718"/>
            <a:chExt cx="36015" cy="268015"/>
          </a:xfrm>
        </p:grpSpPr>
        <p:sp>
          <p:nvSpPr>
            <p:cNvPr id="14" name="Google Shape;14;p2"/>
            <p:cNvSpPr/>
            <p:nvPr/>
          </p:nvSpPr>
          <p:spPr>
            <a:xfrm>
              <a:off x="-1154155" y="1061718"/>
              <a:ext cx="36015" cy="34445"/>
            </a:xfrm>
            <a:custGeom>
              <a:avLst/>
              <a:gdLst/>
              <a:ahLst/>
              <a:cxnLst/>
              <a:rect l="l" t="t" r="r" b="b"/>
              <a:pathLst>
                <a:path w="482" h="461" extrusionOk="0">
                  <a:moveTo>
                    <a:pt x="195" y="0"/>
                  </a:moveTo>
                  <a:cubicBezTo>
                    <a:pt x="175" y="0"/>
                    <a:pt x="164" y="11"/>
                    <a:pt x="144" y="11"/>
                  </a:cubicBezTo>
                  <a:cubicBezTo>
                    <a:pt x="134" y="21"/>
                    <a:pt x="123" y="31"/>
                    <a:pt x="103" y="31"/>
                  </a:cubicBezTo>
                  <a:lnTo>
                    <a:pt x="73" y="62"/>
                  </a:lnTo>
                  <a:cubicBezTo>
                    <a:pt x="62" y="72"/>
                    <a:pt x="52" y="82"/>
                    <a:pt x="42" y="103"/>
                  </a:cubicBezTo>
                  <a:cubicBezTo>
                    <a:pt x="32" y="113"/>
                    <a:pt x="32" y="123"/>
                    <a:pt x="21" y="143"/>
                  </a:cubicBezTo>
                  <a:cubicBezTo>
                    <a:pt x="21" y="154"/>
                    <a:pt x="11" y="164"/>
                    <a:pt x="11" y="184"/>
                  </a:cubicBezTo>
                  <a:cubicBezTo>
                    <a:pt x="1" y="195"/>
                    <a:pt x="1" y="215"/>
                    <a:pt x="1" y="225"/>
                  </a:cubicBezTo>
                  <a:cubicBezTo>
                    <a:pt x="1" y="286"/>
                    <a:pt x="32" y="348"/>
                    <a:pt x="73" y="389"/>
                  </a:cubicBezTo>
                  <a:cubicBezTo>
                    <a:pt x="114" y="440"/>
                    <a:pt x="175" y="461"/>
                    <a:pt x="236" y="461"/>
                  </a:cubicBezTo>
                  <a:cubicBezTo>
                    <a:pt x="297" y="461"/>
                    <a:pt x="359" y="440"/>
                    <a:pt x="400" y="389"/>
                  </a:cubicBezTo>
                  <a:lnTo>
                    <a:pt x="430" y="358"/>
                  </a:lnTo>
                  <a:cubicBezTo>
                    <a:pt x="440" y="348"/>
                    <a:pt x="440" y="327"/>
                    <a:pt x="450" y="318"/>
                  </a:cubicBezTo>
                  <a:cubicBezTo>
                    <a:pt x="461" y="307"/>
                    <a:pt x="461" y="286"/>
                    <a:pt x="461" y="277"/>
                  </a:cubicBezTo>
                  <a:cubicBezTo>
                    <a:pt x="481" y="195"/>
                    <a:pt x="450" y="123"/>
                    <a:pt x="400" y="62"/>
                  </a:cubicBezTo>
                  <a:cubicBezTo>
                    <a:pt x="359" y="21"/>
                    <a:pt x="297" y="0"/>
                    <a:pt x="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154155" y="1139575"/>
              <a:ext cx="35193" cy="112300"/>
            </a:xfrm>
            <a:custGeom>
              <a:avLst/>
              <a:gdLst/>
              <a:ahLst/>
              <a:cxnLst/>
              <a:rect l="l" t="t" r="r" b="b"/>
              <a:pathLst>
                <a:path w="471" h="1503" extrusionOk="0">
                  <a:moveTo>
                    <a:pt x="236" y="1"/>
                  </a:moveTo>
                  <a:cubicBezTo>
                    <a:pt x="114" y="1"/>
                    <a:pt x="1" y="103"/>
                    <a:pt x="1" y="225"/>
                  </a:cubicBezTo>
                  <a:cubicBezTo>
                    <a:pt x="1" y="358"/>
                    <a:pt x="114" y="461"/>
                    <a:pt x="236" y="461"/>
                  </a:cubicBezTo>
                  <a:cubicBezTo>
                    <a:pt x="369" y="461"/>
                    <a:pt x="471" y="358"/>
                    <a:pt x="471" y="225"/>
                  </a:cubicBezTo>
                  <a:cubicBezTo>
                    <a:pt x="471" y="103"/>
                    <a:pt x="369" y="1"/>
                    <a:pt x="236" y="1"/>
                  </a:cubicBezTo>
                  <a:close/>
                  <a:moveTo>
                    <a:pt x="236" y="1043"/>
                  </a:moveTo>
                  <a:cubicBezTo>
                    <a:pt x="114" y="1043"/>
                    <a:pt x="1" y="1145"/>
                    <a:pt x="1" y="1267"/>
                  </a:cubicBezTo>
                  <a:cubicBezTo>
                    <a:pt x="1" y="1401"/>
                    <a:pt x="114" y="1503"/>
                    <a:pt x="236" y="1503"/>
                  </a:cubicBezTo>
                  <a:cubicBezTo>
                    <a:pt x="369" y="1503"/>
                    <a:pt x="471" y="1401"/>
                    <a:pt x="471" y="1267"/>
                  </a:cubicBezTo>
                  <a:cubicBezTo>
                    <a:pt x="471" y="1145"/>
                    <a:pt x="369" y="1043"/>
                    <a:pt x="236" y="104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154155" y="1295289"/>
              <a:ext cx="36015" cy="34445"/>
            </a:xfrm>
            <a:custGeom>
              <a:avLst/>
              <a:gdLst/>
              <a:ahLst/>
              <a:cxnLst/>
              <a:rect l="l" t="t" r="r" b="b"/>
              <a:pathLst>
                <a:path w="482" h="461" extrusionOk="0">
                  <a:moveTo>
                    <a:pt x="236" y="1"/>
                  </a:moveTo>
                  <a:cubicBezTo>
                    <a:pt x="175" y="1"/>
                    <a:pt x="114" y="21"/>
                    <a:pt x="73" y="62"/>
                  </a:cubicBezTo>
                  <a:cubicBezTo>
                    <a:pt x="32" y="113"/>
                    <a:pt x="1" y="175"/>
                    <a:pt x="1" y="225"/>
                  </a:cubicBezTo>
                  <a:cubicBezTo>
                    <a:pt x="1" y="246"/>
                    <a:pt x="1" y="256"/>
                    <a:pt x="11" y="277"/>
                  </a:cubicBezTo>
                  <a:cubicBezTo>
                    <a:pt x="11" y="287"/>
                    <a:pt x="21" y="307"/>
                    <a:pt x="21" y="318"/>
                  </a:cubicBezTo>
                  <a:cubicBezTo>
                    <a:pt x="32" y="328"/>
                    <a:pt x="32" y="348"/>
                    <a:pt x="42" y="359"/>
                  </a:cubicBezTo>
                  <a:lnTo>
                    <a:pt x="73" y="389"/>
                  </a:lnTo>
                  <a:cubicBezTo>
                    <a:pt x="114" y="440"/>
                    <a:pt x="175" y="461"/>
                    <a:pt x="236" y="461"/>
                  </a:cubicBezTo>
                  <a:lnTo>
                    <a:pt x="277" y="461"/>
                  </a:lnTo>
                  <a:cubicBezTo>
                    <a:pt x="297" y="450"/>
                    <a:pt x="307" y="450"/>
                    <a:pt x="328" y="440"/>
                  </a:cubicBezTo>
                  <a:cubicBezTo>
                    <a:pt x="338" y="440"/>
                    <a:pt x="348" y="430"/>
                    <a:pt x="369" y="420"/>
                  </a:cubicBezTo>
                  <a:lnTo>
                    <a:pt x="400" y="389"/>
                  </a:lnTo>
                  <a:lnTo>
                    <a:pt x="430" y="359"/>
                  </a:lnTo>
                  <a:cubicBezTo>
                    <a:pt x="440" y="348"/>
                    <a:pt x="440" y="328"/>
                    <a:pt x="450" y="318"/>
                  </a:cubicBezTo>
                  <a:cubicBezTo>
                    <a:pt x="461" y="307"/>
                    <a:pt x="461" y="287"/>
                    <a:pt x="461" y="277"/>
                  </a:cubicBezTo>
                  <a:cubicBezTo>
                    <a:pt x="481" y="195"/>
                    <a:pt x="450" y="123"/>
                    <a:pt x="400" y="62"/>
                  </a:cubicBezTo>
                  <a:cubicBezTo>
                    <a:pt x="389" y="52"/>
                    <a:pt x="379" y="41"/>
                    <a:pt x="369" y="41"/>
                  </a:cubicBezTo>
                  <a:cubicBezTo>
                    <a:pt x="348" y="32"/>
                    <a:pt x="338" y="21"/>
                    <a:pt x="328" y="11"/>
                  </a:cubicBezTo>
                  <a:cubicBezTo>
                    <a:pt x="307" y="11"/>
                    <a:pt x="297" y="1"/>
                    <a:pt x="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2"/>
          <p:cNvSpPr/>
          <p:nvPr/>
        </p:nvSpPr>
        <p:spPr>
          <a:xfrm>
            <a:off x="997926" y="142875"/>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703376" y="1532000"/>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663942" y="271305"/>
            <a:ext cx="1281912" cy="1162406"/>
          </a:xfrm>
          <a:custGeom>
            <a:avLst/>
            <a:gdLst/>
            <a:ahLst/>
            <a:cxnLst/>
            <a:rect l="l" t="t" r="r" b="b"/>
            <a:pathLst>
              <a:path w="10452" h="9478" extrusionOk="0">
                <a:moveTo>
                  <a:pt x="5225" y="0"/>
                </a:moveTo>
                <a:cubicBezTo>
                  <a:pt x="4038" y="0"/>
                  <a:pt x="2851" y="443"/>
                  <a:pt x="1932" y="1332"/>
                </a:cubicBezTo>
                <a:cubicBezTo>
                  <a:pt x="52" y="3150"/>
                  <a:pt x="0" y="6154"/>
                  <a:pt x="1819" y="8034"/>
                </a:cubicBezTo>
                <a:cubicBezTo>
                  <a:pt x="2748" y="8994"/>
                  <a:pt x="3985" y="9477"/>
                  <a:pt x="5224" y="9477"/>
                </a:cubicBezTo>
                <a:cubicBezTo>
                  <a:pt x="6409" y="9477"/>
                  <a:pt x="7597" y="9035"/>
                  <a:pt x="8521" y="8146"/>
                </a:cubicBezTo>
                <a:cubicBezTo>
                  <a:pt x="10400" y="6328"/>
                  <a:pt x="10452" y="3324"/>
                  <a:pt x="8633" y="1444"/>
                </a:cubicBezTo>
                <a:cubicBezTo>
                  <a:pt x="7704" y="484"/>
                  <a:pt x="6465" y="0"/>
                  <a:pt x="52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281010" y="4603998"/>
            <a:ext cx="922194" cy="913197"/>
          </a:xfrm>
          <a:custGeom>
            <a:avLst/>
            <a:gdLst/>
            <a:ahLst/>
            <a:cxnLst/>
            <a:rect l="l" t="t" r="r" b="b"/>
            <a:pathLst>
              <a:path w="12342" h="12222" extrusionOk="0">
                <a:moveTo>
                  <a:pt x="6166" y="3107"/>
                </a:moveTo>
                <a:cubicBezTo>
                  <a:pt x="6185" y="3107"/>
                  <a:pt x="6203" y="3107"/>
                  <a:pt x="6222" y="3107"/>
                </a:cubicBezTo>
                <a:cubicBezTo>
                  <a:pt x="7888" y="3138"/>
                  <a:pt x="9205" y="4507"/>
                  <a:pt x="9175" y="6162"/>
                </a:cubicBezTo>
                <a:cubicBezTo>
                  <a:pt x="9144" y="7808"/>
                  <a:pt x="7806" y="9115"/>
                  <a:pt x="6177" y="9115"/>
                </a:cubicBezTo>
                <a:cubicBezTo>
                  <a:pt x="6158" y="9115"/>
                  <a:pt x="6139" y="9115"/>
                  <a:pt x="6120" y="9114"/>
                </a:cubicBezTo>
                <a:cubicBezTo>
                  <a:pt x="4455" y="9084"/>
                  <a:pt x="3137" y="7715"/>
                  <a:pt x="3168" y="6060"/>
                </a:cubicBezTo>
                <a:cubicBezTo>
                  <a:pt x="3198" y="4413"/>
                  <a:pt x="4536" y="3107"/>
                  <a:pt x="6166" y="3107"/>
                </a:cubicBezTo>
                <a:close/>
                <a:moveTo>
                  <a:pt x="6160" y="0"/>
                </a:moveTo>
                <a:cubicBezTo>
                  <a:pt x="2840" y="0"/>
                  <a:pt x="123" y="2665"/>
                  <a:pt x="62" y="6009"/>
                </a:cubicBezTo>
                <a:cubicBezTo>
                  <a:pt x="1" y="9380"/>
                  <a:pt x="2698" y="12159"/>
                  <a:pt x="6069" y="12220"/>
                </a:cubicBezTo>
                <a:cubicBezTo>
                  <a:pt x="6107" y="12221"/>
                  <a:pt x="6144" y="12221"/>
                  <a:pt x="6182" y="12221"/>
                </a:cubicBezTo>
                <a:cubicBezTo>
                  <a:pt x="9502" y="12221"/>
                  <a:pt x="12220" y="9547"/>
                  <a:pt x="12281" y="6213"/>
                </a:cubicBezTo>
                <a:cubicBezTo>
                  <a:pt x="12342" y="2842"/>
                  <a:pt x="9655" y="63"/>
                  <a:pt x="6273" y="1"/>
                </a:cubicBezTo>
                <a:cubicBezTo>
                  <a:pt x="6236" y="1"/>
                  <a:pt x="6198" y="0"/>
                  <a:pt x="61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2"/>
        <p:cNvGrpSpPr/>
        <p:nvPr/>
      </p:nvGrpSpPr>
      <p:grpSpPr>
        <a:xfrm>
          <a:off x="0" y="0"/>
          <a:ext cx="0" cy="0"/>
          <a:chOff x="0" y="0"/>
          <a:chExt cx="0" cy="0"/>
        </a:xfrm>
      </p:grpSpPr>
      <p:sp>
        <p:nvSpPr>
          <p:cNvPr id="723" name="Google Shape;723;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24" name="Google Shape;724;p6"/>
          <p:cNvSpPr/>
          <p:nvPr/>
        </p:nvSpPr>
        <p:spPr>
          <a:xfrm>
            <a:off x="5747075" y="-227997"/>
            <a:ext cx="3396937" cy="967737"/>
          </a:xfrm>
          <a:custGeom>
            <a:avLst/>
            <a:gdLst/>
            <a:ahLst/>
            <a:cxnLst/>
            <a:rect l="l" t="t" r="r" b="b"/>
            <a:pathLst>
              <a:path w="19023" h="12557" extrusionOk="0">
                <a:moveTo>
                  <a:pt x="0" y="0"/>
                </a:moveTo>
                <a:cubicBezTo>
                  <a:pt x="82" y="1635"/>
                  <a:pt x="388" y="3270"/>
                  <a:pt x="1083" y="4751"/>
                </a:cubicBezTo>
                <a:cubicBezTo>
                  <a:pt x="1993" y="6661"/>
                  <a:pt x="3596" y="8307"/>
                  <a:pt x="5619" y="8929"/>
                </a:cubicBezTo>
                <a:cubicBezTo>
                  <a:pt x="6480" y="9193"/>
                  <a:pt x="7364" y="9265"/>
                  <a:pt x="8259" y="9265"/>
                </a:cubicBezTo>
                <a:cubicBezTo>
                  <a:pt x="9337" y="9265"/>
                  <a:pt x="10430" y="9160"/>
                  <a:pt x="11515" y="9160"/>
                </a:cubicBezTo>
                <a:cubicBezTo>
                  <a:pt x="11733" y="9160"/>
                  <a:pt x="11951" y="9165"/>
                  <a:pt x="12168" y="9175"/>
                </a:cubicBezTo>
                <a:cubicBezTo>
                  <a:pt x="14793" y="9287"/>
                  <a:pt x="17522" y="10482"/>
                  <a:pt x="19023" y="12557"/>
                </a:cubicBezTo>
                <a:lnTo>
                  <a:pt x="190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5" name="Google Shape;725;p6"/>
          <p:cNvGrpSpPr/>
          <p:nvPr/>
        </p:nvGrpSpPr>
        <p:grpSpPr>
          <a:xfrm flipH="1">
            <a:off x="8106323" y="4010369"/>
            <a:ext cx="1389521" cy="1145527"/>
            <a:chOff x="1794050" y="1659850"/>
            <a:chExt cx="464350" cy="382825"/>
          </a:xfrm>
        </p:grpSpPr>
        <p:sp>
          <p:nvSpPr>
            <p:cNvPr id="726" name="Google Shape;726;p6"/>
            <p:cNvSpPr/>
            <p:nvPr/>
          </p:nvSpPr>
          <p:spPr>
            <a:xfrm>
              <a:off x="1794050" y="1750250"/>
              <a:ext cx="464350" cy="292425"/>
            </a:xfrm>
            <a:custGeom>
              <a:avLst/>
              <a:gdLst/>
              <a:ahLst/>
              <a:cxnLst/>
              <a:rect l="l" t="t" r="r" b="b"/>
              <a:pathLst>
                <a:path w="18574" h="11697" extrusionOk="0">
                  <a:moveTo>
                    <a:pt x="2034" y="2023"/>
                  </a:moveTo>
                  <a:cubicBezTo>
                    <a:pt x="2075" y="2023"/>
                    <a:pt x="2117" y="2027"/>
                    <a:pt x="2157" y="2034"/>
                  </a:cubicBezTo>
                  <a:cubicBezTo>
                    <a:pt x="2341" y="2065"/>
                    <a:pt x="2494" y="2147"/>
                    <a:pt x="2657" y="2238"/>
                  </a:cubicBezTo>
                  <a:cubicBezTo>
                    <a:pt x="3301" y="2617"/>
                    <a:pt x="3883" y="3096"/>
                    <a:pt x="4445" y="3587"/>
                  </a:cubicBezTo>
                  <a:cubicBezTo>
                    <a:pt x="4650" y="3761"/>
                    <a:pt x="4854" y="3945"/>
                    <a:pt x="4956" y="4190"/>
                  </a:cubicBezTo>
                  <a:cubicBezTo>
                    <a:pt x="5058" y="4435"/>
                    <a:pt x="5017" y="4752"/>
                    <a:pt x="4793" y="4895"/>
                  </a:cubicBezTo>
                  <a:cubicBezTo>
                    <a:pt x="4715" y="4944"/>
                    <a:pt x="4631" y="4964"/>
                    <a:pt x="4544" y="4964"/>
                  </a:cubicBezTo>
                  <a:cubicBezTo>
                    <a:pt x="4322" y="4964"/>
                    <a:pt x="4084" y="4830"/>
                    <a:pt x="3894" y="4690"/>
                  </a:cubicBezTo>
                  <a:cubicBezTo>
                    <a:pt x="3188" y="4200"/>
                    <a:pt x="2525" y="3648"/>
                    <a:pt x="1901" y="3066"/>
                  </a:cubicBezTo>
                  <a:cubicBezTo>
                    <a:pt x="1605" y="2790"/>
                    <a:pt x="1411" y="2402"/>
                    <a:pt x="1656" y="2167"/>
                  </a:cubicBezTo>
                  <a:cubicBezTo>
                    <a:pt x="1758" y="2065"/>
                    <a:pt x="1896" y="2023"/>
                    <a:pt x="2034" y="2023"/>
                  </a:cubicBezTo>
                  <a:close/>
                  <a:moveTo>
                    <a:pt x="1527" y="1"/>
                  </a:moveTo>
                  <a:cubicBezTo>
                    <a:pt x="1408" y="1"/>
                    <a:pt x="1287" y="23"/>
                    <a:pt x="1165" y="72"/>
                  </a:cubicBezTo>
                  <a:lnTo>
                    <a:pt x="1145" y="72"/>
                  </a:lnTo>
                  <a:cubicBezTo>
                    <a:pt x="420" y="369"/>
                    <a:pt x="1" y="1217"/>
                    <a:pt x="42" y="1993"/>
                  </a:cubicBezTo>
                  <a:cubicBezTo>
                    <a:pt x="82" y="2790"/>
                    <a:pt x="532" y="3516"/>
                    <a:pt x="1104" y="4067"/>
                  </a:cubicBezTo>
                  <a:cubicBezTo>
                    <a:pt x="1676" y="4609"/>
                    <a:pt x="2371" y="5007"/>
                    <a:pt x="3066" y="5396"/>
                  </a:cubicBezTo>
                  <a:cubicBezTo>
                    <a:pt x="5783" y="6938"/>
                    <a:pt x="8511" y="8470"/>
                    <a:pt x="11229" y="10003"/>
                  </a:cubicBezTo>
                  <a:cubicBezTo>
                    <a:pt x="12702" y="10837"/>
                    <a:pt x="14293" y="11696"/>
                    <a:pt x="15956" y="11696"/>
                  </a:cubicBezTo>
                  <a:cubicBezTo>
                    <a:pt x="16127" y="11696"/>
                    <a:pt x="16298" y="11687"/>
                    <a:pt x="16469" y="11668"/>
                  </a:cubicBezTo>
                  <a:cubicBezTo>
                    <a:pt x="17144" y="11596"/>
                    <a:pt x="17838" y="11351"/>
                    <a:pt x="18288" y="10851"/>
                  </a:cubicBezTo>
                  <a:cubicBezTo>
                    <a:pt x="18442" y="10657"/>
                    <a:pt x="18574" y="10371"/>
                    <a:pt x="18410" y="10187"/>
                  </a:cubicBezTo>
                  <a:cubicBezTo>
                    <a:pt x="18380" y="10146"/>
                    <a:pt x="18339" y="10125"/>
                    <a:pt x="18299" y="10105"/>
                  </a:cubicBezTo>
                  <a:cubicBezTo>
                    <a:pt x="18240" y="10083"/>
                    <a:pt x="18177" y="10074"/>
                    <a:pt x="18111" y="10074"/>
                  </a:cubicBezTo>
                  <a:cubicBezTo>
                    <a:pt x="17994" y="10074"/>
                    <a:pt x="17872" y="10103"/>
                    <a:pt x="17767" y="10136"/>
                  </a:cubicBezTo>
                  <a:cubicBezTo>
                    <a:pt x="17314" y="10258"/>
                    <a:pt x="16851" y="10314"/>
                    <a:pt x="16387" y="10314"/>
                  </a:cubicBezTo>
                  <a:cubicBezTo>
                    <a:pt x="15178" y="10314"/>
                    <a:pt x="13962" y="9935"/>
                    <a:pt x="12884" y="9360"/>
                  </a:cubicBezTo>
                  <a:cubicBezTo>
                    <a:pt x="11402" y="8563"/>
                    <a:pt x="10146" y="7418"/>
                    <a:pt x="8900" y="6274"/>
                  </a:cubicBezTo>
                  <a:lnTo>
                    <a:pt x="5467" y="3117"/>
                  </a:lnTo>
                  <a:cubicBezTo>
                    <a:pt x="5385" y="3046"/>
                    <a:pt x="5303" y="2974"/>
                    <a:pt x="5222" y="2892"/>
                  </a:cubicBezTo>
                  <a:cubicBezTo>
                    <a:pt x="4445" y="2177"/>
                    <a:pt x="3669" y="1462"/>
                    <a:pt x="2882" y="747"/>
                  </a:cubicBezTo>
                  <a:cubicBezTo>
                    <a:pt x="2487" y="377"/>
                    <a:pt x="2020" y="1"/>
                    <a:pt x="1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6"/>
            <p:cNvSpPr/>
            <p:nvPr/>
          </p:nvSpPr>
          <p:spPr>
            <a:xfrm>
              <a:off x="1930700" y="1784725"/>
              <a:ext cx="320825" cy="223375"/>
            </a:xfrm>
            <a:custGeom>
              <a:avLst/>
              <a:gdLst/>
              <a:ahLst/>
              <a:cxnLst/>
              <a:rect l="l" t="t" r="r" b="b"/>
              <a:pathLst>
                <a:path w="12833" h="8935" extrusionOk="0">
                  <a:moveTo>
                    <a:pt x="3969" y="0"/>
                  </a:moveTo>
                  <a:cubicBezTo>
                    <a:pt x="3788" y="0"/>
                    <a:pt x="3616" y="67"/>
                    <a:pt x="3443" y="134"/>
                  </a:cubicBezTo>
                  <a:cubicBezTo>
                    <a:pt x="2269" y="594"/>
                    <a:pt x="1114" y="1125"/>
                    <a:pt x="11" y="1728"/>
                  </a:cubicBezTo>
                  <a:lnTo>
                    <a:pt x="1" y="1738"/>
                  </a:lnTo>
                  <a:lnTo>
                    <a:pt x="3434" y="4895"/>
                  </a:lnTo>
                  <a:cubicBezTo>
                    <a:pt x="4680" y="6039"/>
                    <a:pt x="5936" y="7184"/>
                    <a:pt x="7418" y="7981"/>
                  </a:cubicBezTo>
                  <a:cubicBezTo>
                    <a:pt x="8496" y="8556"/>
                    <a:pt x="9712" y="8935"/>
                    <a:pt x="10921" y="8935"/>
                  </a:cubicBezTo>
                  <a:cubicBezTo>
                    <a:pt x="11385" y="8935"/>
                    <a:pt x="11848" y="8879"/>
                    <a:pt x="12301" y="8757"/>
                  </a:cubicBezTo>
                  <a:cubicBezTo>
                    <a:pt x="12406" y="8724"/>
                    <a:pt x="12528" y="8695"/>
                    <a:pt x="12645" y="8695"/>
                  </a:cubicBezTo>
                  <a:cubicBezTo>
                    <a:pt x="12711" y="8695"/>
                    <a:pt x="12774" y="8704"/>
                    <a:pt x="12833" y="8726"/>
                  </a:cubicBezTo>
                  <a:lnTo>
                    <a:pt x="12833" y="8716"/>
                  </a:lnTo>
                  <a:cubicBezTo>
                    <a:pt x="12301" y="8246"/>
                    <a:pt x="11800" y="7745"/>
                    <a:pt x="11320" y="7225"/>
                  </a:cubicBezTo>
                  <a:lnTo>
                    <a:pt x="11310" y="7234"/>
                  </a:lnTo>
                  <a:cubicBezTo>
                    <a:pt x="11202" y="7243"/>
                    <a:pt x="11093" y="7248"/>
                    <a:pt x="10985" y="7248"/>
                  </a:cubicBezTo>
                  <a:cubicBezTo>
                    <a:pt x="10099" y="7248"/>
                    <a:pt x="9213" y="6953"/>
                    <a:pt x="8521" y="6407"/>
                  </a:cubicBezTo>
                  <a:cubicBezTo>
                    <a:pt x="8113" y="6090"/>
                    <a:pt x="7765" y="5681"/>
                    <a:pt x="7509" y="5232"/>
                  </a:cubicBezTo>
                  <a:cubicBezTo>
                    <a:pt x="7275" y="4823"/>
                    <a:pt x="7111" y="4364"/>
                    <a:pt x="7039" y="3894"/>
                  </a:cubicBezTo>
                  <a:cubicBezTo>
                    <a:pt x="7019" y="3761"/>
                    <a:pt x="6999" y="3628"/>
                    <a:pt x="6968" y="3495"/>
                  </a:cubicBezTo>
                  <a:cubicBezTo>
                    <a:pt x="6927" y="3342"/>
                    <a:pt x="6866" y="3199"/>
                    <a:pt x="6753" y="3097"/>
                  </a:cubicBezTo>
                  <a:cubicBezTo>
                    <a:pt x="6633" y="2982"/>
                    <a:pt x="6466" y="2932"/>
                    <a:pt x="6297" y="2932"/>
                  </a:cubicBezTo>
                  <a:cubicBezTo>
                    <a:pt x="6165" y="2932"/>
                    <a:pt x="6032" y="2962"/>
                    <a:pt x="5916" y="3015"/>
                  </a:cubicBezTo>
                  <a:cubicBezTo>
                    <a:pt x="5650" y="3148"/>
                    <a:pt x="5436" y="3363"/>
                    <a:pt x="5232" y="3577"/>
                  </a:cubicBezTo>
                  <a:cubicBezTo>
                    <a:pt x="5027" y="3792"/>
                    <a:pt x="4803" y="4006"/>
                    <a:pt x="4516" y="4119"/>
                  </a:cubicBezTo>
                  <a:cubicBezTo>
                    <a:pt x="4447" y="4144"/>
                    <a:pt x="4369" y="4158"/>
                    <a:pt x="4291" y="4158"/>
                  </a:cubicBezTo>
                  <a:cubicBezTo>
                    <a:pt x="4119" y="4158"/>
                    <a:pt x="3953" y="4090"/>
                    <a:pt x="3903" y="3935"/>
                  </a:cubicBezTo>
                  <a:cubicBezTo>
                    <a:pt x="3822" y="3690"/>
                    <a:pt x="4077" y="3475"/>
                    <a:pt x="4281" y="3332"/>
                  </a:cubicBezTo>
                  <a:cubicBezTo>
                    <a:pt x="4721" y="3036"/>
                    <a:pt x="5129" y="2688"/>
                    <a:pt x="5507" y="2310"/>
                  </a:cubicBezTo>
                  <a:cubicBezTo>
                    <a:pt x="5640" y="2187"/>
                    <a:pt x="5773" y="2035"/>
                    <a:pt x="5783" y="1851"/>
                  </a:cubicBezTo>
                  <a:cubicBezTo>
                    <a:pt x="5793" y="1779"/>
                    <a:pt x="5783" y="1717"/>
                    <a:pt x="5763" y="1646"/>
                  </a:cubicBezTo>
                  <a:cubicBezTo>
                    <a:pt x="5742" y="1585"/>
                    <a:pt x="5722" y="1534"/>
                    <a:pt x="5702" y="1472"/>
                  </a:cubicBezTo>
                  <a:cubicBezTo>
                    <a:pt x="5559" y="1166"/>
                    <a:pt x="5364" y="890"/>
                    <a:pt x="5129" y="655"/>
                  </a:cubicBezTo>
                  <a:cubicBezTo>
                    <a:pt x="4955" y="482"/>
                    <a:pt x="4771" y="328"/>
                    <a:pt x="4557" y="205"/>
                  </a:cubicBezTo>
                  <a:cubicBezTo>
                    <a:pt x="4394" y="94"/>
                    <a:pt x="4199" y="12"/>
                    <a:pt x="4006" y="1"/>
                  </a:cubicBezTo>
                  <a:cubicBezTo>
                    <a:pt x="3993" y="1"/>
                    <a:pt x="3981" y="0"/>
                    <a:pt x="39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6"/>
            <p:cNvSpPr/>
            <p:nvPr/>
          </p:nvSpPr>
          <p:spPr>
            <a:xfrm>
              <a:off x="2118425" y="1907850"/>
              <a:ext cx="95300" cy="58075"/>
            </a:xfrm>
            <a:custGeom>
              <a:avLst/>
              <a:gdLst/>
              <a:ahLst/>
              <a:cxnLst/>
              <a:rect l="l" t="t" r="r" b="b"/>
              <a:pathLst>
                <a:path w="3812" h="2323" extrusionOk="0">
                  <a:moveTo>
                    <a:pt x="1952" y="0"/>
                  </a:moveTo>
                  <a:cubicBezTo>
                    <a:pt x="1288" y="31"/>
                    <a:pt x="634" y="134"/>
                    <a:pt x="0" y="307"/>
                  </a:cubicBezTo>
                  <a:cubicBezTo>
                    <a:pt x="256" y="756"/>
                    <a:pt x="604" y="1165"/>
                    <a:pt x="1012" y="1482"/>
                  </a:cubicBezTo>
                  <a:cubicBezTo>
                    <a:pt x="1704" y="2028"/>
                    <a:pt x="2590" y="2323"/>
                    <a:pt x="3476" y="2323"/>
                  </a:cubicBezTo>
                  <a:cubicBezTo>
                    <a:pt x="3584" y="2323"/>
                    <a:pt x="3693" y="2318"/>
                    <a:pt x="3801" y="2309"/>
                  </a:cubicBezTo>
                  <a:lnTo>
                    <a:pt x="3811" y="2300"/>
                  </a:lnTo>
                  <a:cubicBezTo>
                    <a:pt x="3137" y="1574"/>
                    <a:pt x="2524" y="808"/>
                    <a:pt x="19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6"/>
            <p:cNvSpPr/>
            <p:nvPr/>
          </p:nvSpPr>
          <p:spPr>
            <a:xfrm>
              <a:off x="2104900" y="1868225"/>
              <a:ext cx="62350" cy="47300"/>
            </a:xfrm>
            <a:custGeom>
              <a:avLst/>
              <a:gdLst/>
              <a:ahLst/>
              <a:cxnLst/>
              <a:rect l="l" t="t" r="r" b="b"/>
              <a:pathLst>
                <a:path w="2494" h="1892" extrusionOk="0">
                  <a:moveTo>
                    <a:pt x="1325" y="1"/>
                  </a:moveTo>
                  <a:cubicBezTo>
                    <a:pt x="877" y="1"/>
                    <a:pt x="430" y="53"/>
                    <a:pt x="0" y="155"/>
                  </a:cubicBezTo>
                  <a:cubicBezTo>
                    <a:pt x="31" y="288"/>
                    <a:pt x="51" y="421"/>
                    <a:pt x="71" y="554"/>
                  </a:cubicBezTo>
                  <a:cubicBezTo>
                    <a:pt x="143" y="1024"/>
                    <a:pt x="307" y="1483"/>
                    <a:pt x="541" y="1892"/>
                  </a:cubicBezTo>
                  <a:cubicBezTo>
                    <a:pt x="1175" y="1719"/>
                    <a:pt x="1829" y="1616"/>
                    <a:pt x="2493" y="1585"/>
                  </a:cubicBezTo>
                  <a:cubicBezTo>
                    <a:pt x="2125" y="1075"/>
                    <a:pt x="1778" y="543"/>
                    <a:pt x="1451" y="2"/>
                  </a:cubicBezTo>
                  <a:cubicBezTo>
                    <a:pt x="1409" y="1"/>
                    <a:pt x="1367" y="1"/>
                    <a:pt x="13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6"/>
            <p:cNvSpPr/>
            <p:nvPr/>
          </p:nvSpPr>
          <p:spPr>
            <a:xfrm>
              <a:off x="2026225" y="1822950"/>
              <a:ext cx="114975" cy="65725"/>
            </a:xfrm>
            <a:custGeom>
              <a:avLst/>
              <a:gdLst/>
              <a:ahLst/>
              <a:cxnLst/>
              <a:rect l="l" t="t" r="r" b="b"/>
              <a:pathLst>
                <a:path w="4599" h="2629" extrusionOk="0">
                  <a:moveTo>
                    <a:pt x="3174" y="1"/>
                  </a:moveTo>
                  <a:cubicBezTo>
                    <a:pt x="2766" y="1"/>
                    <a:pt x="2354" y="47"/>
                    <a:pt x="1942" y="117"/>
                  </a:cubicBezTo>
                  <a:cubicBezTo>
                    <a:pt x="1962" y="188"/>
                    <a:pt x="1972" y="250"/>
                    <a:pt x="1962" y="322"/>
                  </a:cubicBezTo>
                  <a:cubicBezTo>
                    <a:pt x="1952" y="506"/>
                    <a:pt x="1819" y="658"/>
                    <a:pt x="1686" y="781"/>
                  </a:cubicBezTo>
                  <a:cubicBezTo>
                    <a:pt x="1308" y="1159"/>
                    <a:pt x="900" y="1507"/>
                    <a:pt x="460" y="1803"/>
                  </a:cubicBezTo>
                  <a:cubicBezTo>
                    <a:pt x="256" y="1946"/>
                    <a:pt x="1" y="2161"/>
                    <a:pt x="82" y="2406"/>
                  </a:cubicBezTo>
                  <a:cubicBezTo>
                    <a:pt x="132" y="2561"/>
                    <a:pt x="298" y="2629"/>
                    <a:pt x="470" y="2629"/>
                  </a:cubicBezTo>
                  <a:cubicBezTo>
                    <a:pt x="548" y="2629"/>
                    <a:pt x="626" y="2615"/>
                    <a:pt x="695" y="2590"/>
                  </a:cubicBezTo>
                  <a:cubicBezTo>
                    <a:pt x="982" y="2477"/>
                    <a:pt x="1206" y="2263"/>
                    <a:pt x="1411" y="2048"/>
                  </a:cubicBezTo>
                  <a:cubicBezTo>
                    <a:pt x="1615" y="1834"/>
                    <a:pt x="1829" y="1619"/>
                    <a:pt x="2095" y="1486"/>
                  </a:cubicBezTo>
                  <a:cubicBezTo>
                    <a:pt x="2211" y="1433"/>
                    <a:pt x="2344" y="1403"/>
                    <a:pt x="2476" y="1403"/>
                  </a:cubicBezTo>
                  <a:cubicBezTo>
                    <a:pt x="2645" y="1403"/>
                    <a:pt x="2812" y="1453"/>
                    <a:pt x="2932" y="1568"/>
                  </a:cubicBezTo>
                  <a:cubicBezTo>
                    <a:pt x="3045" y="1670"/>
                    <a:pt x="3106" y="1813"/>
                    <a:pt x="3147" y="1966"/>
                  </a:cubicBezTo>
                  <a:cubicBezTo>
                    <a:pt x="3577" y="1864"/>
                    <a:pt x="4024" y="1812"/>
                    <a:pt x="4472" y="1812"/>
                  </a:cubicBezTo>
                  <a:cubicBezTo>
                    <a:pt x="4514" y="1812"/>
                    <a:pt x="4556" y="1812"/>
                    <a:pt x="4598" y="1813"/>
                  </a:cubicBezTo>
                  <a:cubicBezTo>
                    <a:pt x="4230" y="1231"/>
                    <a:pt x="3883" y="628"/>
                    <a:pt x="3556" y="15"/>
                  </a:cubicBezTo>
                  <a:cubicBezTo>
                    <a:pt x="3429" y="5"/>
                    <a:pt x="3302" y="1"/>
                    <a:pt x="31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6"/>
            <p:cNvSpPr/>
            <p:nvPr/>
          </p:nvSpPr>
          <p:spPr>
            <a:xfrm>
              <a:off x="2058925" y="1798750"/>
              <a:ext cx="56200" cy="27150"/>
            </a:xfrm>
            <a:custGeom>
              <a:avLst/>
              <a:gdLst/>
              <a:ahLst/>
              <a:cxnLst/>
              <a:rect l="l" t="t" r="r" b="b"/>
              <a:pathLst>
                <a:path w="2248" h="1086" extrusionOk="0">
                  <a:moveTo>
                    <a:pt x="1060" y="1"/>
                  </a:moveTo>
                  <a:cubicBezTo>
                    <a:pt x="704" y="1"/>
                    <a:pt x="350" y="33"/>
                    <a:pt x="0" y="94"/>
                  </a:cubicBezTo>
                  <a:cubicBezTo>
                    <a:pt x="235" y="329"/>
                    <a:pt x="430" y="605"/>
                    <a:pt x="573" y="911"/>
                  </a:cubicBezTo>
                  <a:cubicBezTo>
                    <a:pt x="593" y="973"/>
                    <a:pt x="613" y="1024"/>
                    <a:pt x="634" y="1085"/>
                  </a:cubicBezTo>
                  <a:cubicBezTo>
                    <a:pt x="1046" y="1015"/>
                    <a:pt x="1458" y="969"/>
                    <a:pt x="1866" y="969"/>
                  </a:cubicBezTo>
                  <a:cubicBezTo>
                    <a:pt x="1994" y="969"/>
                    <a:pt x="2121" y="973"/>
                    <a:pt x="2248" y="983"/>
                  </a:cubicBezTo>
                  <a:cubicBezTo>
                    <a:pt x="2085" y="677"/>
                    <a:pt x="1921" y="360"/>
                    <a:pt x="1767" y="43"/>
                  </a:cubicBezTo>
                  <a:cubicBezTo>
                    <a:pt x="1531" y="15"/>
                    <a:pt x="1295" y="1"/>
                    <a:pt x="10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6"/>
            <p:cNvSpPr/>
            <p:nvPr/>
          </p:nvSpPr>
          <p:spPr>
            <a:xfrm>
              <a:off x="1890875" y="1665200"/>
              <a:ext cx="212250" cy="162975"/>
            </a:xfrm>
            <a:custGeom>
              <a:avLst/>
              <a:gdLst/>
              <a:ahLst/>
              <a:cxnLst/>
              <a:rect l="l" t="t" r="r" b="b"/>
              <a:pathLst>
                <a:path w="8490" h="6519" extrusionOk="0">
                  <a:moveTo>
                    <a:pt x="1072" y="1"/>
                  </a:moveTo>
                  <a:cubicBezTo>
                    <a:pt x="695" y="216"/>
                    <a:pt x="337" y="481"/>
                    <a:pt x="10" y="788"/>
                  </a:cubicBezTo>
                  <a:lnTo>
                    <a:pt x="0" y="829"/>
                  </a:lnTo>
                  <a:cubicBezTo>
                    <a:pt x="316" y="870"/>
                    <a:pt x="582" y="1084"/>
                    <a:pt x="766" y="1340"/>
                  </a:cubicBezTo>
                  <a:cubicBezTo>
                    <a:pt x="950" y="1615"/>
                    <a:pt x="1042" y="1922"/>
                    <a:pt x="1124" y="2239"/>
                  </a:cubicBezTo>
                  <a:cubicBezTo>
                    <a:pt x="1461" y="3556"/>
                    <a:pt x="1533" y="4946"/>
                    <a:pt x="1349" y="6294"/>
                  </a:cubicBezTo>
                  <a:cubicBezTo>
                    <a:pt x="1430" y="6376"/>
                    <a:pt x="1512" y="6448"/>
                    <a:pt x="1594" y="6519"/>
                  </a:cubicBezTo>
                  <a:lnTo>
                    <a:pt x="1604" y="6509"/>
                  </a:lnTo>
                  <a:cubicBezTo>
                    <a:pt x="2707" y="5906"/>
                    <a:pt x="3862" y="5375"/>
                    <a:pt x="5036" y="4915"/>
                  </a:cubicBezTo>
                  <a:cubicBezTo>
                    <a:pt x="5209" y="4848"/>
                    <a:pt x="5381" y="4781"/>
                    <a:pt x="5562" y="4781"/>
                  </a:cubicBezTo>
                  <a:cubicBezTo>
                    <a:pt x="5574" y="4781"/>
                    <a:pt x="5586" y="4782"/>
                    <a:pt x="5599" y="4782"/>
                  </a:cubicBezTo>
                  <a:cubicBezTo>
                    <a:pt x="5792" y="4793"/>
                    <a:pt x="5987" y="4875"/>
                    <a:pt x="6150" y="4986"/>
                  </a:cubicBezTo>
                  <a:cubicBezTo>
                    <a:pt x="6364" y="5109"/>
                    <a:pt x="6548" y="5263"/>
                    <a:pt x="6722" y="5436"/>
                  </a:cubicBezTo>
                  <a:cubicBezTo>
                    <a:pt x="7072" y="5375"/>
                    <a:pt x="7426" y="5343"/>
                    <a:pt x="7782" y="5343"/>
                  </a:cubicBezTo>
                  <a:cubicBezTo>
                    <a:pt x="8017" y="5343"/>
                    <a:pt x="8253" y="5357"/>
                    <a:pt x="8489" y="5385"/>
                  </a:cubicBezTo>
                  <a:cubicBezTo>
                    <a:pt x="8010" y="4435"/>
                    <a:pt x="7581" y="3474"/>
                    <a:pt x="7172" y="2494"/>
                  </a:cubicBezTo>
                  <a:cubicBezTo>
                    <a:pt x="7059" y="2228"/>
                    <a:pt x="6947" y="1953"/>
                    <a:pt x="6722" y="1769"/>
                  </a:cubicBezTo>
                  <a:cubicBezTo>
                    <a:pt x="6607" y="1674"/>
                    <a:pt x="6451" y="1620"/>
                    <a:pt x="6302" y="1620"/>
                  </a:cubicBezTo>
                  <a:cubicBezTo>
                    <a:pt x="6161" y="1620"/>
                    <a:pt x="6025" y="1669"/>
                    <a:pt x="5935" y="1779"/>
                  </a:cubicBezTo>
                  <a:cubicBezTo>
                    <a:pt x="5833" y="1901"/>
                    <a:pt x="5813" y="2085"/>
                    <a:pt x="5803" y="2249"/>
                  </a:cubicBezTo>
                  <a:cubicBezTo>
                    <a:pt x="5792" y="2371"/>
                    <a:pt x="5792" y="2504"/>
                    <a:pt x="5803" y="2627"/>
                  </a:cubicBezTo>
                  <a:cubicBezTo>
                    <a:pt x="5803" y="2821"/>
                    <a:pt x="5823" y="3025"/>
                    <a:pt x="5854" y="3219"/>
                  </a:cubicBezTo>
                  <a:cubicBezTo>
                    <a:pt x="5497" y="3771"/>
                    <a:pt x="4824" y="4065"/>
                    <a:pt x="4157" y="4065"/>
                  </a:cubicBezTo>
                  <a:cubicBezTo>
                    <a:pt x="3985" y="4065"/>
                    <a:pt x="3813" y="4046"/>
                    <a:pt x="3647" y="4006"/>
                  </a:cubicBezTo>
                  <a:cubicBezTo>
                    <a:pt x="2830" y="3801"/>
                    <a:pt x="2166" y="3179"/>
                    <a:pt x="1767" y="2443"/>
                  </a:cubicBezTo>
                  <a:cubicBezTo>
                    <a:pt x="1358" y="1707"/>
                    <a:pt x="1185" y="870"/>
                    <a:pt x="1103" y="42"/>
                  </a:cubicBezTo>
                  <a:lnTo>
                    <a:pt x="10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6"/>
            <p:cNvSpPr/>
            <p:nvPr/>
          </p:nvSpPr>
          <p:spPr>
            <a:xfrm>
              <a:off x="1917675" y="1659850"/>
              <a:ext cx="119550" cy="107000"/>
            </a:xfrm>
            <a:custGeom>
              <a:avLst/>
              <a:gdLst/>
              <a:ahLst/>
              <a:cxnLst/>
              <a:rect l="l" t="t" r="r" b="b"/>
              <a:pathLst>
                <a:path w="4782" h="4280" extrusionOk="0">
                  <a:moveTo>
                    <a:pt x="613" y="1"/>
                  </a:moveTo>
                  <a:cubicBezTo>
                    <a:pt x="420" y="1"/>
                    <a:pt x="225" y="92"/>
                    <a:pt x="52" y="185"/>
                  </a:cubicBezTo>
                  <a:cubicBezTo>
                    <a:pt x="31" y="194"/>
                    <a:pt x="21" y="205"/>
                    <a:pt x="0" y="215"/>
                  </a:cubicBezTo>
                  <a:lnTo>
                    <a:pt x="31" y="256"/>
                  </a:lnTo>
                  <a:cubicBezTo>
                    <a:pt x="113" y="1084"/>
                    <a:pt x="286" y="1921"/>
                    <a:pt x="695" y="2657"/>
                  </a:cubicBezTo>
                  <a:cubicBezTo>
                    <a:pt x="1094" y="3393"/>
                    <a:pt x="1758" y="4015"/>
                    <a:pt x="2575" y="4220"/>
                  </a:cubicBezTo>
                  <a:cubicBezTo>
                    <a:pt x="2741" y="4260"/>
                    <a:pt x="2913" y="4279"/>
                    <a:pt x="3085" y="4279"/>
                  </a:cubicBezTo>
                  <a:cubicBezTo>
                    <a:pt x="3752" y="4279"/>
                    <a:pt x="4425" y="3985"/>
                    <a:pt x="4782" y="3433"/>
                  </a:cubicBezTo>
                  <a:cubicBezTo>
                    <a:pt x="4751" y="3239"/>
                    <a:pt x="4731" y="3035"/>
                    <a:pt x="4731" y="2841"/>
                  </a:cubicBezTo>
                  <a:cubicBezTo>
                    <a:pt x="4417" y="3154"/>
                    <a:pt x="3973" y="3317"/>
                    <a:pt x="3532" y="3317"/>
                  </a:cubicBezTo>
                  <a:cubicBezTo>
                    <a:pt x="3212" y="3317"/>
                    <a:pt x="2893" y="3231"/>
                    <a:pt x="2626" y="3055"/>
                  </a:cubicBezTo>
                  <a:cubicBezTo>
                    <a:pt x="2054" y="2677"/>
                    <a:pt x="1778" y="1993"/>
                    <a:pt x="1615" y="1339"/>
                  </a:cubicBezTo>
                  <a:cubicBezTo>
                    <a:pt x="1543" y="1043"/>
                    <a:pt x="1482" y="746"/>
                    <a:pt x="1329" y="481"/>
                  </a:cubicBezTo>
                  <a:cubicBezTo>
                    <a:pt x="1176" y="226"/>
                    <a:pt x="910" y="1"/>
                    <a:pt x="6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6"/>
            <p:cNvSpPr/>
            <p:nvPr/>
          </p:nvSpPr>
          <p:spPr>
            <a:xfrm>
              <a:off x="1822650" y="1685775"/>
              <a:ext cx="106550" cy="136800"/>
            </a:xfrm>
            <a:custGeom>
              <a:avLst/>
              <a:gdLst/>
              <a:ahLst/>
              <a:cxnLst/>
              <a:rect l="l" t="t" r="r" b="b"/>
              <a:pathLst>
                <a:path w="4262" h="5472" extrusionOk="0">
                  <a:moveTo>
                    <a:pt x="2613" y="1"/>
                  </a:moveTo>
                  <a:cubicBezTo>
                    <a:pt x="2172" y="1"/>
                    <a:pt x="1786" y="324"/>
                    <a:pt x="1462" y="639"/>
                  </a:cubicBezTo>
                  <a:cubicBezTo>
                    <a:pt x="870" y="1221"/>
                    <a:pt x="277" y="1865"/>
                    <a:pt x="1" y="2651"/>
                  </a:cubicBezTo>
                  <a:lnTo>
                    <a:pt x="21" y="2651"/>
                  </a:lnTo>
                  <a:cubicBezTo>
                    <a:pt x="143" y="2602"/>
                    <a:pt x="264" y="2580"/>
                    <a:pt x="383" y="2580"/>
                  </a:cubicBezTo>
                  <a:cubicBezTo>
                    <a:pt x="876" y="2580"/>
                    <a:pt x="1343" y="2956"/>
                    <a:pt x="1738" y="3326"/>
                  </a:cubicBezTo>
                  <a:cubicBezTo>
                    <a:pt x="2525" y="4041"/>
                    <a:pt x="3301" y="4756"/>
                    <a:pt x="4078" y="5471"/>
                  </a:cubicBezTo>
                  <a:cubicBezTo>
                    <a:pt x="4262" y="4123"/>
                    <a:pt x="4190" y="2733"/>
                    <a:pt x="3853" y="1416"/>
                  </a:cubicBezTo>
                  <a:cubicBezTo>
                    <a:pt x="3771" y="1099"/>
                    <a:pt x="3679" y="792"/>
                    <a:pt x="3495" y="517"/>
                  </a:cubicBezTo>
                  <a:cubicBezTo>
                    <a:pt x="3311" y="261"/>
                    <a:pt x="3045" y="47"/>
                    <a:pt x="2729" y="6"/>
                  </a:cubicBezTo>
                  <a:lnTo>
                    <a:pt x="2709" y="6"/>
                  </a:lnTo>
                  <a:cubicBezTo>
                    <a:pt x="2677" y="2"/>
                    <a:pt x="2645" y="1"/>
                    <a:pt x="26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6"/>
            <p:cNvSpPr/>
            <p:nvPr/>
          </p:nvSpPr>
          <p:spPr>
            <a:xfrm>
              <a:off x="1829300" y="1800825"/>
              <a:ext cx="91225" cy="73550"/>
            </a:xfrm>
            <a:custGeom>
              <a:avLst/>
              <a:gdLst/>
              <a:ahLst/>
              <a:cxnLst/>
              <a:rect l="l" t="t" r="r" b="b"/>
              <a:pathLst>
                <a:path w="3649" h="2942" extrusionOk="0">
                  <a:moveTo>
                    <a:pt x="624" y="0"/>
                  </a:moveTo>
                  <a:cubicBezTo>
                    <a:pt x="486" y="0"/>
                    <a:pt x="348" y="42"/>
                    <a:pt x="246" y="144"/>
                  </a:cubicBezTo>
                  <a:cubicBezTo>
                    <a:pt x="1" y="379"/>
                    <a:pt x="195" y="767"/>
                    <a:pt x="491" y="1043"/>
                  </a:cubicBezTo>
                  <a:cubicBezTo>
                    <a:pt x="1115" y="1625"/>
                    <a:pt x="1778" y="2177"/>
                    <a:pt x="2484" y="2667"/>
                  </a:cubicBezTo>
                  <a:cubicBezTo>
                    <a:pt x="2674" y="2807"/>
                    <a:pt x="2912" y="2941"/>
                    <a:pt x="3134" y="2941"/>
                  </a:cubicBezTo>
                  <a:cubicBezTo>
                    <a:pt x="3221" y="2941"/>
                    <a:pt x="3305" y="2921"/>
                    <a:pt x="3383" y="2872"/>
                  </a:cubicBezTo>
                  <a:cubicBezTo>
                    <a:pt x="3607" y="2729"/>
                    <a:pt x="3648" y="2412"/>
                    <a:pt x="3546" y="2167"/>
                  </a:cubicBezTo>
                  <a:cubicBezTo>
                    <a:pt x="3444" y="1922"/>
                    <a:pt x="3240" y="1738"/>
                    <a:pt x="3035" y="1564"/>
                  </a:cubicBezTo>
                  <a:cubicBezTo>
                    <a:pt x="2473" y="1073"/>
                    <a:pt x="1891" y="594"/>
                    <a:pt x="1247" y="215"/>
                  </a:cubicBezTo>
                  <a:cubicBezTo>
                    <a:pt x="1084" y="124"/>
                    <a:pt x="931" y="42"/>
                    <a:pt x="747" y="11"/>
                  </a:cubicBezTo>
                  <a:cubicBezTo>
                    <a:pt x="707" y="4"/>
                    <a:pt x="665" y="0"/>
                    <a:pt x="6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6"/>
            <p:cNvSpPr/>
            <p:nvPr/>
          </p:nvSpPr>
          <p:spPr>
            <a:xfrm>
              <a:off x="1866075" y="1768900"/>
              <a:ext cx="372175" cy="240050"/>
            </a:xfrm>
            <a:custGeom>
              <a:avLst/>
              <a:gdLst/>
              <a:ahLst/>
              <a:cxnLst/>
              <a:rect l="l" t="t" r="r" b="b"/>
              <a:pathLst>
                <a:path w="14887" h="9602" extrusionOk="0">
                  <a:moveTo>
                    <a:pt x="1" y="1"/>
                  </a:moveTo>
                  <a:cubicBezTo>
                    <a:pt x="1094" y="1063"/>
                    <a:pt x="2198" y="2116"/>
                    <a:pt x="3311" y="3158"/>
                  </a:cubicBezTo>
                  <a:cubicBezTo>
                    <a:pt x="4414" y="4200"/>
                    <a:pt x="5538" y="5232"/>
                    <a:pt x="6662" y="6264"/>
                  </a:cubicBezTo>
                  <a:cubicBezTo>
                    <a:pt x="7796" y="7275"/>
                    <a:pt x="8991" y="8276"/>
                    <a:pt x="10401" y="8909"/>
                  </a:cubicBezTo>
                  <a:cubicBezTo>
                    <a:pt x="11106" y="9226"/>
                    <a:pt x="11842" y="9461"/>
                    <a:pt x="12608" y="9553"/>
                  </a:cubicBezTo>
                  <a:cubicBezTo>
                    <a:pt x="12865" y="9585"/>
                    <a:pt x="13127" y="9602"/>
                    <a:pt x="13389" y="9602"/>
                  </a:cubicBezTo>
                  <a:cubicBezTo>
                    <a:pt x="13895" y="9602"/>
                    <a:pt x="14402" y="9538"/>
                    <a:pt x="14886" y="9390"/>
                  </a:cubicBezTo>
                  <a:lnTo>
                    <a:pt x="14886" y="9390"/>
                  </a:lnTo>
                  <a:cubicBezTo>
                    <a:pt x="14474" y="9480"/>
                    <a:pt x="14052" y="9524"/>
                    <a:pt x="13632" y="9524"/>
                  </a:cubicBezTo>
                  <a:cubicBezTo>
                    <a:pt x="13294" y="9524"/>
                    <a:pt x="12957" y="9495"/>
                    <a:pt x="12628" y="9441"/>
                  </a:cubicBezTo>
                  <a:cubicBezTo>
                    <a:pt x="11872" y="9329"/>
                    <a:pt x="11157" y="9073"/>
                    <a:pt x="10483" y="8746"/>
                  </a:cubicBezTo>
                  <a:cubicBezTo>
                    <a:pt x="9114" y="8082"/>
                    <a:pt x="7939" y="7111"/>
                    <a:pt x="6815" y="6090"/>
                  </a:cubicBezTo>
                  <a:lnTo>
                    <a:pt x="3433" y="3025"/>
                  </a:lnTo>
                  <a:lnTo>
                    <a:pt x="1728" y="1503"/>
                  </a:lnTo>
                  <a:cubicBezTo>
                    <a:pt x="1156" y="1002"/>
                    <a:pt x="583" y="49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6"/>
            <p:cNvSpPr/>
            <p:nvPr/>
          </p:nvSpPr>
          <p:spPr>
            <a:xfrm>
              <a:off x="2033900" y="1702975"/>
              <a:ext cx="63350" cy="85125"/>
            </a:xfrm>
            <a:custGeom>
              <a:avLst/>
              <a:gdLst/>
              <a:ahLst/>
              <a:cxnLst/>
              <a:rect l="l" t="t" r="r" b="b"/>
              <a:pathLst>
                <a:path w="2534" h="3405" extrusionOk="0">
                  <a:moveTo>
                    <a:pt x="598" y="1"/>
                  </a:moveTo>
                  <a:cubicBezTo>
                    <a:pt x="586" y="1"/>
                    <a:pt x="574" y="1"/>
                    <a:pt x="562" y="2"/>
                  </a:cubicBezTo>
                  <a:cubicBezTo>
                    <a:pt x="388" y="2"/>
                    <a:pt x="194" y="94"/>
                    <a:pt x="102" y="258"/>
                  </a:cubicBezTo>
                  <a:cubicBezTo>
                    <a:pt x="10" y="411"/>
                    <a:pt x="0" y="574"/>
                    <a:pt x="0" y="728"/>
                  </a:cubicBezTo>
                  <a:cubicBezTo>
                    <a:pt x="0" y="881"/>
                    <a:pt x="10" y="1034"/>
                    <a:pt x="21" y="1177"/>
                  </a:cubicBezTo>
                  <a:cubicBezTo>
                    <a:pt x="92" y="1780"/>
                    <a:pt x="266" y="2342"/>
                    <a:pt x="388" y="2914"/>
                  </a:cubicBezTo>
                  <a:lnTo>
                    <a:pt x="225" y="2045"/>
                  </a:lnTo>
                  <a:cubicBezTo>
                    <a:pt x="205" y="1902"/>
                    <a:pt x="164" y="1759"/>
                    <a:pt x="153" y="1616"/>
                  </a:cubicBezTo>
                  <a:cubicBezTo>
                    <a:pt x="143" y="1463"/>
                    <a:pt x="143" y="1320"/>
                    <a:pt x="143" y="1177"/>
                  </a:cubicBezTo>
                  <a:cubicBezTo>
                    <a:pt x="143" y="1024"/>
                    <a:pt x="143" y="881"/>
                    <a:pt x="164" y="738"/>
                  </a:cubicBezTo>
                  <a:cubicBezTo>
                    <a:pt x="174" y="594"/>
                    <a:pt x="194" y="451"/>
                    <a:pt x="266" y="360"/>
                  </a:cubicBezTo>
                  <a:cubicBezTo>
                    <a:pt x="331" y="264"/>
                    <a:pt x="441" y="223"/>
                    <a:pt x="559" y="223"/>
                  </a:cubicBezTo>
                  <a:cubicBezTo>
                    <a:pt x="681" y="223"/>
                    <a:pt x="811" y="267"/>
                    <a:pt x="909" y="339"/>
                  </a:cubicBezTo>
                  <a:cubicBezTo>
                    <a:pt x="1113" y="492"/>
                    <a:pt x="1226" y="758"/>
                    <a:pt x="1338" y="1024"/>
                  </a:cubicBezTo>
                  <a:cubicBezTo>
                    <a:pt x="1461" y="1300"/>
                    <a:pt x="1583" y="1565"/>
                    <a:pt x="1706" y="1841"/>
                  </a:cubicBezTo>
                  <a:cubicBezTo>
                    <a:pt x="1962" y="2372"/>
                    <a:pt x="2227" y="2894"/>
                    <a:pt x="2534" y="3404"/>
                  </a:cubicBezTo>
                  <a:cubicBezTo>
                    <a:pt x="2330" y="2853"/>
                    <a:pt x="2105" y="2301"/>
                    <a:pt x="1890" y="1759"/>
                  </a:cubicBezTo>
                  <a:lnTo>
                    <a:pt x="1553" y="932"/>
                  </a:lnTo>
                  <a:cubicBezTo>
                    <a:pt x="1451" y="666"/>
                    <a:pt x="1318" y="360"/>
                    <a:pt x="1042" y="156"/>
                  </a:cubicBezTo>
                  <a:cubicBezTo>
                    <a:pt x="918" y="61"/>
                    <a:pt x="760" y="1"/>
                    <a:pt x="5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6"/>
            <p:cNvSpPr/>
            <p:nvPr/>
          </p:nvSpPr>
          <p:spPr>
            <a:xfrm>
              <a:off x="2034150" y="1796450"/>
              <a:ext cx="82250" cy="12600"/>
            </a:xfrm>
            <a:custGeom>
              <a:avLst/>
              <a:gdLst/>
              <a:ahLst/>
              <a:cxnLst/>
              <a:rect l="l" t="t" r="r" b="b"/>
              <a:pathLst>
                <a:path w="3290" h="504" extrusionOk="0">
                  <a:moveTo>
                    <a:pt x="2059" y="1"/>
                  </a:moveTo>
                  <a:cubicBezTo>
                    <a:pt x="1698" y="1"/>
                    <a:pt x="1334" y="33"/>
                    <a:pt x="971" y="94"/>
                  </a:cubicBezTo>
                  <a:cubicBezTo>
                    <a:pt x="665" y="156"/>
                    <a:pt x="358" y="237"/>
                    <a:pt x="72" y="329"/>
                  </a:cubicBezTo>
                  <a:cubicBezTo>
                    <a:pt x="31" y="349"/>
                    <a:pt x="0" y="401"/>
                    <a:pt x="20" y="452"/>
                  </a:cubicBezTo>
                  <a:cubicBezTo>
                    <a:pt x="31" y="483"/>
                    <a:pt x="72" y="503"/>
                    <a:pt x="102" y="503"/>
                  </a:cubicBezTo>
                  <a:lnTo>
                    <a:pt x="133" y="503"/>
                  </a:lnTo>
                  <a:cubicBezTo>
                    <a:pt x="409" y="411"/>
                    <a:pt x="705" y="329"/>
                    <a:pt x="1001" y="278"/>
                  </a:cubicBezTo>
                  <a:cubicBezTo>
                    <a:pt x="1342" y="212"/>
                    <a:pt x="1682" y="182"/>
                    <a:pt x="2022" y="182"/>
                  </a:cubicBezTo>
                  <a:cubicBezTo>
                    <a:pt x="2264" y="182"/>
                    <a:pt x="2506" y="197"/>
                    <a:pt x="2749" y="227"/>
                  </a:cubicBezTo>
                  <a:cubicBezTo>
                    <a:pt x="2881" y="237"/>
                    <a:pt x="3024" y="258"/>
                    <a:pt x="3178" y="288"/>
                  </a:cubicBezTo>
                  <a:cubicBezTo>
                    <a:pt x="3184" y="290"/>
                    <a:pt x="3191" y="290"/>
                    <a:pt x="3198" y="290"/>
                  </a:cubicBezTo>
                  <a:cubicBezTo>
                    <a:pt x="3241" y="290"/>
                    <a:pt x="3281" y="261"/>
                    <a:pt x="3290" y="217"/>
                  </a:cubicBezTo>
                  <a:cubicBezTo>
                    <a:pt x="3290" y="166"/>
                    <a:pt x="3259" y="125"/>
                    <a:pt x="3219" y="115"/>
                  </a:cubicBezTo>
                  <a:cubicBezTo>
                    <a:pt x="3055" y="84"/>
                    <a:pt x="2901" y="54"/>
                    <a:pt x="2769" y="43"/>
                  </a:cubicBezTo>
                  <a:cubicBezTo>
                    <a:pt x="2534" y="15"/>
                    <a:pt x="2297" y="1"/>
                    <a:pt x="20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6"/>
            <p:cNvSpPr/>
            <p:nvPr/>
          </p:nvSpPr>
          <p:spPr>
            <a:xfrm>
              <a:off x="2044625" y="1820825"/>
              <a:ext cx="88900" cy="12725"/>
            </a:xfrm>
            <a:custGeom>
              <a:avLst/>
              <a:gdLst/>
              <a:ahLst/>
              <a:cxnLst/>
              <a:rect l="l" t="t" r="r" b="b"/>
              <a:pathLst>
                <a:path w="3556" h="509" extrusionOk="0">
                  <a:moveTo>
                    <a:pt x="2405" y="1"/>
                  </a:moveTo>
                  <a:cubicBezTo>
                    <a:pt x="2042" y="1"/>
                    <a:pt x="1647" y="37"/>
                    <a:pt x="1195" y="110"/>
                  </a:cubicBezTo>
                  <a:cubicBezTo>
                    <a:pt x="807" y="171"/>
                    <a:pt x="419" y="253"/>
                    <a:pt x="82" y="325"/>
                  </a:cubicBezTo>
                  <a:cubicBezTo>
                    <a:pt x="31" y="335"/>
                    <a:pt x="0" y="386"/>
                    <a:pt x="10" y="437"/>
                  </a:cubicBezTo>
                  <a:cubicBezTo>
                    <a:pt x="21" y="478"/>
                    <a:pt x="62" y="509"/>
                    <a:pt x="102" y="509"/>
                  </a:cubicBezTo>
                  <a:lnTo>
                    <a:pt x="123" y="509"/>
                  </a:lnTo>
                  <a:cubicBezTo>
                    <a:pt x="460" y="427"/>
                    <a:pt x="838" y="345"/>
                    <a:pt x="1216" y="284"/>
                  </a:cubicBezTo>
                  <a:cubicBezTo>
                    <a:pt x="1662" y="211"/>
                    <a:pt x="2050" y="174"/>
                    <a:pt x="2407" y="174"/>
                  </a:cubicBezTo>
                  <a:cubicBezTo>
                    <a:pt x="2549" y="174"/>
                    <a:pt x="2686" y="180"/>
                    <a:pt x="2820" y="192"/>
                  </a:cubicBezTo>
                  <a:cubicBezTo>
                    <a:pt x="3034" y="212"/>
                    <a:pt x="3238" y="243"/>
                    <a:pt x="3443" y="284"/>
                  </a:cubicBezTo>
                  <a:cubicBezTo>
                    <a:pt x="3451" y="288"/>
                    <a:pt x="3461" y="290"/>
                    <a:pt x="3470" y="290"/>
                  </a:cubicBezTo>
                  <a:cubicBezTo>
                    <a:pt x="3504" y="290"/>
                    <a:pt x="3537" y="263"/>
                    <a:pt x="3545" y="223"/>
                  </a:cubicBezTo>
                  <a:cubicBezTo>
                    <a:pt x="3556" y="171"/>
                    <a:pt x="3525" y="130"/>
                    <a:pt x="3484" y="110"/>
                  </a:cubicBezTo>
                  <a:cubicBezTo>
                    <a:pt x="3279" y="69"/>
                    <a:pt x="3055" y="28"/>
                    <a:pt x="2830" y="18"/>
                  </a:cubicBezTo>
                  <a:cubicBezTo>
                    <a:pt x="2692" y="7"/>
                    <a:pt x="2551" y="1"/>
                    <a:pt x="2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6"/>
            <p:cNvSpPr/>
            <p:nvPr/>
          </p:nvSpPr>
          <p:spPr>
            <a:xfrm>
              <a:off x="2082425" y="1866175"/>
              <a:ext cx="78675" cy="14375"/>
            </a:xfrm>
            <a:custGeom>
              <a:avLst/>
              <a:gdLst/>
              <a:ahLst/>
              <a:cxnLst/>
              <a:rect l="l" t="t" r="r" b="b"/>
              <a:pathLst>
                <a:path w="3147" h="575" extrusionOk="0">
                  <a:moveTo>
                    <a:pt x="2201" y="1"/>
                  </a:moveTo>
                  <a:cubicBezTo>
                    <a:pt x="1759" y="1"/>
                    <a:pt x="1310" y="44"/>
                    <a:pt x="879" y="146"/>
                  </a:cubicBezTo>
                  <a:cubicBezTo>
                    <a:pt x="593" y="217"/>
                    <a:pt x="317" y="298"/>
                    <a:pt x="71" y="401"/>
                  </a:cubicBezTo>
                  <a:cubicBezTo>
                    <a:pt x="21" y="421"/>
                    <a:pt x="0" y="473"/>
                    <a:pt x="21" y="523"/>
                  </a:cubicBezTo>
                  <a:cubicBezTo>
                    <a:pt x="31" y="554"/>
                    <a:pt x="62" y="575"/>
                    <a:pt x="102" y="575"/>
                  </a:cubicBezTo>
                  <a:cubicBezTo>
                    <a:pt x="112" y="575"/>
                    <a:pt x="123" y="575"/>
                    <a:pt x="133" y="564"/>
                  </a:cubicBezTo>
                  <a:cubicBezTo>
                    <a:pt x="378" y="473"/>
                    <a:pt x="634" y="391"/>
                    <a:pt x="920" y="319"/>
                  </a:cubicBezTo>
                  <a:cubicBezTo>
                    <a:pt x="1351" y="225"/>
                    <a:pt x="1791" y="175"/>
                    <a:pt x="2224" y="175"/>
                  </a:cubicBezTo>
                  <a:cubicBezTo>
                    <a:pt x="2263" y="175"/>
                    <a:pt x="2301" y="175"/>
                    <a:pt x="2339" y="176"/>
                  </a:cubicBezTo>
                  <a:cubicBezTo>
                    <a:pt x="2575" y="186"/>
                    <a:pt x="2800" y="207"/>
                    <a:pt x="3034" y="237"/>
                  </a:cubicBezTo>
                  <a:cubicBezTo>
                    <a:pt x="3041" y="239"/>
                    <a:pt x="3048" y="239"/>
                    <a:pt x="3054" y="239"/>
                  </a:cubicBezTo>
                  <a:cubicBezTo>
                    <a:pt x="3096" y="239"/>
                    <a:pt x="3128" y="210"/>
                    <a:pt x="3136" y="166"/>
                  </a:cubicBezTo>
                  <a:cubicBezTo>
                    <a:pt x="3147" y="115"/>
                    <a:pt x="3106" y="74"/>
                    <a:pt x="3065" y="64"/>
                  </a:cubicBezTo>
                  <a:cubicBezTo>
                    <a:pt x="2820" y="23"/>
                    <a:pt x="2585" y="3"/>
                    <a:pt x="2350" y="3"/>
                  </a:cubicBezTo>
                  <a:cubicBezTo>
                    <a:pt x="2300" y="1"/>
                    <a:pt x="2251" y="1"/>
                    <a:pt x="22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6"/>
            <p:cNvSpPr/>
            <p:nvPr/>
          </p:nvSpPr>
          <p:spPr>
            <a:xfrm>
              <a:off x="2099000" y="1905125"/>
              <a:ext cx="88675" cy="18350"/>
            </a:xfrm>
            <a:custGeom>
              <a:avLst/>
              <a:gdLst/>
              <a:ahLst/>
              <a:cxnLst/>
              <a:rect l="l" t="t" r="r" b="b"/>
              <a:pathLst>
                <a:path w="3547" h="734" extrusionOk="0">
                  <a:moveTo>
                    <a:pt x="3160" y="1"/>
                  </a:moveTo>
                  <a:cubicBezTo>
                    <a:pt x="3012" y="1"/>
                    <a:pt x="2863" y="6"/>
                    <a:pt x="2719" y="18"/>
                  </a:cubicBezTo>
                  <a:cubicBezTo>
                    <a:pt x="2055" y="48"/>
                    <a:pt x="1390" y="150"/>
                    <a:pt x="757" y="334"/>
                  </a:cubicBezTo>
                  <a:cubicBezTo>
                    <a:pt x="512" y="406"/>
                    <a:pt x="287" y="477"/>
                    <a:pt x="73" y="559"/>
                  </a:cubicBezTo>
                  <a:cubicBezTo>
                    <a:pt x="21" y="579"/>
                    <a:pt x="1" y="631"/>
                    <a:pt x="21" y="672"/>
                  </a:cubicBezTo>
                  <a:cubicBezTo>
                    <a:pt x="32" y="713"/>
                    <a:pt x="62" y="733"/>
                    <a:pt x="103" y="733"/>
                  </a:cubicBezTo>
                  <a:lnTo>
                    <a:pt x="134" y="733"/>
                  </a:lnTo>
                  <a:cubicBezTo>
                    <a:pt x="348" y="651"/>
                    <a:pt x="573" y="579"/>
                    <a:pt x="808" y="508"/>
                  </a:cubicBezTo>
                  <a:cubicBezTo>
                    <a:pt x="1431" y="334"/>
                    <a:pt x="2075" y="222"/>
                    <a:pt x="2729" y="191"/>
                  </a:cubicBezTo>
                  <a:cubicBezTo>
                    <a:pt x="2852" y="186"/>
                    <a:pt x="2972" y="184"/>
                    <a:pt x="3092" y="184"/>
                  </a:cubicBezTo>
                  <a:cubicBezTo>
                    <a:pt x="3212" y="184"/>
                    <a:pt x="3331" y="186"/>
                    <a:pt x="3454" y="191"/>
                  </a:cubicBezTo>
                  <a:cubicBezTo>
                    <a:pt x="3506" y="191"/>
                    <a:pt x="3546" y="150"/>
                    <a:pt x="3546" y="100"/>
                  </a:cubicBezTo>
                  <a:cubicBezTo>
                    <a:pt x="3546" y="48"/>
                    <a:pt x="3515" y="7"/>
                    <a:pt x="3465" y="7"/>
                  </a:cubicBezTo>
                  <a:cubicBezTo>
                    <a:pt x="3364" y="3"/>
                    <a:pt x="3262" y="1"/>
                    <a:pt x="31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2" name="Google Shape;742;p6"/>
          <p:cNvSpPr/>
          <p:nvPr/>
        </p:nvSpPr>
        <p:spPr>
          <a:xfrm>
            <a:off x="8573660" y="1464986"/>
            <a:ext cx="922194" cy="913197"/>
          </a:xfrm>
          <a:custGeom>
            <a:avLst/>
            <a:gdLst/>
            <a:ahLst/>
            <a:cxnLst/>
            <a:rect l="l" t="t" r="r" b="b"/>
            <a:pathLst>
              <a:path w="12342" h="12222" extrusionOk="0">
                <a:moveTo>
                  <a:pt x="6166" y="3107"/>
                </a:moveTo>
                <a:cubicBezTo>
                  <a:pt x="6185" y="3107"/>
                  <a:pt x="6203" y="3107"/>
                  <a:pt x="6222" y="3107"/>
                </a:cubicBezTo>
                <a:cubicBezTo>
                  <a:pt x="7888" y="3138"/>
                  <a:pt x="9205" y="4507"/>
                  <a:pt x="9175" y="6162"/>
                </a:cubicBezTo>
                <a:cubicBezTo>
                  <a:pt x="9144" y="7808"/>
                  <a:pt x="7806" y="9115"/>
                  <a:pt x="6177" y="9115"/>
                </a:cubicBezTo>
                <a:cubicBezTo>
                  <a:pt x="6158" y="9115"/>
                  <a:pt x="6139" y="9115"/>
                  <a:pt x="6120" y="9114"/>
                </a:cubicBezTo>
                <a:cubicBezTo>
                  <a:pt x="4455" y="9084"/>
                  <a:pt x="3137" y="7715"/>
                  <a:pt x="3168" y="6060"/>
                </a:cubicBezTo>
                <a:cubicBezTo>
                  <a:pt x="3198" y="4413"/>
                  <a:pt x="4536" y="3107"/>
                  <a:pt x="6166" y="3107"/>
                </a:cubicBezTo>
                <a:close/>
                <a:moveTo>
                  <a:pt x="6160" y="0"/>
                </a:moveTo>
                <a:cubicBezTo>
                  <a:pt x="2840" y="0"/>
                  <a:pt x="123" y="2665"/>
                  <a:pt x="62" y="6009"/>
                </a:cubicBezTo>
                <a:cubicBezTo>
                  <a:pt x="1" y="9380"/>
                  <a:pt x="2698" y="12159"/>
                  <a:pt x="6069" y="12220"/>
                </a:cubicBezTo>
                <a:cubicBezTo>
                  <a:pt x="6107" y="12221"/>
                  <a:pt x="6144" y="12221"/>
                  <a:pt x="6182" y="12221"/>
                </a:cubicBezTo>
                <a:cubicBezTo>
                  <a:pt x="9502" y="12221"/>
                  <a:pt x="12220" y="9547"/>
                  <a:pt x="12281" y="6213"/>
                </a:cubicBezTo>
                <a:cubicBezTo>
                  <a:pt x="12342" y="2842"/>
                  <a:pt x="9655" y="63"/>
                  <a:pt x="6273" y="1"/>
                </a:cubicBezTo>
                <a:cubicBezTo>
                  <a:pt x="6236" y="1"/>
                  <a:pt x="6198" y="0"/>
                  <a:pt x="6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6"/>
          <p:cNvSpPr/>
          <p:nvPr/>
        </p:nvSpPr>
        <p:spPr>
          <a:xfrm>
            <a:off x="8430775" y="-411532"/>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6"/>
          <p:cNvSpPr/>
          <p:nvPr/>
        </p:nvSpPr>
        <p:spPr>
          <a:xfrm>
            <a:off x="-669500" y="2056075"/>
            <a:ext cx="1389502" cy="3087434"/>
          </a:xfrm>
          <a:custGeom>
            <a:avLst/>
            <a:gdLst/>
            <a:ahLst/>
            <a:cxnLst/>
            <a:rect l="l" t="t" r="r" b="b"/>
            <a:pathLst>
              <a:path w="12312" h="14458" extrusionOk="0">
                <a:moveTo>
                  <a:pt x="0" y="1"/>
                </a:moveTo>
                <a:lnTo>
                  <a:pt x="0" y="14457"/>
                </a:lnTo>
                <a:lnTo>
                  <a:pt x="12014" y="14457"/>
                </a:lnTo>
                <a:cubicBezTo>
                  <a:pt x="12311" y="11270"/>
                  <a:pt x="11269" y="7826"/>
                  <a:pt x="8602" y="6110"/>
                </a:cubicBezTo>
                <a:cubicBezTo>
                  <a:pt x="6968" y="5047"/>
                  <a:pt x="4945" y="4761"/>
                  <a:pt x="3259" y="3801"/>
                </a:cubicBezTo>
                <a:cubicBezTo>
                  <a:pt x="1778" y="2963"/>
                  <a:pt x="633" y="1574"/>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6"/>
          <p:cNvSpPr/>
          <p:nvPr/>
        </p:nvSpPr>
        <p:spPr>
          <a:xfrm>
            <a:off x="72270" y="4776093"/>
            <a:ext cx="1281912" cy="1162406"/>
          </a:xfrm>
          <a:custGeom>
            <a:avLst/>
            <a:gdLst/>
            <a:ahLst/>
            <a:cxnLst/>
            <a:rect l="l" t="t" r="r" b="b"/>
            <a:pathLst>
              <a:path w="10452" h="9478" extrusionOk="0">
                <a:moveTo>
                  <a:pt x="5225" y="0"/>
                </a:moveTo>
                <a:cubicBezTo>
                  <a:pt x="4038" y="0"/>
                  <a:pt x="2851" y="443"/>
                  <a:pt x="1932" y="1332"/>
                </a:cubicBezTo>
                <a:cubicBezTo>
                  <a:pt x="52" y="3150"/>
                  <a:pt x="0" y="6154"/>
                  <a:pt x="1819" y="8034"/>
                </a:cubicBezTo>
                <a:cubicBezTo>
                  <a:pt x="2748" y="8994"/>
                  <a:pt x="3985" y="9477"/>
                  <a:pt x="5224" y="9477"/>
                </a:cubicBezTo>
                <a:cubicBezTo>
                  <a:pt x="6409" y="9477"/>
                  <a:pt x="7597" y="9035"/>
                  <a:pt x="8521" y="8146"/>
                </a:cubicBezTo>
                <a:cubicBezTo>
                  <a:pt x="10400" y="6328"/>
                  <a:pt x="10452" y="3324"/>
                  <a:pt x="8633" y="1444"/>
                </a:cubicBezTo>
                <a:cubicBezTo>
                  <a:pt x="7704" y="484"/>
                  <a:pt x="6465" y="0"/>
                  <a:pt x="52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6"/>
          <p:cNvSpPr/>
          <p:nvPr/>
        </p:nvSpPr>
        <p:spPr>
          <a:xfrm>
            <a:off x="226126" y="2019387"/>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7" name="Google Shape;747;p6"/>
          <p:cNvGrpSpPr/>
          <p:nvPr/>
        </p:nvGrpSpPr>
        <p:grpSpPr>
          <a:xfrm>
            <a:off x="-797543" y="4010365"/>
            <a:ext cx="1517538" cy="1495345"/>
            <a:chOff x="-1517525" y="-541175"/>
            <a:chExt cx="1096725" cy="1080686"/>
          </a:xfrm>
        </p:grpSpPr>
        <p:sp>
          <p:nvSpPr>
            <p:cNvPr id="748" name="Google Shape;748;p6"/>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6"/>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6"/>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6"/>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6"/>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6"/>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6"/>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6"/>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6"/>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6"/>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6"/>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6"/>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6"/>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6"/>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6"/>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6"/>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6"/>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6"/>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6"/>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6"/>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6"/>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6"/>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6"/>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6"/>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6"/>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6"/>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6"/>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6"/>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6"/>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6"/>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6"/>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6"/>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6"/>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6"/>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6"/>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6"/>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6"/>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6"/>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6"/>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6"/>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6"/>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6"/>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6"/>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6"/>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6"/>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6"/>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6"/>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6"/>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6"/>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6"/>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6"/>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6"/>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6"/>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6"/>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6"/>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6"/>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6"/>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6"/>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6"/>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6"/>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6"/>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6"/>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6"/>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6"/>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6"/>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6"/>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6"/>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6"/>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6"/>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6"/>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6"/>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6"/>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6"/>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6"/>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6"/>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6"/>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6"/>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6"/>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6"/>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6"/>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6"/>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6"/>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6"/>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6"/>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6"/>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6"/>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6"/>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6"/>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6"/>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6"/>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6"/>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6"/>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6"/>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6"/>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6"/>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6"/>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6"/>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6"/>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6"/>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6"/>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6"/>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6"/>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6"/>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6"/>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6"/>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6"/>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6"/>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6"/>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6"/>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6"/>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6"/>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6"/>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6"/>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6"/>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6"/>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6"/>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6"/>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6"/>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6"/>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6"/>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6"/>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6"/>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6"/>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6"/>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6"/>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6"/>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6"/>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6"/>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6"/>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6"/>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6"/>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6"/>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6"/>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6"/>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6"/>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6"/>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6"/>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6"/>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6"/>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6"/>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6"/>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6"/>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6"/>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6"/>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6"/>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6"/>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6"/>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6"/>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6"/>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6"/>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6"/>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6"/>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6"/>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6"/>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6"/>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6"/>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6"/>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6"/>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6"/>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6"/>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6"/>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6"/>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6"/>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6"/>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6"/>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6"/>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6"/>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6"/>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6"/>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6"/>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6"/>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6"/>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6"/>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6"/>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6"/>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6"/>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6"/>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6"/>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6"/>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6"/>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6"/>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6"/>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6"/>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6"/>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6"/>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6"/>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6"/>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6"/>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6"/>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6"/>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6"/>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6"/>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6"/>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6"/>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6"/>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6"/>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6"/>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6"/>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6"/>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6"/>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6"/>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6"/>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6"/>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6"/>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6"/>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6"/>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6"/>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6"/>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6"/>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6"/>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6"/>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6"/>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6"/>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6"/>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6"/>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6"/>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6"/>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6"/>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6"/>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6"/>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6"/>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6"/>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6"/>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6"/>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6"/>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6"/>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6"/>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6"/>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6"/>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6"/>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6"/>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6"/>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6"/>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6"/>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6"/>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6"/>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6"/>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6"/>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6"/>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6"/>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6"/>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6"/>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6"/>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6"/>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6"/>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6"/>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6"/>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6"/>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6"/>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6"/>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6"/>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6"/>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6"/>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6"/>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6"/>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6"/>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6"/>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6"/>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6"/>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6"/>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6"/>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6"/>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6"/>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6"/>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6"/>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6"/>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6"/>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6"/>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6"/>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6"/>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6"/>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6"/>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6"/>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6"/>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6"/>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6"/>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6"/>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6"/>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6"/>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6"/>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6"/>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6"/>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6"/>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6"/>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6"/>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6"/>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6"/>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6"/>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6"/>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6"/>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6"/>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6"/>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6"/>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6"/>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6"/>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6"/>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6"/>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6"/>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6"/>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6"/>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6"/>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6"/>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6"/>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6"/>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6"/>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6"/>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6"/>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6"/>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6"/>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6"/>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6"/>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6"/>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6"/>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6"/>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6"/>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6"/>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6"/>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6"/>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6"/>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6"/>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6"/>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6"/>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6"/>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6"/>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6"/>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6"/>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6"/>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6"/>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6"/>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6"/>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6"/>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6"/>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6"/>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6"/>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6"/>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6"/>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4" name="Google Shape;1084;p6"/>
          <p:cNvSpPr/>
          <p:nvPr/>
        </p:nvSpPr>
        <p:spPr>
          <a:xfrm>
            <a:off x="226126" y="2602912"/>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85"/>
        <p:cNvGrpSpPr/>
        <p:nvPr/>
      </p:nvGrpSpPr>
      <p:grpSpPr>
        <a:xfrm>
          <a:off x="0" y="0"/>
          <a:ext cx="0" cy="0"/>
          <a:chOff x="0" y="0"/>
          <a:chExt cx="0" cy="0"/>
        </a:xfrm>
      </p:grpSpPr>
      <p:sp>
        <p:nvSpPr>
          <p:cNvPr id="1086" name="Google Shape;1086;p7"/>
          <p:cNvSpPr txBox="1">
            <a:spLocks noGrp="1"/>
          </p:cNvSpPr>
          <p:nvPr>
            <p:ph type="title"/>
          </p:nvPr>
        </p:nvSpPr>
        <p:spPr>
          <a:xfrm>
            <a:off x="706700" y="1175525"/>
            <a:ext cx="4831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87" name="Google Shape;1087;p7"/>
          <p:cNvSpPr txBox="1">
            <a:spLocks noGrp="1"/>
          </p:cNvSpPr>
          <p:nvPr>
            <p:ph type="subTitle" idx="1"/>
          </p:nvPr>
        </p:nvSpPr>
        <p:spPr>
          <a:xfrm>
            <a:off x="706700" y="1890775"/>
            <a:ext cx="4831800" cy="207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Albert Sans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1088" name="Google Shape;1088;p7"/>
          <p:cNvSpPr>
            <a:spLocks noGrp="1"/>
          </p:cNvSpPr>
          <p:nvPr>
            <p:ph type="pic" idx="2"/>
          </p:nvPr>
        </p:nvSpPr>
        <p:spPr>
          <a:xfrm>
            <a:off x="5643775" y="1150775"/>
            <a:ext cx="2787000" cy="2841900"/>
          </a:xfrm>
          <a:prstGeom prst="rect">
            <a:avLst/>
          </a:prstGeom>
          <a:noFill/>
          <a:ln>
            <a:noFill/>
          </a:ln>
        </p:spPr>
      </p:sp>
      <p:sp>
        <p:nvSpPr>
          <p:cNvPr id="1089" name="Google Shape;1089;p7"/>
          <p:cNvSpPr/>
          <p:nvPr/>
        </p:nvSpPr>
        <p:spPr>
          <a:xfrm rot="-5400000">
            <a:off x="-2254221" y="2192817"/>
            <a:ext cx="5215147" cy="706704"/>
          </a:xfrm>
          <a:custGeom>
            <a:avLst/>
            <a:gdLst/>
            <a:ahLst/>
            <a:cxnLst/>
            <a:rect l="l" t="t" r="r" b="b"/>
            <a:pathLst>
              <a:path w="43869" h="8659" extrusionOk="0">
                <a:moveTo>
                  <a:pt x="0" y="1"/>
                </a:moveTo>
                <a:lnTo>
                  <a:pt x="0" y="3076"/>
                </a:lnTo>
                <a:cubicBezTo>
                  <a:pt x="572" y="2811"/>
                  <a:pt x="1185" y="2637"/>
                  <a:pt x="1808" y="2504"/>
                </a:cubicBezTo>
                <a:cubicBezTo>
                  <a:pt x="2757" y="2309"/>
                  <a:pt x="3718" y="2221"/>
                  <a:pt x="4682" y="2221"/>
                </a:cubicBezTo>
                <a:cubicBezTo>
                  <a:pt x="7038" y="2221"/>
                  <a:pt x="9409" y="2743"/>
                  <a:pt x="11656" y="3475"/>
                </a:cubicBezTo>
                <a:cubicBezTo>
                  <a:pt x="14834" y="4507"/>
                  <a:pt x="17858" y="5967"/>
                  <a:pt x="21014" y="7040"/>
                </a:cubicBezTo>
                <a:cubicBezTo>
                  <a:pt x="23870" y="8002"/>
                  <a:pt x="26864" y="8658"/>
                  <a:pt x="29877" y="8658"/>
                </a:cubicBezTo>
                <a:cubicBezTo>
                  <a:pt x="30130" y="8658"/>
                  <a:pt x="30384" y="8653"/>
                  <a:pt x="30638" y="8644"/>
                </a:cubicBezTo>
                <a:cubicBezTo>
                  <a:pt x="33898" y="8532"/>
                  <a:pt x="37187" y="7572"/>
                  <a:pt x="39792" y="5590"/>
                </a:cubicBezTo>
                <a:cubicBezTo>
                  <a:pt x="41651" y="4169"/>
                  <a:pt x="43123" y="2198"/>
                  <a:pt x="43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7"/>
          <p:cNvSpPr/>
          <p:nvPr/>
        </p:nvSpPr>
        <p:spPr>
          <a:xfrm>
            <a:off x="225301" y="1962112"/>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7"/>
          <p:cNvSpPr/>
          <p:nvPr/>
        </p:nvSpPr>
        <p:spPr>
          <a:xfrm>
            <a:off x="-814492" y="641405"/>
            <a:ext cx="1281912" cy="1162406"/>
          </a:xfrm>
          <a:custGeom>
            <a:avLst/>
            <a:gdLst/>
            <a:ahLst/>
            <a:cxnLst/>
            <a:rect l="l" t="t" r="r" b="b"/>
            <a:pathLst>
              <a:path w="10452" h="9478" extrusionOk="0">
                <a:moveTo>
                  <a:pt x="5225" y="0"/>
                </a:moveTo>
                <a:cubicBezTo>
                  <a:pt x="4038" y="0"/>
                  <a:pt x="2851" y="443"/>
                  <a:pt x="1932" y="1332"/>
                </a:cubicBezTo>
                <a:cubicBezTo>
                  <a:pt x="52" y="3150"/>
                  <a:pt x="0" y="6154"/>
                  <a:pt x="1819" y="8034"/>
                </a:cubicBezTo>
                <a:cubicBezTo>
                  <a:pt x="2748" y="8994"/>
                  <a:pt x="3985" y="9477"/>
                  <a:pt x="5224" y="9477"/>
                </a:cubicBezTo>
                <a:cubicBezTo>
                  <a:pt x="6409" y="9477"/>
                  <a:pt x="7597" y="9035"/>
                  <a:pt x="8521" y="8146"/>
                </a:cubicBezTo>
                <a:cubicBezTo>
                  <a:pt x="10400" y="6328"/>
                  <a:pt x="10452" y="3324"/>
                  <a:pt x="8633" y="1444"/>
                </a:cubicBezTo>
                <a:cubicBezTo>
                  <a:pt x="7704" y="484"/>
                  <a:pt x="6465" y="0"/>
                  <a:pt x="52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7"/>
          <p:cNvSpPr/>
          <p:nvPr/>
        </p:nvSpPr>
        <p:spPr>
          <a:xfrm>
            <a:off x="4970285" y="4604011"/>
            <a:ext cx="922194" cy="913197"/>
          </a:xfrm>
          <a:custGeom>
            <a:avLst/>
            <a:gdLst/>
            <a:ahLst/>
            <a:cxnLst/>
            <a:rect l="l" t="t" r="r" b="b"/>
            <a:pathLst>
              <a:path w="12342" h="12222" extrusionOk="0">
                <a:moveTo>
                  <a:pt x="6166" y="3107"/>
                </a:moveTo>
                <a:cubicBezTo>
                  <a:pt x="6185" y="3107"/>
                  <a:pt x="6203" y="3107"/>
                  <a:pt x="6222" y="3107"/>
                </a:cubicBezTo>
                <a:cubicBezTo>
                  <a:pt x="7888" y="3138"/>
                  <a:pt x="9205" y="4507"/>
                  <a:pt x="9175" y="6162"/>
                </a:cubicBezTo>
                <a:cubicBezTo>
                  <a:pt x="9144" y="7808"/>
                  <a:pt x="7806" y="9115"/>
                  <a:pt x="6177" y="9115"/>
                </a:cubicBezTo>
                <a:cubicBezTo>
                  <a:pt x="6158" y="9115"/>
                  <a:pt x="6139" y="9115"/>
                  <a:pt x="6120" y="9114"/>
                </a:cubicBezTo>
                <a:cubicBezTo>
                  <a:pt x="4455" y="9084"/>
                  <a:pt x="3137" y="7715"/>
                  <a:pt x="3168" y="6060"/>
                </a:cubicBezTo>
                <a:cubicBezTo>
                  <a:pt x="3198" y="4413"/>
                  <a:pt x="4536" y="3107"/>
                  <a:pt x="6166" y="3107"/>
                </a:cubicBezTo>
                <a:close/>
                <a:moveTo>
                  <a:pt x="6160" y="0"/>
                </a:moveTo>
                <a:cubicBezTo>
                  <a:pt x="2840" y="0"/>
                  <a:pt x="123" y="2665"/>
                  <a:pt x="62" y="6009"/>
                </a:cubicBezTo>
                <a:cubicBezTo>
                  <a:pt x="1" y="9380"/>
                  <a:pt x="2698" y="12159"/>
                  <a:pt x="6069" y="12220"/>
                </a:cubicBezTo>
                <a:cubicBezTo>
                  <a:pt x="6107" y="12221"/>
                  <a:pt x="6144" y="12221"/>
                  <a:pt x="6182" y="12221"/>
                </a:cubicBezTo>
                <a:cubicBezTo>
                  <a:pt x="9502" y="12221"/>
                  <a:pt x="12220" y="9547"/>
                  <a:pt x="12281" y="6213"/>
                </a:cubicBezTo>
                <a:cubicBezTo>
                  <a:pt x="12342" y="2842"/>
                  <a:pt x="9655" y="63"/>
                  <a:pt x="6273" y="1"/>
                </a:cubicBezTo>
                <a:cubicBezTo>
                  <a:pt x="6236" y="1"/>
                  <a:pt x="6198" y="0"/>
                  <a:pt x="61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3" name="Google Shape;1093;p7"/>
          <p:cNvGrpSpPr/>
          <p:nvPr/>
        </p:nvGrpSpPr>
        <p:grpSpPr>
          <a:xfrm>
            <a:off x="6587832" y="4134002"/>
            <a:ext cx="1517538" cy="1495345"/>
            <a:chOff x="-1517525" y="-541175"/>
            <a:chExt cx="1096725" cy="1080686"/>
          </a:xfrm>
        </p:grpSpPr>
        <p:sp>
          <p:nvSpPr>
            <p:cNvPr id="1094" name="Google Shape;1094;p7"/>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7"/>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7"/>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7"/>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7"/>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7"/>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7"/>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7"/>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7"/>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7"/>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7"/>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7"/>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7"/>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7"/>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7"/>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7"/>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7"/>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7"/>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7"/>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7"/>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7"/>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7"/>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7"/>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7"/>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7"/>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7"/>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7"/>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7"/>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7"/>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7"/>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7"/>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7"/>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7"/>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7"/>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7"/>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7"/>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7"/>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7"/>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7"/>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7"/>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7"/>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7"/>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7"/>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7"/>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7"/>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7"/>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7"/>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7"/>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7"/>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7"/>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7"/>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7"/>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7"/>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7"/>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7"/>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7"/>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7"/>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7"/>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7"/>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7"/>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7"/>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7"/>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7"/>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7"/>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7"/>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7"/>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7"/>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7"/>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7"/>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7"/>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7"/>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7"/>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7"/>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7"/>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7"/>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7"/>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7"/>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7"/>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7"/>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7"/>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7"/>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7"/>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7"/>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7"/>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7"/>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7"/>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7"/>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7"/>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7"/>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7"/>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7"/>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7"/>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7"/>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7"/>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7"/>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7"/>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7"/>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7"/>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7"/>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7"/>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7"/>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7"/>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7"/>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7"/>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7"/>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7"/>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7"/>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7"/>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7"/>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7"/>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7"/>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7"/>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7"/>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7"/>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7"/>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7"/>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7"/>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7"/>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7"/>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7"/>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7"/>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7"/>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7"/>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7"/>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7"/>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7"/>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7"/>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7"/>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7"/>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7"/>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7"/>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7"/>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7"/>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7"/>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7"/>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7"/>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7"/>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7"/>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7"/>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7"/>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7"/>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7"/>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7"/>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7"/>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7"/>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7"/>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7"/>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7"/>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7"/>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7"/>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7"/>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7"/>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7"/>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7"/>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7"/>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7"/>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7"/>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7"/>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7"/>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7"/>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7"/>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7"/>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7"/>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7"/>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7"/>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7"/>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7"/>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7"/>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7"/>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7"/>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7"/>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7"/>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7"/>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7"/>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7"/>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7"/>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7"/>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7"/>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7"/>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7"/>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7"/>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7"/>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7"/>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7"/>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7"/>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7"/>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7"/>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7"/>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7"/>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7"/>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7"/>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7"/>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7"/>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7"/>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7"/>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7"/>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7"/>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7"/>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7"/>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7"/>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7"/>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7"/>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7"/>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7"/>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7"/>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7"/>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7"/>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7"/>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7"/>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7"/>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7"/>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7"/>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7"/>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7"/>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7"/>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7"/>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7"/>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7"/>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7"/>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7"/>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7"/>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7"/>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7"/>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7"/>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7"/>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7"/>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7"/>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7"/>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7"/>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7"/>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7"/>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7"/>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7"/>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7"/>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7"/>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7"/>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7"/>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7"/>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7"/>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7"/>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7"/>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7"/>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7"/>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7"/>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7"/>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7"/>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7"/>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7"/>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7"/>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7"/>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7"/>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7"/>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7"/>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7"/>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7"/>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7"/>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7"/>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7"/>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7"/>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7"/>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7"/>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7"/>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7"/>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7"/>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7"/>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7"/>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7"/>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7"/>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7"/>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7"/>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7"/>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7"/>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7"/>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7"/>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7"/>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7"/>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7"/>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7"/>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7"/>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7"/>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7"/>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7"/>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7"/>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7"/>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7"/>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7"/>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7"/>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7"/>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7"/>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7"/>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7"/>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7"/>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7"/>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7"/>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7"/>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7"/>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7"/>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7"/>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7"/>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7"/>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7"/>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7"/>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7"/>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7"/>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7"/>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7"/>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7"/>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7"/>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7"/>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7"/>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7"/>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7"/>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7"/>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7"/>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7"/>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7"/>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7"/>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7"/>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7"/>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7"/>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7"/>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7"/>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7"/>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7"/>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7"/>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7"/>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7"/>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7"/>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7"/>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7"/>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7"/>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7"/>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7"/>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7"/>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7"/>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7"/>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0" name="Google Shape;1430;p7"/>
          <p:cNvSpPr/>
          <p:nvPr/>
        </p:nvSpPr>
        <p:spPr>
          <a:xfrm>
            <a:off x="910301" y="4758162"/>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7"/>
          <p:cNvSpPr/>
          <p:nvPr/>
        </p:nvSpPr>
        <p:spPr>
          <a:xfrm flipH="1">
            <a:off x="6333255" y="-76208"/>
            <a:ext cx="2810745" cy="2597610"/>
          </a:xfrm>
          <a:custGeom>
            <a:avLst/>
            <a:gdLst/>
            <a:ahLst/>
            <a:cxnLst/>
            <a:rect l="l" t="t" r="r" b="b"/>
            <a:pathLst>
              <a:path w="18278" h="16892" extrusionOk="0">
                <a:moveTo>
                  <a:pt x="1" y="1"/>
                </a:moveTo>
                <a:lnTo>
                  <a:pt x="1" y="14610"/>
                </a:lnTo>
                <a:cubicBezTo>
                  <a:pt x="654" y="15611"/>
                  <a:pt x="1706" y="16398"/>
                  <a:pt x="2871" y="16715"/>
                </a:cubicBezTo>
                <a:cubicBezTo>
                  <a:pt x="3324" y="16835"/>
                  <a:pt x="3787" y="16892"/>
                  <a:pt x="4252" y="16892"/>
                </a:cubicBezTo>
                <a:cubicBezTo>
                  <a:pt x="5841" y="16892"/>
                  <a:pt x="7437" y="16225"/>
                  <a:pt x="8623" y="15141"/>
                </a:cubicBezTo>
                <a:cubicBezTo>
                  <a:pt x="9236" y="14590"/>
                  <a:pt x="9757" y="13915"/>
                  <a:pt x="10094" y="13159"/>
                </a:cubicBezTo>
                <a:cubicBezTo>
                  <a:pt x="10942" y="11320"/>
                  <a:pt x="10676" y="9165"/>
                  <a:pt x="11095" y="7172"/>
                </a:cubicBezTo>
                <a:cubicBezTo>
                  <a:pt x="11493" y="5313"/>
                  <a:pt x="12535" y="3597"/>
                  <a:pt x="13997" y="2381"/>
                </a:cubicBezTo>
                <a:cubicBezTo>
                  <a:pt x="15212" y="1370"/>
                  <a:pt x="16714" y="706"/>
                  <a:pt x="18277" y="481"/>
                </a:cubicBezTo>
                <a:lnTo>
                  <a:pt x="182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2" name="Google Shape;1432;p7"/>
          <p:cNvGrpSpPr/>
          <p:nvPr/>
        </p:nvGrpSpPr>
        <p:grpSpPr>
          <a:xfrm>
            <a:off x="8754219" y="753291"/>
            <a:ext cx="81758" cy="608663"/>
            <a:chOff x="-1154155" y="1061718"/>
            <a:chExt cx="36015" cy="268015"/>
          </a:xfrm>
        </p:grpSpPr>
        <p:sp>
          <p:nvSpPr>
            <p:cNvPr id="1433" name="Google Shape;1433;p7"/>
            <p:cNvSpPr/>
            <p:nvPr/>
          </p:nvSpPr>
          <p:spPr>
            <a:xfrm>
              <a:off x="-1154155" y="1061718"/>
              <a:ext cx="36015" cy="34445"/>
            </a:xfrm>
            <a:custGeom>
              <a:avLst/>
              <a:gdLst/>
              <a:ahLst/>
              <a:cxnLst/>
              <a:rect l="l" t="t" r="r" b="b"/>
              <a:pathLst>
                <a:path w="482" h="461" extrusionOk="0">
                  <a:moveTo>
                    <a:pt x="195" y="0"/>
                  </a:moveTo>
                  <a:cubicBezTo>
                    <a:pt x="175" y="0"/>
                    <a:pt x="164" y="11"/>
                    <a:pt x="144" y="11"/>
                  </a:cubicBezTo>
                  <a:cubicBezTo>
                    <a:pt x="134" y="21"/>
                    <a:pt x="123" y="31"/>
                    <a:pt x="103" y="31"/>
                  </a:cubicBezTo>
                  <a:lnTo>
                    <a:pt x="73" y="62"/>
                  </a:lnTo>
                  <a:cubicBezTo>
                    <a:pt x="62" y="72"/>
                    <a:pt x="52" y="82"/>
                    <a:pt x="42" y="103"/>
                  </a:cubicBezTo>
                  <a:cubicBezTo>
                    <a:pt x="32" y="113"/>
                    <a:pt x="32" y="123"/>
                    <a:pt x="21" y="143"/>
                  </a:cubicBezTo>
                  <a:cubicBezTo>
                    <a:pt x="21" y="154"/>
                    <a:pt x="11" y="164"/>
                    <a:pt x="11" y="184"/>
                  </a:cubicBezTo>
                  <a:cubicBezTo>
                    <a:pt x="1" y="195"/>
                    <a:pt x="1" y="215"/>
                    <a:pt x="1" y="225"/>
                  </a:cubicBezTo>
                  <a:cubicBezTo>
                    <a:pt x="1" y="286"/>
                    <a:pt x="32" y="348"/>
                    <a:pt x="73" y="389"/>
                  </a:cubicBezTo>
                  <a:cubicBezTo>
                    <a:pt x="114" y="440"/>
                    <a:pt x="175" y="461"/>
                    <a:pt x="236" y="461"/>
                  </a:cubicBezTo>
                  <a:cubicBezTo>
                    <a:pt x="297" y="461"/>
                    <a:pt x="359" y="440"/>
                    <a:pt x="400" y="389"/>
                  </a:cubicBezTo>
                  <a:lnTo>
                    <a:pt x="430" y="358"/>
                  </a:lnTo>
                  <a:cubicBezTo>
                    <a:pt x="440" y="348"/>
                    <a:pt x="440" y="327"/>
                    <a:pt x="450" y="318"/>
                  </a:cubicBezTo>
                  <a:cubicBezTo>
                    <a:pt x="461" y="307"/>
                    <a:pt x="461" y="286"/>
                    <a:pt x="461" y="277"/>
                  </a:cubicBezTo>
                  <a:cubicBezTo>
                    <a:pt x="481" y="195"/>
                    <a:pt x="450" y="123"/>
                    <a:pt x="400" y="62"/>
                  </a:cubicBezTo>
                  <a:cubicBezTo>
                    <a:pt x="359" y="21"/>
                    <a:pt x="297" y="0"/>
                    <a:pt x="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7"/>
            <p:cNvSpPr/>
            <p:nvPr/>
          </p:nvSpPr>
          <p:spPr>
            <a:xfrm>
              <a:off x="-1154155" y="1139575"/>
              <a:ext cx="35193" cy="112300"/>
            </a:xfrm>
            <a:custGeom>
              <a:avLst/>
              <a:gdLst/>
              <a:ahLst/>
              <a:cxnLst/>
              <a:rect l="l" t="t" r="r" b="b"/>
              <a:pathLst>
                <a:path w="471" h="1503" extrusionOk="0">
                  <a:moveTo>
                    <a:pt x="236" y="1"/>
                  </a:moveTo>
                  <a:cubicBezTo>
                    <a:pt x="114" y="1"/>
                    <a:pt x="1" y="103"/>
                    <a:pt x="1" y="225"/>
                  </a:cubicBezTo>
                  <a:cubicBezTo>
                    <a:pt x="1" y="358"/>
                    <a:pt x="114" y="461"/>
                    <a:pt x="236" y="461"/>
                  </a:cubicBezTo>
                  <a:cubicBezTo>
                    <a:pt x="369" y="461"/>
                    <a:pt x="471" y="358"/>
                    <a:pt x="471" y="225"/>
                  </a:cubicBezTo>
                  <a:cubicBezTo>
                    <a:pt x="471" y="103"/>
                    <a:pt x="369" y="1"/>
                    <a:pt x="236" y="1"/>
                  </a:cubicBezTo>
                  <a:close/>
                  <a:moveTo>
                    <a:pt x="236" y="1043"/>
                  </a:moveTo>
                  <a:cubicBezTo>
                    <a:pt x="114" y="1043"/>
                    <a:pt x="1" y="1145"/>
                    <a:pt x="1" y="1267"/>
                  </a:cubicBezTo>
                  <a:cubicBezTo>
                    <a:pt x="1" y="1401"/>
                    <a:pt x="114" y="1503"/>
                    <a:pt x="236" y="1503"/>
                  </a:cubicBezTo>
                  <a:cubicBezTo>
                    <a:pt x="369" y="1503"/>
                    <a:pt x="471" y="1401"/>
                    <a:pt x="471" y="1267"/>
                  </a:cubicBezTo>
                  <a:cubicBezTo>
                    <a:pt x="471" y="1145"/>
                    <a:pt x="369" y="1043"/>
                    <a:pt x="236" y="104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7"/>
            <p:cNvSpPr/>
            <p:nvPr/>
          </p:nvSpPr>
          <p:spPr>
            <a:xfrm>
              <a:off x="-1154155" y="1295289"/>
              <a:ext cx="36015" cy="34445"/>
            </a:xfrm>
            <a:custGeom>
              <a:avLst/>
              <a:gdLst/>
              <a:ahLst/>
              <a:cxnLst/>
              <a:rect l="l" t="t" r="r" b="b"/>
              <a:pathLst>
                <a:path w="482" h="461" extrusionOk="0">
                  <a:moveTo>
                    <a:pt x="236" y="1"/>
                  </a:moveTo>
                  <a:cubicBezTo>
                    <a:pt x="175" y="1"/>
                    <a:pt x="114" y="21"/>
                    <a:pt x="73" y="62"/>
                  </a:cubicBezTo>
                  <a:cubicBezTo>
                    <a:pt x="32" y="113"/>
                    <a:pt x="1" y="175"/>
                    <a:pt x="1" y="225"/>
                  </a:cubicBezTo>
                  <a:cubicBezTo>
                    <a:pt x="1" y="246"/>
                    <a:pt x="1" y="256"/>
                    <a:pt x="11" y="277"/>
                  </a:cubicBezTo>
                  <a:cubicBezTo>
                    <a:pt x="11" y="287"/>
                    <a:pt x="21" y="307"/>
                    <a:pt x="21" y="318"/>
                  </a:cubicBezTo>
                  <a:cubicBezTo>
                    <a:pt x="32" y="328"/>
                    <a:pt x="32" y="348"/>
                    <a:pt x="42" y="359"/>
                  </a:cubicBezTo>
                  <a:lnTo>
                    <a:pt x="73" y="389"/>
                  </a:lnTo>
                  <a:cubicBezTo>
                    <a:pt x="114" y="440"/>
                    <a:pt x="175" y="461"/>
                    <a:pt x="236" y="461"/>
                  </a:cubicBezTo>
                  <a:lnTo>
                    <a:pt x="277" y="461"/>
                  </a:lnTo>
                  <a:cubicBezTo>
                    <a:pt x="297" y="450"/>
                    <a:pt x="307" y="450"/>
                    <a:pt x="328" y="440"/>
                  </a:cubicBezTo>
                  <a:cubicBezTo>
                    <a:pt x="338" y="440"/>
                    <a:pt x="348" y="430"/>
                    <a:pt x="369" y="420"/>
                  </a:cubicBezTo>
                  <a:lnTo>
                    <a:pt x="400" y="389"/>
                  </a:lnTo>
                  <a:lnTo>
                    <a:pt x="430" y="359"/>
                  </a:lnTo>
                  <a:cubicBezTo>
                    <a:pt x="440" y="348"/>
                    <a:pt x="440" y="328"/>
                    <a:pt x="450" y="318"/>
                  </a:cubicBezTo>
                  <a:cubicBezTo>
                    <a:pt x="461" y="307"/>
                    <a:pt x="461" y="287"/>
                    <a:pt x="461" y="277"/>
                  </a:cubicBezTo>
                  <a:cubicBezTo>
                    <a:pt x="481" y="195"/>
                    <a:pt x="450" y="123"/>
                    <a:pt x="400" y="62"/>
                  </a:cubicBezTo>
                  <a:cubicBezTo>
                    <a:pt x="389" y="52"/>
                    <a:pt x="379" y="41"/>
                    <a:pt x="369" y="41"/>
                  </a:cubicBezTo>
                  <a:cubicBezTo>
                    <a:pt x="348" y="32"/>
                    <a:pt x="338" y="21"/>
                    <a:pt x="328" y="11"/>
                  </a:cubicBezTo>
                  <a:cubicBezTo>
                    <a:pt x="307" y="11"/>
                    <a:pt x="297" y="1"/>
                    <a:pt x="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6" name="Google Shape;1436;p7"/>
          <p:cNvSpPr/>
          <p:nvPr/>
        </p:nvSpPr>
        <p:spPr>
          <a:xfrm>
            <a:off x="7090100" y="-1561645"/>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37"/>
        <p:cNvGrpSpPr/>
        <p:nvPr/>
      </p:nvGrpSpPr>
      <p:grpSpPr>
        <a:xfrm>
          <a:off x="0" y="0"/>
          <a:ext cx="0" cy="0"/>
          <a:chOff x="0" y="0"/>
          <a:chExt cx="0" cy="0"/>
        </a:xfrm>
      </p:grpSpPr>
      <p:sp>
        <p:nvSpPr>
          <p:cNvPr id="1438" name="Google Shape;1438;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439" name="Google Shape;1439;p8"/>
          <p:cNvSpPr/>
          <p:nvPr/>
        </p:nvSpPr>
        <p:spPr>
          <a:xfrm flipH="1">
            <a:off x="-66479" y="-227997"/>
            <a:ext cx="3396937" cy="967737"/>
          </a:xfrm>
          <a:custGeom>
            <a:avLst/>
            <a:gdLst/>
            <a:ahLst/>
            <a:cxnLst/>
            <a:rect l="l" t="t" r="r" b="b"/>
            <a:pathLst>
              <a:path w="19023" h="12557" extrusionOk="0">
                <a:moveTo>
                  <a:pt x="0" y="0"/>
                </a:moveTo>
                <a:cubicBezTo>
                  <a:pt x="82" y="1635"/>
                  <a:pt x="388" y="3270"/>
                  <a:pt x="1083" y="4751"/>
                </a:cubicBezTo>
                <a:cubicBezTo>
                  <a:pt x="1993" y="6661"/>
                  <a:pt x="3596" y="8307"/>
                  <a:pt x="5619" y="8929"/>
                </a:cubicBezTo>
                <a:cubicBezTo>
                  <a:pt x="6480" y="9193"/>
                  <a:pt x="7364" y="9265"/>
                  <a:pt x="8259" y="9265"/>
                </a:cubicBezTo>
                <a:cubicBezTo>
                  <a:pt x="9337" y="9265"/>
                  <a:pt x="10430" y="9160"/>
                  <a:pt x="11515" y="9160"/>
                </a:cubicBezTo>
                <a:cubicBezTo>
                  <a:pt x="11733" y="9160"/>
                  <a:pt x="11951" y="9165"/>
                  <a:pt x="12168" y="9175"/>
                </a:cubicBezTo>
                <a:cubicBezTo>
                  <a:pt x="14793" y="9287"/>
                  <a:pt x="17522" y="10482"/>
                  <a:pt x="19023" y="12557"/>
                </a:cubicBezTo>
                <a:lnTo>
                  <a:pt x="190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0" name="Google Shape;1440;p8"/>
          <p:cNvGrpSpPr/>
          <p:nvPr/>
        </p:nvGrpSpPr>
        <p:grpSpPr>
          <a:xfrm>
            <a:off x="-418311" y="4010369"/>
            <a:ext cx="1389521" cy="1145527"/>
            <a:chOff x="1794050" y="1659850"/>
            <a:chExt cx="464350" cy="382825"/>
          </a:xfrm>
        </p:grpSpPr>
        <p:sp>
          <p:nvSpPr>
            <p:cNvPr id="1441" name="Google Shape;1441;p8"/>
            <p:cNvSpPr/>
            <p:nvPr/>
          </p:nvSpPr>
          <p:spPr>
            <a:xfrm>
              <a:off x="1794050" y="1750250"/>
              <a:ext cx="464350" cy="292425"/>
            </a:xfrm>
            <a:custGeom>
              <a:avLst/>
              <a:gdLst/>
              <a:ahLst/>
              <a:cxnLst/>
              <a:rect l="l" t="t" r="r" b="b"/>
              <a:pathLst>
                <a:path w="18574" h="11697" extrusionOk="0">
                  <a:moveTo>
                    <a:pt x="2034" y="2023"/>
                  </a:moveTo>
                  <a:cubicBezTo>
                    <a:pt x="2075" y="2023"/>
                    <a:pt x="2117" y="2027"/>
                    <a:pt x="2157" y="2034"/>
                  </a:cubicBezTo>
                  <a:cubicBezTo>
                    <a:pt x="2341" y="2065"/>
                    <a:pt x="2494" y="2147"/>
                    <a:pt x="2657" y="2238"/>
                  </a:cubicBezTo>
                  <a:cubicBezTo>
                    <a:pt x="3301" y="2617"/>
                    <a:pt x="3883" y="3096"/>
                    <a:pt x="4445" y="3587"/>
                  </a:cubicBezTo>
                  <a:cubicBezTo>
                    <a:pt x="4650" y="3761"/>
                    <a:pt x="4854" y="3945"/>
                    <a:pt x="4956" y="4190"/>
                  </a:cubicBezTo>
                  <a:cubicBezTo>
                    <a:pt x="5058" y="4435"/>
                    <a:pt x="5017" y="4752"/>
                    <a:pt x="4793" y="4895"/>
                  </a:cubicBezTo>
                  <a:cubicBezTo>
                    <a:pt x="4715" y="4944"/>
                    <a:pt x="4631" y="4964"/>
                    <a:pt x="4544" y="4964"/>
                  </a:cubicBezTo>
                  <a:cubicBezTo>
                    <a:pt x="4322" y="4964"/>
                    <a:pt x="4084" y="4830"/>
                    <a:pt x="3894" y="4690"/>
                  </a:cubicBezTo>
                  <a:cubicBezTo>
                    <a:pt x="3188" y="4200"/>
                    <a:pt x="2525" y="3648"/>
                    <a:pt x="1901" y="3066"/>
                  </a:cubicBezTo>
                  <a:cubicBezTo>
                    <a:pt x="1605" y="2790"/>
                    <a:pt x="1411" y="2402"/>
                    <a:pt x="1656" y="2167"/>
                  </a:cubicBezTo>
                  <a:cubicBezTo>
                    <a:pt x="1758" y="2065"/>
                    <a:pt x="1896" y="2023"/>
                    <a:pt x="2034" y="2023"/>
                  </a:cubicBezTo>
                  <a:close/>
                  <a:moveTo>
                    <a:pt x="1527" y="1"/>
                  </a:moveTo>
                  <a:cubicBezTo>
                    <a:pt x="1408" y="1"/>
                    <a:pt x="1287" y="23"/>
                    <a:pt x="1165" y="72"/>
                  </a:cubicBezTo>
                  <a:lnTo>
                    <a:pt x="1145" y="72"/>
                  </a:lnTo>
                  <a:cubicBezTo>
                    <a:pt x="420" y="369"/>
                    <a:pt x="1" y="1217"/>
                    <a:pt x="42" y="1993"/>
                  </a:cubicBezTo>
                  <a:cubicBezTo>
                    <a:pt x="82" y="2790"/>
                    <a:pt x="532" y="3516"/>
                    <a:pt x="1104" y="4067"/>
                  </a:cubicBezTo>
                  <a:cubicBezTo>
                    <a:pt x="1676" y="4609"/>
                    <a:pt x="2371" y="5007"/>
                    <a:pt x="3066" y="5396"/>
                  </a:cubicBezTo>
                  <a:cubicBezTo>
                    <a:pt x="5783" y="6938"/>
                    <a:pt x="8511" y="8470"/>
                    <a:pt x="11229" y="10003"/>
                  </a:cubicBezTo>
                  <a:cubicBezTo>
                    <a:pt x="12702" y="10837"/>
                    <a:pt x="14293" y="11696"/>
                    <a:pt x="15956" y="11696"/>
                  </a:cubicBezTo>
                  <a:cubicBezTo>
                    <a:pt x="16127" y="11696"/>
                    <a:pt x="16298" y="11687"/>
                    <a:pt x="16469" y="11668"/>
                  </a:cubicBezTo>
                  <a:cubicBezTo>
                    <a:pt x="17144" y="11596"/>
                    <a:pt x="17838" y="11351"/>
                    <a:pt x="18288" y="10851"/>
                  </a:cubicBezTo>
                  <a:cubicBezTo>
                    <a:pt x="18442" y="10657"/>
                    <a:pt x="18574" y="10371"/>
                    <a:pt x="18410" y="10187"/>
                  </a:cubicBezTo>
                  <a:cubicBezTo>
                    <a:pt x="18380" y="10146"/>
                    <a:pt x="18339" y="10125"/>
                    <a:pt x="18299" y="10105"/>
                  </a:cubicBezTo>
                  <a:cubicBezTo>
                    <a:pt x="18240" y="10083"/>
                    <a:pt x="18177" y="10074"/>
                    <a:pt x="18111" y="10074"/>
                  </a:cubicBezTo>
                  <a:cubicBezTo>
                    <a:pt x="17994" y="10074"/>
                    <a:pt x="17872" y="10103"/>
                    <a:pt x="17767" y="10136"/>
                  </a:cubicBezTo>
                  <a:cubicBezTo>
                    <a:pt x="17314" y="10258"/>
                    <a:pt x="16851" y="10314"/>
                    <a:pt x="16387" y="10314"/>
                  </a:cubicBezTo>
                  <a:cubicBezTo>
                    <a:pt x="15178" y="10314"/>
                    <a:pt x="13962" y="9935"/>
                    <a:pt x="12884" y="9360"/>
                  </a:cubicBezTo>
                  <a:cubicBezTo>
                    <a:pt x="11402" y="8563"/>
                    <a:pt x="10146" y="7418"/>
                    <a:pt x="8900" y="6274"/>
                  </a:cubicBezTo>
                  <a:lnTo>
                    <a:pt x="5467" y="3117"/>
                  </a:lnTo>
                  <a:cubicBezTo>
                    <a:pt x="5385" y="3046"/>
                    <a:pt x="5303" y="2974"/>
                    <a:pt x="5222" y="2892"/>
                  </a:cubicBezTo>
                  <a:cubicBezTo>
                    <a:pt x="4445" y="2177"/>
                    <a:pt x="3669" y="1462"/>
                    <a:pt x="2882" y="747"/>
                  </a:cubicBezTo>
                  <a:cubicBezTo>
                    <a:pt x="2487" y="377"/>
                    <a:pt x="2020" y="1"/>
                    <a:pt x="1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8"/>
            <p:cNvSpPr/>
            <p:nvPr/>
          </p:nvSpPr>
          <p:spPr>
            <a:xfrm>
              <a:off x="1930700" y="1784725"/>
              <a:ext cx="320825" cy="223375"/>
            </a:xfrm>
            <a:custGeom>
              <a:avLst/>
              <a:gdLst/>
              <a:ahLst/>
              <a:cxnLst/>
              <a:rect l="l" t="t" r="r" b="b"/>
              <a:pathLst>
                <a:path w="12833" h="8935" extrusionOk="0">
                  <a:moveTo>
                    <a:pt x="3969" y="0"/>
                  </a:moveTo>
                  <a:cubicBezTo>
                    <a:pt x="3788" y="0"/>
                    <a:pt x="3616" y="67"/>
                    <a:pt x="3443" y="134"/>
                  </a:cubicBezTo>
                  <a:cubicBezTo>
                    <a:pt x="2269" y="594"/>
                    <a:pt x="1114" y="1125"/>
                    <a:pt x="11" y="1728"/>
                  </a:cubicBezTo>
                  <a:lnTo>
                    <a:pt x="1" y="1738"/>
                  </a:lnTo>
                  <a:lnTo>
                    <a:pt x="3434" y="4895"/>
                  </a:lnTo>
                  <a:cubicBezTo>
                    <a:pt x="4680" y="6039"/>
                    <a:pt x="5936" y="7184"/>
                    <a:pt x="7418" y="7981"/>
                  </a:cubicBezTo>
                  <a:cubicBezTo>
                    <a:pt x="8496" y="8556"/>
                    <a:pt x="9712" y="8935"/>
                    <a:pt x="10921" y="8935"/>
                  </a:cubicBezTo>
                  <a:cubicBezTo>
                    <a:pt x="11385" y="8935"/>
                    <a:pt x="11848" y="8879"/>
                    <a:pt x="12301" y="8757"/>
                  </a:cubicBezTo>
                  <a:cubicBezTo>
                    <a:pt x="12406" y="8724"/>
                    <a:pt x="12528" y="8695"/>
                    <a:pt x="12645" y="8695"/>
                  </a:cubicBezTo>
                  <a:cubicBezTo>
                    <a:pt x="12711" y="8695"/>
                    <a:pt x="12774" y="8704"/>
                    <a:pt x="12833" y="8726"/>
                  </a:cubicBezTo>
                  <a:lnTo>
                    <a:pt x="12833" y="8716"/>
                  </a:lnTo>
                  <a:cubicBezTo>
                    <a:pt x="12301" y="8246"/>
                    <a:pt x="11800" y="7745"/>
                    <a:pt x="11320" y="7225"/>
                  </a:cubicBezTo>
                  <a:lnTo>
                    <a:pt x="11310" y="7234"/>
                  </a:lnTo>
                  <a:cubicBezTo>
                    <a:pt x="11202" y="7243"/>
                    <a:pt x="11093" y="7248"/>
                    <a:pt x="10985" y="7248"/>
                  </a:cubicBezTo>
                  <a:cubicBezTo>
                    <a:pt x="10099" y="7248"/>
                    <a:pt x="9213" y="6953"/>
                    <a:pt x="8521" y="6407"/>
                  </a:cubicBezTo>
                  <a:cubicBezTo>
                    <a:pt x="8113" y="6090"/>
                    <a:pt x="7765" y="5681"/>
                    <a:pt x="7509" y="5232"/>
                  </a:cubicBezTo>
                  <a:cubicBezTo>
                    <a:pt x="7275" y="4823"/>
                    <a:pt x="7111" y="4364"/>
                    <a:pt x="7039" y="3894"/>
                  </a:cubicBezTo>
                  <a:cubicBezTo>
                    <a:pt x="7019" y="3761"/>
                    <a:pt x="6999" y="3628"/>
                    <a:pt x="6968" y="3495"/>
                  </a:cubicBezTo>
                  <a:cubicBezTo>
                    <a:pt x="6927" y="3342"/>
                    <a:pt x="6866" y="3199"/>
                    <a:pt x="6753" y="3097"/>
                  </a:cubicBezTo>
                  <a:cubicBezTo>
                    <a:pt x="6633" y="2982"/>
                    <a:pt x="6466" y="2932"/>
                    <a:pt x="6297" y="2932"/>
                  </a:cubicBezTo>
                  <a:cubicBezTo>
                    <a:pt x="6165" y="2932"/>
                    <a:pt x="6032" y="2962"/>
                    <a:pt x="5916" y="3015"/>
                  </a:cubicBezTo>
                  <a:cubicBezTo>
                    <a:pt x="5650" y="3148"/>
                    <a:pt x="5436" y="3363"/>
                    <a:pt x="5232" y="3577"/>
                  </a:cubicBezTo>
                  <a:cubicBezTo>
                    <a:pt x="5027" y="3792"/>
                    <a:pt x="4803" y="4006"/>
                    <a:pt x="4516" y="4119"/>
                  </a:cubicBezTo>
                  <a:cubicBezTo>
                    <a:pt x="4447" y="4144"/>
                    <a:pt x="4369" y="4158"/>
                    <a:pt x="4291" y="4158"/>
                  </a:cubicBezTo>
                  <a:cubicBezTo>
                    <a:pt x="4119" y="4158"/>
                    <a:pt x="3953" y="4090"/>
                    <a:pt x="3903" y="3935"/>
                  </a:cubicBezTo>
                  <a:cubicBezTo>
                    <a:pt x="3822" y="3690"/>
                    <a:pt x="4077" y="3475"/>
                    <a:pt x="4281" y="3332"/>
                  </a:cubicBezTo>
                  <a:cubicBezTo>
                    <a:pt x="4721" y="3036"/>
                    <a:pt x="5129" y="2688"/>
                    <a:pt x="5507" y="2310"/>
                  </a:cubicBezTo>
                  <a:cubicBezTo>
                    <a:pt x="5640" y="2187"/>
                    <a:pt x="5773" y="2035"/>
                    <a:pt x="5783" y="1851"/>
                  </a:cubicBezTo>
                  <a:cubicBezTo>
                    <a:pt x="5793" y="1779"/>
                    <a:pt x="5783" y="1717"/>
                    <a:pt x="5763" y="1646"/>
                  </a:cubicBezTo>
                  <a:cubicBezTo>
                    <a:pt x="5742" y="1585"/>
                    <a:pt x="5722" y="1534"/>
                    <a:pt x="5702" y="1472"/>
                  </a:cubicBezTo>
                  <a:cubicBezTo>
                    <a:pt x="5559" y="1166"/>
                    <a:pt x="5364" y="890"/>
                    <a:pt x="5129" y="655"/>
                  </a:cubicBezTo>
                  <a:cubicBezTo>
                    <a:pt x="4955" y="482"/>
                    <a:pt x="4771" y="328"/>
                    <a:pt x="4557" y="205"/>
                  </a:cubicBezTo>
                  <a:cubicBezTo>
                    <a:pt x="4394" y="94"/>
                    <a:pt x="4199" y="12"/>
                    <a:pt x="4006" y="1"/>
                  </a:cubicBezTo>
                  <a:cubicBezTo>
                    <a:pt x="3993" y="1"/>
                    <a:pt x="3981" y="0"/>
                    <a:pt x="39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8"/>
            <p:cNvSpPr/>
            <p:nvPr/>
          </p:nvSpPr>
          <p:spPr>
            <a:xfrm>
              <a:off x="2118425" y="1907850"/>
              <a:ext cx="95300" cy="58075"/>
            </a:xfrm>
            <a:custGeom>
              <a:avLst/>
              <a:gdLst/>
              <a:ahLst/>
              <a:cxnLst/>
              <a:rect l="l" t="t" r="r" b="b"/>
              <a:pathLst>
                <a:path w="3812" h="2323" extrusionOk="0">
                  <a:moveTo>
                    <a:pt x="1952" y="0"/>
                  </a:moveTo>
                  <a:cubicBezTo>
                    <a:pt x="1288" y="31"/>
                    <a:pt x="634" y="134"/>
                    <a:pt x="0" y="307"/>
                  </a:cubicBezTo>
                  <a:cubicBezTo>
                    <a:pt x="256" y="756"/>
                    <a:pt x="604" y="1165"/>
                    <a:pt x="1012" y="1482"/>
                  </a:cubicBezTo>
                  <a:cubicBezTo>
                    <a:pt x="1704" y="2028"/>
                    <a:pt x="2590" y="2323"/>
                    <a:pt x="3476" y="2323"/>
                  </a:cubicBezTo>
                  <a:cubicBezTo>
                    <a:pt x="3584" y="2323"/>
                    <a:pt x="3693" y="2318"/>
                    <a:pt x="3801" y="2309"/>
                  </a:cubicBezTo>
                  <a:lnTo>
                    <a:pt x="3811" y="2300"/>
                  </a:lnTo>
                  <a:cubicBezTo>
                    <a:pt x="3137" y="1574"/>
                    <a:pt x="2524" y="808"/>
                    <a:pt x="19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8"/>
            <p:cNvSpPr/>
            <p:nvPr/>
          </p:nvSpPr>
          <p:spPr>
            <a:xfrm>
              <a:off x="2104900" y="1868225"/>
              <a:ext cx="62350" cy="47300"/>
            </a:xfrm>
            <a:custGeom>
              <a:avLst/>
              <a:gdLst/>
              <a:ahLst/>
              <a:cxnLst/>
              <a:rect l="l" t="t" r="r" b="b"/>
              <a:pathLst>
                <a:path w="2494" h="1892" extrusionOk="0">
                  <a:moveTo>
                    <a:pt x="1325" y="1"/>
                  </a:moveTo>
                  <a:cubicBezTo>
                    <a:pt x="877" y="1"/>
                    <a:pt x="430" y="53"/>
                    <a:pt x="0" y="155"/>
                  </a:cubicBezTo>
                  <a:cubicBezTo>
                    <a:pt x="31" y="288"/>
                    <a:pt x="51" y="421"/>
                    <a:pt x="71" y="554"/>
                  </a:cubicBezTo>
                  <a:cubicBezTo>
                    <a:pt x="143" y="1024"/>
                    <a:pt x="307" y="1483"/>
                    <a:pt x="541" y="1892"/>
                  </a:cubicBezTo>
                  <a:cubicBezTo>
                    <a:pt x="1175" y="1719"/>
                    <a:pt x="1829" y="1616"/>
                    <a:pt x="2493" y="1585"/>
                  </a:cubicBezTo>
                  <a:cubicBezTo>
                    <a:pt x="2125" y="1075"/>
                    <a:pt x="1778" y="543"/>
                    <a:pt x="1451" y="2"/>
                  </a:cubicBezTo>
                  <a:cubicBezTo>
                    <a:pt x="1409" y="1"/>
                    <a:pt x="1367" y="1"/>
                    <a:pt x="13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8"/>
            <p:cNvSpPr/>
            <p:nvPr/>
          </p:nvSpPr>
          <p:spPr>
            <a:xfrm>
              <a:off x="2026225" y="1822950"/>
              <a:ext cx="114975" cy="65725"/>
            </a:xfrm>
            <a:custGeom>
              <a:avLst/>
              <a:gdLst/>
              <a:ahLst/>
              <a:cxnLst/>
              <a:rect l="l" t="t" r="r" b="b"/>
              <a:pathLst>
                <a:path w="4599" h="2629" extrusionOk="0">
                  <a:moveTo>
                    <a:pt x="3174" y="1"/>
                  </a:moveTo>
                  <a:cubicBezTo>
                    <a:pt x="2766" y="1"/>
                    <a:pt x="2354" y="47"/>
                    <a:pt x="1942" y="117"/>
                  </a:cubicBezTo>
                  <a:cubicBezTo>
                    <a:pt x="1962" y="188"/>
                    <a:pt x="1972" y="250"/>
                    <a:pt x="1962" y="322"/>
                  </a:cubicBezTo>
                  <a:cubicBezTo>
                    <a:pt x="1952" y="506"/>
                    <a:pt x="1819" y="658"/>
                    <a:pt x="1686" y="781"/>
                  </a:cubicBezTo>
                  <a:cubicBezTo>
                    <a:pt x="1308" y="1159"/>
                    <a:pt x="900" y="1507"/>
                    <a:pt x="460" y="1803"/>
                  </a:cubicBezTo>
                  <a:cubicBezTo>
                    <a:pt x="256" y="1946"/>
                    <a:pt x="1" y="2161"/>
                    <a:pt x="82" y="2406"/>
                  </a:cubicBezTo>
                  <a:cubicBezTo>
                    <a:pt x="132" y="2561"/>
                    <a:pt x="298" y="2629"/>
                    <a:pt x="470" y="2629"/>
                  </a:cubicBezTo>
                  <a:cubicBezTo>
                    <a:pt x="548" y="2629"/>
                    <a:pt x="626" y="2615"/>
                    <a:pt x="695" y="2590"/>
                  </a:cubicBezTo>
                  <a:cubicBezTo>
                    <a:pt x="982" y="2477"/>
                    <a:pt x="1206" y="2263"/>
                    <a:pt x="1411" y="2048"/>
                  </a:cubicBezTo>
                  <a:cubicBezTo>
                    <a:pt x="1615" y="1834"/>
                    <a:pt x="1829" y="1619"/>
                    <a:pt x="2095" y="1486"/>
                  </a:cubicBezTo>
                  <a:cubicBezTo>
                    <a:pt x="2211" y="1433"/>
                    <a:pt x="2344" y="1403"/>
                    <a:pt x="2476" y="1403"/>
                  </a:cubicBezTo>
                  <a:cubicBezTo>
                    <a:pt x="2645" y="1403"/>
                    <a:pt x="2812" y="1453"/>
                    <a:pt x="2932" y="1568"/>
                  </a:cubicBezTo>
                  <a:cubicBezTo>
                    <a:pt x="3045" y="1670"/>
                    <a:pt x="3106" y="1813"/>
                    <a:pt x="3147" y="1966"/>
                  </a:cubicBezTo>
                  <a:cubicBezTo>
                    <a:pt x="3577" y="1864"/>
                    <a:pt x="4024" y="1812"/>
                    <a:pt x="4472" y="1812"/>
                  </a:cubicBezTo>
                  <a:cubicBezTo>
                    <a:pt x="4514" y="1812"/>
                    <a:pt x="4556" y="1812"/>
                    <a:pt x="4598" y="1813"/>
                  </a:cubicBezTo>
                  <a:cubicBezTo>
                    <a:pt x="4230" y="1231"/>
                    <a:pt x="3883" y="628"/>
                    <a:pt x="3556" y="15"/>
                  </a:cubicBezTo>
                  <a:cubicBezTo>
                    <a:pt x="3429" y="5"/>
                    <a:pt x="3302" y="1"/>
                    <a:pt x="31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8"/>
            <p:cNvSpPr/>
            <p:nvPr/>
          </p:nvSpPr>
          <p:spPr>
            <a:xfrm>
              <a:off x="2058925" y="1798750"/>
              <a:ext cx="56200" cy="27150"/>
            </a:xfrm>
            <a:custGeom>
              <a:avLst/>
              <a:gdLst/>
              <a:ahLst/>
              <a:cxnLst/>
              <a:rect l="l" t="t" r="r" b="b"/>
              <a:pathLst>
                <a:path w="2248" h="1086" extrusionOk="0">
                  <a:moveTo>
                    <a:pt x="1060" y="1"/>
                  </a:moveTo>
                  <a:cubicBezTo>
                    <a:pt x="704" y="1"/>
                    <a:pt x="350" y="33"/>
                    <a:pt x="0" y="94"/>
                  </a:cubicBezTo>
                  <a:cubicBezTo>
                    <a:pt x="235" y="329"/>
                    <a:pt x="430" y="605"/>
                    <a:pt x="573" y="911"/>
                  </a:cubicBezTo>
                  <a:cubicBezTo>
                    <a:pt x="593" y="973"/>
                    <a:pt x="613" y="1024"/>
                    <a:pt x="634" y="1085"/>
                  </a:cubicBezTo>
                  <a:cubicBezTo>
                    <a:pt x="1046" y="1015"/>
                    <a:pt x="1458" y="969"/>
                    <a:pt x="1866" y="969"/>
                  </a:cubicBezTo>
                  <a:cubicBezTo>
                    <a:pt x="1994" y="969"/>
                    <a:pt x="2121" y="973"/>
                    <a:pt x="2248" y="983"/>
                  </a:cubicBezTo>
                  <a:cubicBezTo>
                    <a:pt x="2085" y="677"/>
                    <a:pt x="1921" y="360"/>
                    <a:pt x="1767" y="43"/>
                  </a:cubicBezTo>
                  <a:cubicBezTo>
                    <a:pt x="1531" y="15"/>
                    <a:pt x="1295" y="1"/>
                    <a:pt x="10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8"/>
            <p:cNvSpPr/>
            <p:nvPr/>
          </p:nvSpPr>
          <p:spPr>
            <a:xfrm>
              <a:off x="1890875" y="1665200"/>
              <a:ext cx="212250" cy="162975"/>
            </a:xfrm>
            <a:custGeom>
              <a:avLst/>
              <a:gdLst/>
              <a:ahLst/>
              <a:cxnLst/>
              <a:rect l="l" t="t" r="r" b="b"/>
              <a:pathLst>
                <a:path w="8490" h="6519" extrusionOk="0">
                  <a:moveTo>
                    <a:pt x="1072" y="1"/>
                  </a:moveTo>
                  <a:cubicBezTo>
                    <a:pt x="695" y="216"/>
                    <a:pt x="337" y="481"/>
                    <a:pt x="10" y="788"/>
                  </a:cubicBezTo>
                  <a:lnTo>
                    <a:pt x="0" y="829"/>
                  </a:lnTo>
                  <a:cubicBezTo>
                    <a:pt x="316" y="870"/>
                    <a:pt x="582" y="1084"/>
                    <a:pt x="766" y="1340"/>
                  </a:cubicBezTo>
                  <a:cubicBezTo>
                    <a:pt x="950" y="1615"/>
                    <a:pt x="1042" y="1922"/>
                    <a:pt x="1124" y="2239"/>
                  </a:cubicBezTo>
                  <a:cubicBezTo>
                    <a:pt x="1461" y="3556"/>
                    <a:pt x="1533" y="4946"/>
                    <a:pt x="1349" y="6294"/>
                  </a:cubicBezTo>
                  <a:cubicBezTo>
                    <a:pt x="1430" y="6376"/>
                    <a:pt x="1512" y="6448"/>
                    <a:pt x="1594" y="6519"/>
                  </a:cubicBezTo>
                  <a:lnTo>
                    <a:pt x="1604" y="6509"/>
                  </a:lnTo>
                  <a:cubicBezTo>
                    <a:pt x="2707" y="5906"/>
                    <a:pt x="3862" y="5375"/>
                    <a:pt x="5036" y="4915"/>
                  </a:cubicBezTo>
                  <a:cubicBezTo>
                    <a:pt x="5209" y="4848"/>
                    <a:pt x="5381" y="4781"/>
                    <a:pt x="5562" y="4781"/>
                  </a:cubicBezTo>
                  <a:cubicBezTo>
                    <a:pt x="5574" y="4781"/>
                    <a:pt x="5586" y="4782"/>
                    <a:pt x="5599" y="4782"/>
                  </a:cubicBezTo>
                  <a:cubicBezTo>
                    <a:pt x="5792" y="4793"/>
                    <a:pt x="5987" y="4875"/>
                    <a:pt x="6150" y="4986"/>
                  </a:cubicBezTo>
                  <a:cubicBezTo>
                    <a:pt x="6364" y="5109"/>
                    <a:pt x="6548" y="5263"/>
                    <a:pt x="6722" y="5436"/>
                  </a:cubicBezTo>
                  <a:cubicBezTo>
                    <a:pt x="7072" y="5375"/>
                    <a:pt x="7426" y="5343"/>
                    <a:pt x="7782" y="5343"/>
                  </a:cubicBezTo>
                  <a:cubicBezTo>
                    <a:pt x="8017" y="5343"/>
                    <a:pt x="8253" y="5357"/>
                    <a:pt x="8489" y="5385"/>
                  </a:cubicBezTo>
                  <a:cubicBezTo>
                    <a:pt x="8010" y="4435"/>
                    <a:pt x="7581" y="3474"/>
                    <a:pt x="7172" y="2494"/>
                  </a:cubicBezTo>
                  <a:cubicBezTo>
                    <a:pt x="7059" y="2228"/>
                    <a:pt x="6947" y="1953"/>
                    <a:pt x="6722" y="1769"/>
                  </a:cubicBezTo>
                  <a:cubicBezTo>
                    <a:pt x="6607" y="1674"/>
                    <a:pt x="6451" y="1620"/>
                    <a:pt x="6302" y="1620"/>
                  </a:cubicBezTo>
                  <a:cubicBezTo>
                    <a:pt x="6161" y="1620"/>
                    <a:pt x="6025" y="1669"/>
                    <a:pt x="5935" y="1779"/>
                  </a:cubicBezTo>
                  <a:cubicBezTo>
                    <a:pt x="5833" y="1901"/>
                    <a:pt x="5813" y="2085"/>
                    <a:pt x="5803" y="2249"/>
                  </a:cubicBezTo>
                  <a:cubicBezTo>
                    <a:pt x="5792" y="2371"/>
                    <a:pt x="5792" y="2504"/>
                    <a:pt x="5803" y="2627"/>
                  </a:cubicBezTo>
                  <a:cubicBezTo>
                    <a:pt x="5803" y="2821"/>
                    <a:pt x="5823" y="3025"/>
                    <a:pt x="5854" y="3219"/>
                  </a:cubicBezTo>
                  <a:cubicBezTo>
                    <a:pt x="5497" y="3771"/>
                    <a:pt x="4824" y="4065"/>
                    <a:pt x="4157" y="4065"/>
                  </a:cubicBezTo>
                  <a:cubicBezTo>
                    <a:pt x="3985" y="4065"/>
                    <a:pt x="3813" y="4046"/>
                    <a:pt x="3647" y="4006"/>
                  </a:cubicBezTo>
                  <a:cubicBezTo>
                    <a:pt x="2830" y="3801"/>
                    <a:pt x="2166" y="3179"/>
                    <a:pt x="1767" y="2443"/>
                  </a:cubicBezTo>
                  <a:cubicBezTo>
                    <a:pt x="1358" y="1707"/>
                    <a:pt x="1185" y="870"/>
                    <a:pt x="1103" y="42"/>
                  </a:cubicBezTo>
                  <a:lnTo>
                    <a:pt x="10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8"/>
            <p:cNvSpPr/>
            <p:nvPr/>
          </p:nvSpPr>
          <p:spPr>
            <a:xfrm>
              <a:off x="1917675" y="1659850"/>
              <a:ext cx="119550" cy="107000"/>
            </a:xfrm>
            <a:custGeom>
              <a:avLst/>
              <a:gdLst/>
              <a:ahLst/>
              <a:cxnLst/>
              <a:rect l="l" t="t" r="r" b="b"/>
              <a:pathLst>
                <a:path w="4782" h="4280" extrusionOk="0">
                  <a:moveTo>
                    <a:pt x="613" y="1"/>
                  </a:moveTo>
                  <a:cubicBezTo>
                    <a:pt x="420" y="1"/>
                    <a:pt x="225" y="92"/>
                    <a:pt x="52" y="185"/>
                  </a:cubicBezTo>
                  <a:cubicBezTo>
                    <a:pt x="31" y="194"/>
                    <a:pt x="21" y="205"/>
                    <a:pt x="0" y="215"/>
                  </a:cubicBezTo>
                  <a:lnTo>
                    <a:pt x="31" y="256"/>
                  </a:lnTo>
                  <a:cubicBezTo>
                    <a:pt x="113" y="1084"/>
                    <a:pt x="286" y="1921"/>
                    <a:pt x="695" y="2657"/>
                  </a:cubicBezTo>
                  <a:cubicBezTo>
                    <a:pt x="1094" y="3393"/>
                    <a:pt x="1758" y="4015"/>
                    <a:pt x="2575" y="4220"/>
                  </a:cubicBezTo>
                  <a:cubicBezTo>
                    <a:pt x="2741" y="4260"/>
                    <a:pt x="2913" y="4279"/>
                    <a:pt x="3085" y="4279"/>
                  </a:cubicBezTo>
                  <a:cubicBezTo>
                    <a:pt x="3752" y="4279"/>
                    <a:pt x="4425" y="3985"/>
                    <a:pt x="4782" y="3433"/>
                  </a:cubicBezTo>
                  <a:cubicBezTo>
                    <a:pt x="4751" y="3239"/>
                    <a:pt x="4731" y="3035"/>
                    <a:pt x="4731" y="2841"/>
                  </a:cubicBezTo>
                  <a:cubicBezTo>
                    <a:pt x="4417" y="3154"/>
                    <a:pt x="3973" y="3317"/>
                    <a:pt x="3532" y="3317"/>
                  </a:cubicBezTo>
                  <a:cubicBezTo>
                    <a:pt x="3212" y="3317"/>
                    <a:pt x="2893" y="3231"/>
                    <a:pt x="2626" y="3055"/>
                  </a:cubicBezTo>
                  <a:cubicBezTo>
                    <a:pt x="2054" y="2677"/>
                    <a:pt x="1778" y="1993"/>
                    <a:pt x="1615" y="1339"/>
                  </a:cubicBezTo>
                  <a:cubicBezTo>
                    <a:pt x="1543" y="1043"/>
                    <a:pt x="1482" y="746"/>
                    <a:pt x="1329" y="481"/>
                  </a:cubicBezTo>
                  <a:cubicBezTo>
                    <a:pt x="1176" y="226"/>
                    <a:pt x="910" y="1"/>
                    <a:pt x="6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8"/>
            <p:cNvSpPr/>
            <p:nvPr/>
          </p:nvSpPr>
          <p:spPr>
            <a:xfrm>
              <a:off x="1822650" y="1685775"/>
              <a:ext cx="106550" cy="136800"/>
            </a:xfrm>
            <a:custGeom>
              <a:avLst/>
              <a:gdLst/>
              <a:ahLst/>
              <a:cxnLst/>
              <a:rect l="l" t="t" r="r" b="b"/>
              <a:pathLst>
                <a:path w="4262" h="5472" extrusionOk="0">
                  <a:moveTo>
                    <a:pt x="2613" y="1"/>
                  </a:moveTo>
                  <a:cubicBezTo>
                    <a:pt x="2172" y="1"/>
                    <a:pt x="1786" y="324"/>
                    <a:pt x="1462" y="639"/>
                  </a:cubicBezTo>
                  <a:cubicBezTo>
                    <a:pt x="870" y="1221"/>
                    <a:pt x="277" y="1865"/>
                    <a:pt x="1" y="2651"/>
                  </a:cubicBezTo>
                  <a:lnTo>
                    <a:pt x="21" y="2651"/>
                  </a:lnTo>
                  <a:cubicBezTo>
                    <a:pt x="143" y="2602"/>
                    <a:pt x="264" y="2580"/>
                    <a:pt x="383" y="2580"/>
                  </a:cubicBezTo>
                  <a:cubicBezTo>
                    <a:pt x="876" y="2580"/>
                    <a:pt x="1343" y="2956"/>
                    <a:pt x="1738" y="3326"/>
                  </a:cubicBezTo>
                  <a:cubicBezTo>
                    <a:pt x="2525" y="4041"/>
                    <a:pt x="3301" y="4756"/>
                    <a:pt x="4078" y="5471"/>
                  </a:cubicBezTo>
                  <a:cubicBezTo>
                    <a:pt x="4262" y="4123"/>
                    <a:pt x="4190" y="2733"/>
                    <a:pt x="3853" y="1416"/>
                  </a:cubicBezTo>
                  <a:cubicBezTo>
                    <a:pt x="3771" y="1099"/>
                    <a:pt x="3679" y="792"/>
                    <a:pt x="3495" y="517"/>
                  </a:cubicBezTo>
                  <a:cubicBezTo>
                    <a:pt x="3311" y="261"/>
                    <a:pt x="3045" y="47"/>
                    <a:pt x="2729" y="6"/>
                  </a:cubicBezTo>
                  <a:lnTo>
                    <a:pt x="2709" y="6"/>
                  </a:lnTo>
                  <a:cubicBezTo>
                    <a:pt x="2677" y="2"/>
                    <a:pt x="2645" y="1"/>
                    <a:pt x="26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8"/>
            <p:cNvSpPr/>
            <p:nvPr/>
          </p:nvSpPr>
          <p:spPr>
            <a:xfrm>
              <a:off x="1829300" y="1800825"/>
              <a:ext cx="91225" cy="73550"/>
            </a:xfrm>
            <a:custGeom>
              <a:avLst/>
              <a:gdLst/>
              <a:ahLst/>
              <a:cxnLst/>
              <a:rect l="l" t="t" r="r" b="b"/>
              <a:pathLst>
                <a:path w="3649" h="2942" extrusionOk="0">
                  <a:moveTo>
                    <a:pt x="624" y="0"/>
                  </a:moveTo>
                  <a:cubicBezTo>
                    <a:pt x="486" y="0"/>
                    <a:pt x="348" y="42"/>
                    <a:pt x="246" y="144"/>
                  </a:cubicBezTo>
                  <a:cubicBezTo>
                    <a:pt x="1" y="379"/>
                    <a:pt x="195" y="767"/>
                    <a:pt x="491" y="1043"/>
                  </a:cubicBezTo>
                  <a:cubicBezTo>
                    <a:pt x="1115" y="1625"/>
                    <a:pt x="1778" y="2177"/>
                    <a:pt x="2484" y="2667"/>
                  </a:cubicBezTo>
                  <a:cubicBezTo>
                    <a:pt x="2674" y="2807"/>
                    <a:pt x="2912" y="2941"/>
                    <a:pt x="3134" y="2941"/>
                  </a:cubicBezTo>
                  <a:cubicBezTo>
                    <a:pt x="3221" y="2941"/>
                    <a:pt x="3305" y="2921"/>
                    <a:pt x="3383" y="2872"/>
                  </a:cubicBezTo>
                  <a:cubicBezTo>
                    <a:pt x="3607" y="2729"/>
                    <a:pt x="3648" y="2412"/>
                    <a:pt x="3546" y="2167"/>
                  </a:cubicBezTo>
                  <a:cubicBezTo>
                    <a:pt x="3444" y="1922"/>
                    <a:pt x="3240" y="1738"/>
                    <a:pt x="3035" y="1564"/>
                  </a:cubicBezTo>
                  <a:cubicBezTo>
                    <a:pt x="2473" y="1073"/>
                    <a:pt x="1891" y="594"/>
                    <a:pt x="1247" y="215"/>
                  </a:cubicBezTo>
                  <a:cubicBezTo>
                    <a:pt x="1084" y="124"/>
                    <a:pt x="931" y="42"/>
                    <a:pt x="747" y="11"/>
                  </a:cubicBezTo>
                  <a:cubicBezTo>
                    <a:pt x="707" y="4"/>
                    <a:pt x="665" y="0"/>
                    <a:pt x="6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8"/>
            <p:cNvSpPr/>
            <p:nvPr/>
          </p:nvSpPr>
          <p:spPr>
            <a:xfrm>
              <a:off x="1866075" y="1768900"/>
              <a:ext cx="372175" cy="240050"/>
            </a:xfrm>
            <a:custGeom>
              <a:avLst/>
              <a:gdLst/>
              <a:ahLst/>
              <a:cxnLst/>
              <a:rect l="l" t="t" r="r" b="b"/>
              <a:pathLst>
                <a:path w="14887" h="9602" extrusionOk="0">
                  <a:moveTo>
                    <a:pt x="1" y="1"/>
                  </a:moveTo>
                  <a:cubicBezTo>
                    <a:pt x="1094" y="1063"/>
                    <a:pt x="2198" y="2116"/>
                    <a:pt x="3311" y="3158"/>
                  </a:cubicBezTo>
                  <a:cubicBezTo>
                    <a:pt x="4414" y="4200"/>
                    <a:pt x="5538" y="5232"/>
                    <a:pt x="6662" y="6264"/>
                  </a:cubicBezTo>
                  <a:cubicBezTo>
                    <a:pt x="7796" y="7275"/>
                    <a:pt x="8991" y="8276"/>
                    <a:pt x="10401" y="8909"/>
                  </a:cubicBezTo>
                  <a:cubicBezTo>
                    <a:pt x="11106" y="9226"/>
                    <a:pt x="11842" y="9461"/>
                    <a:pt x="12608" y="9553"/>
                  </a:cubicBezTo>
                  <a:cubicBezTo>
                    <a:pt x="12865" y="9585"/>
                    <a:pt x="13127" y="9602"/>
                    <a:pt x="13389" y="9602"/>
                  </a:cubicBezTo>
                  <a:cubicBezTo>
                    <a:pt x="13895" y="9602"/>
                    <a:pt x="14402" y="9538"/>
                    <a:pt x="14886" y="9390"/>
                  </a:cubicBezTo>
                  <a:lnTo>
                    <a:pt x="14886" y="9390"/>
                  </a:lnTo>
                  <a:cubicBezTo>
                    <a:pt x="14474" y="9480"/>
                    <a:pt x="14052" y="9524"/>
                    <a:pt x="13632" y="9524"/>
                  </a:cubicBezTo>
                  <a:cubicBezTo>
                    <a:pt x="13294" y="9524"/>
                    <a:pt x="12957" y="9495"/>
                    <a:pt x="12628" y="9441"/>
                  </a:cubicBezTo>
                  <a:cubicBezTo>
                    <a:pt x="11872" y="9329"/>
                    <a:pt x="11157" y="9073"/>
                    <a:pt x="10483" y="8746"/>
                  </a:cubicBezTo>
                  <a:cubicBezTo>
                    <a:pt x="9114" y="8082"/>
                    <a:pt x="7939" y="7111"/>
                    <a:pt x="6815" y="6090"/>
                  </a:cubicBezTo>
                  <a:lnTo>
                    <a:pt x="3433" y="3025"/>
                  </a:lnTo>
                  <a:lnTo>
                    <a:pt x="1728" y="1503"/>
                  </a:lnTo>
                  <a:cubicBezTo>
                    <a:pt x="1156" y="1002"/>
                    <a:pt x="583" y="49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8"/>
            <p:cNvSpPr/>
            <p:nvPr/>
          </p:nvSpPr>
          <p:spPr>
            <a:xfrm>
              <a:off x="2033900" y="1702975"/>
              <a:ext cx="63350" cy="85125"/>
            </a:xfrm>
            <a:custGeom>
              <a:avLst/>
              <a:gdLst/>
              <a:ahLst/>
              <a:cxnLst/>
              <a:rect l="l" t="t" r="r" b="b"/>
              <a:pathLst>
                <a:path w="2534" h="3405" extrusionOk="0">
                  <a:moveTo>
                    <a:pt x="598" y="1"/>
                  </a:moveTo>
                  <a:cubicBezTo>
                    <a:pt x="586" y="1"/>
                    <a:pt x="574" y="1"/>
                    <a:pt x="562" y="2"/>
                  </a:cubicBezTo>
                  <a:cubicBezTo>
                    <a:pt x="388" y="2"/>
                    <a:pt x="194" y="94"/>
                    <a:pt x="102" y="258"/>
                  </a:cubicBezTo>
                  <a:cubicBezTo>
                    <a:pt x="10" y="411"/>
                    <a:pt x="0" y="574"/>
                    <a:pt x="0" y="728"/>
                  </a:cubicBezTo>
                  <a:cubicBezTo>
                    <a:pt x="0" y="881"/>
                    <a:pt x="10" y="1034"/>
                    <a:pt x="21" y="1177"/>
                  </a:cubicBezTo>
                  <a:cubicBezTo>
                    <a:pt x="92" y="1780"/>
                    <a:pt x="266" y="2342"/>
                    <a:pt x="388" y="2914"/>
                  </a:cubicBezTo>
                  <a:lnTo>
                    <a:pt x="225" y="2045"/>
                  </a:lnTo>
                  <a:cubicBezTo>
                    <a:pt x="205" y="1902"/>
                    <a:pt x="164" y="1759"/>
                    <a:pt x="153" y="1616"/>
                  </a:cubicBezTo>
                  <a:cubicBezTo>
                    <a:pt x="143" y="1463"/>
                    <a:pt x="143" y="1320"/>
                    <a:pt x="143" y="1177"/>
                  </a:cubicBezTo>
                  <a:cubicBezTo>
                    <a:pt x="143" y="1024"/>
                    <a:pt x="143" y="881"/>
                    <a:pt x="164" y="738"/>
                  </a:cubicBezTo>
                  <a:cubicBezTo>
                    <a:pt x="174" y="594"/>
                    <a:pt x="194" y="451"/>
                    <a:pt x="266" y="360"/>
                  </a:cubicBezTo>
                  <a:cubicBezTo>
                    <a:pt x="331" y="264"/>
                    <a:pt x="441" y="223"/>
                    <a:pt x="559" y="223"/>
                  </a:cubicBezTo>
                  <a:cubicBezTo>
                    <a:pt x="681" y="223"/>
                    <a:pt x="811" y="267"/>
                    <a:pt x="909" y="339"/>
                  </a:cubicBezTo>
                  <a:cubicBezTo>
                    <a:pt x="1113" y="492"/>
                    <a:pt x="1226" y="758"/>
                    <a:pt x="1338" y="1024"/>
                  </a:cubicBezTo>
                  <a:cubicBezTo>
                    <a:pt x="1461" y="1300"/>
                    <a:pt x="1583" y="1565"/>
                    <a:pt x="1706" y="1841"/>
                  </a:cubicBezTo>
                  <a:cubicBezTo>
                    <a:pt x="1962" y="2372"/>
                    <a:pt x="2227" y="2894"/>
                    <a:pt x="2534" y="3404"/>
                  </a:cubicBezTo>
                  <a:cubicBezTo>
                    <a:pt x="2330" y="2853"/>
                    <a:pt x="2105" y="2301"/>
                    <a:pt x="1890" y="1759"/>
                  </a:cubicBezTo>
                  <a:lnTo>
                    <a:pt x="1553" y="932"/>
                  </a:lnTo>
                  <a:cubicBezTo>
                    <a:pt x="1451" y="666"/>
                    <a:pt x="1318" y="360"/>
                    <a:pt x="1042" y="156"/>
                  </a:cubicBezTo>
                  <a:cubicBezTo>
                    <a:pt x="918" y="61"/>
                    <a:pt x="760" y="1"/>
                    <a:pt x="5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8"/>
            <p:cNvSpPr/>
            <p:nvPr/>
          </p:nvSpPr>
          <p:spPr>
            <a:xfrm>
              <a:off x="2034150" y="1796450"/>
              <a:ext cx="82250" cy="12600"/>
            </a:xfrm>
            <a:custGeom>
              <a:avLst/>
              <a:gdLst/>
              <a:ahLst/>
              <a:cxnLst/>
              <a:rect l="l" t="t" r="r" b="b"/>
              <a:pathLst>
                <a:path w="3290" h="504" extrusionOk="0">
                  <a:moveTo>
                    <a:pt x="2059" y="1"/>
                  </a:moveTo>
                  <a:cubicBezTo>
                    <a:pt x="1698" y="1"/>
                    <a:pt x="1334" y="33"/>
                    <a:pt x="971" y="94"/>
                  </a:cubicBezTo>
                  <a:cubicBezTo>
                    <a:pt x="665" y="156"/>
                    <a:pt x="358" y="237"/>
                    <a:pt x="72" y="329"/>
                  </a:cubicBezTo>
                  <a:cubicBezTo>
                    <a:pt x="31" y="349"/>
                    <a:pt x="0" y="401"/>
                    <a:pt x="20" y="452"/>
                  </a:cubicBezTo>
                  <a:cubicBezTo>
                    <a:pt x="31" y="483"/>
                    <a:pt x="72" y="503"/>
                    <a:pt x="102" y="503"/>
                  </a:cubicBezTo>
                  <a:lnTo>
                    <a:pt x="133" y="503"/>
                  </a:lnTo>
                  <a:cubicBezTo>
                    <a:pt x="409" y="411"/>
                    <a:pt x="705" y="329"/>
                    <a:pt x="1001" y="278"/>
                  </a:cubicBezTo>
                  <a:cubicBezTo>
                    <a:pt x="1342" y="212"/>
                    <a:pt x="1682" y="182"/>
                    <a:pt x="2022" y="182"/>
                  </a:cubicBezTo>
                  <a:cubicBezTo>
                    <a:pt x="2264" y="182"/>
                    <a:pt x="2506" y="197"/>
                    <a:pt x="2749" y="227"/>
                  </a:cubicBezTo>
                  <a:cubicBezTo>
                    <a:pt x="2881" y="237"/>
                    <a:pt x="3024" y="258"/>
                    <a:pt x="3178" y="288"/>
                  </a:cubicBezTo>
                  <a:cubicBezTo>
                    <a:pt x="3184" y="290"/>
                    <a:pt x="3191" y="290"/>
                    <a:pt x="3198" y="290"/>
                  </a:cubicBezTo>
                  <a:cubicBezTo>
                    <a:pt x="3241" y="290"/>
                    <a:pt x="3281" y="261"/>
                    <a:pt x="3290" y="217"/>
                  </a:cubicBezTo>
                  <a:cubicBezTo>
                    <a:pt x="3290" y="166"/>
                    <a:pt x="3259" y="125"/>
                    <a:pt x="3219" y="115"/>
                  </a:cubicBezTo>
                  <a:cubicBezTo>
                    <a:pt x="3055" y="84"/>
                    <a:pt x="2901" y="54"/>
                    <a:pt x="2769" y="43"/>
                  </a:cubicBezTo>
                  <a:cubicBezTo>
                    <a:pt x="2534" y="15"/>
                    <a:pt x="2297" y="1"/>
                    <a:pt x="20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8"/>
            <p:cNvSpPr/>
            <p:nvPr/>
          </p:nvSpPr>
          <p:spPr>
            <a:xfrm>
              <a:off x="2044625" y="1820825"/>
              <a:ext cx="88900" cy="12725"/>
            </a:xfrm>
            <a:custGeom>
              <a:avLst/>
              <a:gdLst/>
              <a:ahLst/>
              <a:cxnLst/>
              <a:rect l="l" t="t" r="r" b="b"/>
              <a:pathLst>
                <a:path w="3556" h="509" extrusionOk="0">
                  <a:moveTo>
                    <a:pt x="2405" y="1"/>
                  </a:moveTo>
                  <a:cubicBezTo>
                    <a:pt x="2042" y="1"/>
                    <a:pt x="1647" y="37"/>
                    <a:pt x="1195" y="110"/>
                  </a:cubicBezTo>
                  <a:cubicBezTo>
                    <a:pt x="807" y="171"/>
                    <a:pt x="419" y="253"/>
                    <a:pt x="82" y="325"/>
                  </a:cubicBezTo>
                  <a:cubicBezTo>
                    <a:pt x="31" y="335"/>
                    <a:pt x="0" y="386"/>
                    <a:pt x="10" y="437"/>
                  </a:cubicBezTo>
                  <a:cubicBezTo>
                    <a:pt x="21" y="478"/>
                    <a:pt x="62" y="509"/>
                    <a:pt x="102" y="509"/>
                  </a:cubicBezTo>
                  <a:lnTo>
                    <a:pt x="123" y="509"/>
                  </a:lnTo>
                  <a:cubicBezTo>
                    <a:pt x="460" y="427"/>
                    <a:pt x="838" y="345"/>
                    <a:pt x="1216" y="284"/>
                  </a:cubicBezTo>
                  <a:cubicBezTo>
                    <a:pt x="1662" y="211"/>
                    <a:pt x="2050" y="174"/>
                    <a:pt x="2407" y="174"/>
                  </a:cubicBezTo>
                  <a:cubicBezTo>
                    <a:pt x="2549" y="174"/>
                    <a:pt x="2686" y="180"/>
                    <a:pt x="2820" y="192"/>
                  </a:cubicBezTo>
                  <a:cubicBezTo>
                    <a:pt x="3034" y="212"/>
                    <a:pt x="3238" y="243"/>
                    <a:pt x="3443" y="284"/>
                  </a:cubicBezTo>
                  <a:cubicBezTo>
                    <a:pt x="3451" y="288"/>
                    <a:pt x="3461" y="290"/>
                    <a:pt x="3470" y="290"/>
                  </a:cubicBezTo>
                  <a:cubicBezTo>
                    <a:pt x="3504" y="290"/>
                    <a:pt x="3537" y="263"/>
                    <a:pt x="3545" y="223"/>
                  </a:cubicBezTo>
                  <a:cubicBezTo>
                    <a:pt x="3556" y="171"/>
                    <a:pt x="3525" y="130"/>
                    <a:pt x="3484" y="110"/>
                  </a:cubicBezTo>
                  <a:cubicBezTo>
                    <a:pt x="3279" y="69"/>
                    <a:pt x="3055" y="28"/>
                    <a:pt x="2830" y="18"/>
                  </a:cubicBezTo>
                  <a:cubicBezTo>
                    <a:pt x="2692" y="7"/>
                    <a:pt x="2551" y="1"/>
                    <a:pt x="2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8"/>
            <p:cNvSpPr/>
            <p:nvPr/>
          </p:nvSpPr>
          <p:spPr>
            <a:xfrm>
              <a:off x="2082425" y="1866175"/>
              <a:ext cx="78675" cy="14375"/>
            </a:xfrm>
            <a:custGeom>
              <a:avLst/>
              <a:gdLst/>
              <a:ahLst/>
              <a:cxnLst/>
              <a:rect l="l" t="t" r="r" b="b"/>
              <a:pathLst>
                <a:path w="3147" h="575" extrusionOk="0">
                  <a:moveTo>
                    <a:pt x="2201" y="1"/>
                  </a:moveTo>
                  <a:cubicBezTo>
                    <a:pt x="1759" y="1"/>
                    <a:pt x="1310" y="44"/>
                    <a:pt x="879" y="146"/>
                  </a:cubicBezTo>
                  <a:cubicBezTo>
                    <a:pt x="593" y="217"/>
                    <a:pt x="317" y="298"/>
                    <a:pt x="71" y="401"/>
                  </a:cubicBezTo>
                  <a:cubicBezTo>
                    <a:pt x="21" y="421"/>
                    <a:pt x="0" y="473"/>
                    <a:pt x="21" y="523"/>
                  </a:cubicBezTo>
                  <a:cubicBezTo>
                    <a:pt x="31" y="554"/>
                    <a:pt x="62" y="575"/>
                    <a:pt x="102" y="575"/>
                  </a:cubicBezTo>
                  <a:cubicBezTo>
                    <a:pt x="112" y="575"/>
                    <a:pt x="123" y="575"/>
                    <a:pt x="133" y="564"/>
                  </a:cubicBezTo>
                  <a:cubicBezTo>
                    <a:pt x="378" y="473"/>
                    <a:pt x="634" y="391"/>
                    <a:pt x="920" y="319"/>
                  </a:cubicBezTo>
                  <a:cubicBezTo>
                    <a:pt x="1351" y="225"/>
                    <a:pt x="1791" y="175"/>
                    <a:pt x="2224" y="175"/>
                  </a:cubicBezTo>
                  <a:cubicBezTo>
                    <a:pt x="2263" y="175"/>
                    <a:pt x="2301" y="175"/>
                    <a:pt x="2339" y="176"/>
                  </a:cubicBezTo>
                  <a:cubicBezTo>
                    <a:pt x="2575" y="186"/>
                    <a:pt x="2800" y="207"/>
                    <a:pt x="3034" y="237"/>
                  </a:cubicBezTo>
                  <a:cubicBezTo>
                    <a:pt x="3041" y="239"/>
                    <a:pt x="3048" y="239"/>
                    <a:pt x="3054" y="239"/>
                  </a:cubicBezTo>
                  <a:cubicBezTo>
                    <a:pt x="3096" y="239"/>
                    <a:pt x="3128" y="210"/>
                    <a:pt x="3136" y="166"/>
                  </a:cubicBezTo>
                  <a:cubicBezTo>
                    <a:pt x="3147" y="115"/>
                    <a:pt x="3106" y="74"/>
                    <a:pt x="3065" y="64"/>
                  </a:cubicBezTo>
                  <a:cubicBezTo>
                    <a:pt x="2820" y="23"/>
                    <a:pt x="2585" y="3"/>
                    <a:pt x="2350" y="3"/>
                  </a:cubicBezTo>
                  <a:cubicBezTo>
                    <a:pt x="2300" y="1"/>
                    <a:pt x="2251" y="1"/>
                    <a:pt x="22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8"/>
            <p:cNvSpPr/>
            <p:nvPr/>
          </p:nvSpPr>
          <p:spPr>
            <a:xfrm>
              <a:off x="2099000" y="1905125"/>
              <a:ext cx="88675" cy="18350"/>
            </a:xfrm>
            <a:custGeom>
              <a:avLst/>
              <a:gdLst/>
              <a:ahLst/>
              <a:cxnLst/>
              <a:rect l="l" t="t" r="r" b="b"/>
              <a:pathLst>
                <a:path w="3547" h="734" extrusionOk="0">
                  <a:moveTo>
                    <a:pt x="3160" y="1"/>
                  </a:moveTo>
                  <a:cubicBezTo>
                    <a:pt x="3012" y="1"/>
                    <a:pt x="2863" y="6"/>
                    <a:pt x="2719" y="18"/>
                  </a:cubicBezTo>
                  <a:cubicBezTo>
                    <a:pt x="2055" y="48"/>
                    <a:pt x="1390" y="150"/>
                    <a:pt x="757" y="334"/>
                  </a:cubicBezTo>
                  <a:cubicBezTo>
                    <a:pt x="512" y="406"/>
                    <a:pt x="287" y="477"/>
                    <a:pt x="73" y="559"/>
                  </a:cubicBezTo>
                  <a:cubicBezTo>
                    <a:pt x="21" y="579"/>
                    <a:pt x="1" y="631"/>
                    <a:pt x="21" y="672"/>
                  </a:cubicBezTo>
                  <a:cubicBezTo>
                    <a:pt x="32" y="713"/>
                    <a:pt x="62" y="733"/>
                    <a:pt x="103" y="733"/>
                  </a:cubicBezTo>
                  <a:lnTo>
                    <a:pt x="134" y="733"/>
                  </a:lnTo>
                  <a:cubicBezTo>
                    <a:pt x="348" y="651"/>
                    <a:pt x="573" y="579"/>
                    <a:pt x="808" y="508"/>
                  </a:cubicBezTo>
                  <a:cubicBezTo>
                    <a:pt x="1431" y="334"/>
                    <a:pt x="2075" y="222"/>
                    <a:pt x="2729" y="191"/>
                  </a:cubicBezTo>
                  <a:cubicBezTo>
                    <a:pt x="2852" y="186"/>
                    <a:pt x="2972" y="184"/>
                    <a:pt x="3092" y="184"/>
                  </a:cubicBezTo>
                  <a:cubicBezTo>
                    <a:pt x="3212" y="184"/>
                    <a:pt x="3331" y="186"/>
                    <a:pt x="3454" y="191"/>
                  </a:cubicBezTo>
                  <a:cubicBezTo>
                    <a:pt x="3506" y="191"/>
                    <a:pt x="3546" y="150"/>
                    <a:pt x="3546" y="100"/>
                  </a:cubicBezTo>
                  <a:cubicBezTo>
                    <a:pt x="3546" y="48"/>
                    <a:pt x="3515" y="7"/>
                    <a:pt x="3465" y="7"/>
                  </a:cubicBezTo>
                  <a:cubicBezTo>
                    <a:pt x="3364" y="3"/>
                    <a:pt x="3262" y="1"/>
                    <a:pt x="31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7" name="Google Shape;1457;p8"/>
          <p:cNvSpPr/>
          <p:nvPr/>
        </p:nvSpPr>
        <p:spPr>
          <a:xfrm flipH="1">
            <a:off x="-265921" y="883961"/>
            <a:ext cx="922194" cy="913197"/>
          </a:xfrm>
          <a:custGeom>
            <a:avLst/>
            <a:gdLst/>
            <a:ahLst/>
            <a:cxnLst/>
            <a:rect l="l" t="t" r="r" b="b"/>
            <a:pathLst>
              <a:path w="12342" h="12222" extrusionOk="0">
                <a:moveTo>
                  <a:pt x="6166" y="3107"/>
                </a:moveTo>
                <a:cubicBezTo>
                  <a:pt x="6185" y="3107"/>
                  <a:pt x="6203" y="3107"/>
                  <a:pt x="6222" y="3107"/>
                </a:cubicBezTo>
                <a:cubicBezTo>
                  <a:pt x="7888" y="3138"/>
                  <a:pt x="9205" y="4507"/>
                  <a:pt x="9175" y="6162"/>
                </a:cubicBezTo>
                <a:cubicBezTo>
                  <a:pt x="9144" y="7808"/>
                  <a:pt x="7806" y="9115"/>
                  <a:pt x="6177" y="9115"/>
                </a:cubicBezTo>
                <a:cubicBezTo>
                  <a:pt x="6158" y="9115"/>
                  <a:pt x="6139" y="9115"/>
                  <a:pt x="6120" y="9114"/>
                </a:cubicBezTo>
                <a:cubicBezTo>
                  <a:pt x="4455" y="9084"/>
                  <a:pt x="3137" y="7715"/>
                  <a:pt x="3168" y="6060"/>
                </a:cubicBezTo>
                <a:cubicBezTo>
                  <a:pt x="3198" y="4413"/>
                  <a:pt x="4536" y="3107"/>
                  <a:pt x="6166" y="3107"/>
                </a:cubicBezTo>
                <a:close/>
                <a:moveTo>
                  <a:pt x="6160" y="0"/>
                </a:moveTo>
                <a:cubicBezTo>
                  <a:pt x="2840" y="0"/>
                  <a:pt x="123" y="2665"/>
                  <a:pt x="62" y="6009"/>
                </a:cubicBezTo>
                <a:cubicBezTo>
                  <a:pt x="1" y="9380"/>
                  <a:pt x="2698" y="12159"/>
                  <a:pt x="6069" y="12220"/>
                </a:cubicBezTo>
                <a:cubicBezTo>
                  <a:pt x="6107" y="12221"/>
                  <a:pt x="6144" y="12221"/>
                  <a:pt x="6182" y="12221"/>
                </a:cubicBezTo>
                <a:cubicBezTo>
                  <a:pt x="9502" y="12221"/>
                  <a:pt x="12220" y="9547"/>
                  <a:pt x="12281" y="6213"/>
                </a:cubicBezTo>
                <a:cubicBezTo>
                  <a:pt x="12342" y="2842"/>
                  <a:pt x="9655" y="63"/>
                  <a:pt x="6273" y="1"/>
                </a:cubicBezTo>
                <a:cubicBezTo>
                  <a:pt x="6236" y="1"/>
                  <a:pt x="6198" y="0"/>
                  <a:pt x="6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8"/>
          <p:cNvSpPr/>
          <p:nvPr/>
        </p:nvSpPr>
        <p:spPr>
          <a:xfrm flipH="1">
            <a:off x="8430782" y="1974993"/>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8"/>
          <p:cNvSpPr/>
          <p:nvPr/>
        </p:nvSpPr>
        <p:spPr>
          <a:xfrm flipH="1">
            <a:off x="8357532" y="2056075"/>
            <a:ext cx="1389502" cy="3087434"/>
          </a:xfrm>
          <a:custGeom>
            <a:avLst/>
            <a:gdLst/>
            <a:ahLst/>
            <a:cxnLst/>
            <a:rect l="l" t="t" r="r" b="b"/>
            <a:pathLst>
              <a:path w="12312" h="14458" extrusionOk="0">
                <a:moveTo>
                  <a:pt x="0" y="1"/>
                </a:moveTo>
                <a:lnTo>
                  <a:pt x="0" y="14457"/>
                </a:lnTo>
                <a:lnTo>
                  <a:pt x="12014" y="14457"/>
                </a:lnTo>
                <a:cubicBezTo>
                  <a:pt x="12311" y="11270"/>
                  <a:pt x="11269" y="7826"/>
                  <a:pt x="8602" y="6110"/>
                </a:cubicBezTo>
                <a:cubicBezTo>
                  <a:pt x="6968" y="5047"/>
                  <a:pt x="4945" y="4761"/>
                  <a:pt x="3259" y="3801"/>
                </a:cubicBezTo>
                <a:cubicBezTo>
                  <a:pt x="1778" y="2963"/>
                  <a:pt x="633" y="1574"/>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8"/>
          <p:cNvSpPr/>
          <p:nvPr/>
        </p:nvSpPr>
        <p:spPr>
          <a:xfrm flipH="1">
            <a:off x="1" y="-720082"/>
            <a:ext cx="1281912" cy="1162406"/>
          </a:xfrm>
          <a:custGeom>
            <a:avLst/>
            <a:gdLst/>
            <a:ahLst/>
            <a:cxnLst/>
            <a:rect l="l" t="t" r="r" b="b"/>
            <a:pathLst>
              <a:path w="10452" h="9478" extrusionOk="0">
                <a:moveTo>
                  <a:pt x="5225" y="0"/>
                </a:moveTo>
                <a:cubicBezTo>
                  <a:pt x="4038" y="0"/>
                  <a:pt x="2851" y="443"/>
                  <a:pt x="1932" y="1332"/>
                </a:cubicBezTo>
                <a:cubicBezTo>
                  <a:pt x="52" y="3150"/>
                  <a:pt x="0" y="6154"/>
                  <a:pt x="1819" y="8034"/>
                </a:cubicBezTo>
                <a:cubicBezTo>
                  <a:pt x="2748" y="8994"/>
                  <a:pt x="3985" y="9477"/>
                  <a:pt x="5224" y="9477"/>
                </a:cubicBezTo>
                <a:cubicBezTo>
                  <a:pt x="6409" y="9477"/>
                  <a:pt x="7597" y="9035"/>
                  <a:pt x="8521" y="8146"/>
                </a:cubicBezTo>
                <a:cubicBezTo>
                  <a:pt x="10400" y="6328"/>
                  <a:pt x="10452" y="3324"/>
                  <a:pt x="8633" y="1444"/>
                </a:cubicBezTo>
                <a:cubicBezTo>
                  <a:pt x="7704" y="484"/>
                  <a:pt x="6465" y="0"/>
                  <a:pt x="52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8"/>
          <p:cNvSpPr/>
          <p:nvPr/>
        </p:nvSpPr>
        <p:spPr>
          <a:xfrm flipH="1">
            <a:off x="1556334" y="132375"/>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2" name="Google Shape;1462;p8"/>
          <p:cNvGrpSpPr/>
          <p:nvPr/>
        </p:nvGrpSpPr>
        <p:grpSpPr>
          <a:xfrm flipH="1">
            <a:off x="8005113" y="4267540"/>
            <a:ext cx="1517538" cy="1495345"/>
            <a:chOff x="-1517525" y="-541175"/>
            <a:chExt cx="1096725" cy="1080686"/>
          </a:xfrm>
        </p:grpSpPr>
        <p:sp>
          <p:nvSpPr>
            <p:cNvPr id="1463" name="Google Shape;1463;p8"/>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8"/>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8"/>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8"/>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8"/>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8"/>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8"/>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8"/>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8"/>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8"/>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8"/>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8"/>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8"/>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8"/>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8"/>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8"/>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8"/>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8"/>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8"/>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8"/>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8"/>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8"/>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8"/>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8"/>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8"/>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8"/>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8"/>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8"/>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8"/>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8"/>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8"/>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8"/>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8"/>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8"/>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8"/>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8"/>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8"/>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8"/>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8"/>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8"/>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8"/>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8"/>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8"/>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8"/>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8"/>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8"/>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8"/>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8"/>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8"/>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8"/>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8"/>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8"/>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8"/>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8"/>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8"/>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8"/>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8"/>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8"/>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8"/>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8"/>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8"/>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8"/>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8"/>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8"/>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8"/>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8"/>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8"/>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8"/>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8"/>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8"/>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8"/>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8"/>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8"/>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8"/>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8"/>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8"/>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8"/>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8"/>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8"/>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8"/>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8"/>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8"/>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8"/>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8"/>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8"/>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8"/>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8"/>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8"/>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8"/>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8"/>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8"/>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8"/>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8"/>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8"/>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8"/>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8"/>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8"/>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8"/>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8"/>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8"/>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8"/>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8"/>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8"/>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8"/>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8"/>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8"/>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8"/>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8"/>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8"/>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8"/>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8"/>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8"/>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8"/>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8"/>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8"/>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8"/>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8"/>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8"/>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8"/>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8"/>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8"/>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8"/>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8"/>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8"/>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8"/>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8"/>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8"/>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8"/>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8"/>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8"/>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8"/>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8"/>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8"/>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8"/>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8"/>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8"/>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8"/>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8"/>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8"/>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8"/>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8"/>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8"/>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8"/>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8"/>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8"/>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8"/>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8"/>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8"/>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8"/>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8"/>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8"/>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8"/>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8"/>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8"/>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8"/>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8"/>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8"/>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8"/>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8"/>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8"/>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8"/>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8"/>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8"/>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8"/>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8"/>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8"/>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8"/>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8"/>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8"/>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8"/>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8"/>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8"/>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8"/>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8"/>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8"/>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8"/>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8"/>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8"/>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8"/>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8"/>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8"/>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8"/>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8"/>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8"/>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8"/>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8"/>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8"/>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8"/>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8"/>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8"/>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8"/>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8"/>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8"/>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8"/>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8"/>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8"/>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8"/>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8"/>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8"/>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8"/>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8"/>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8"/>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8"/>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8"/>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8"/>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8"/>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8"/>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8"/>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8"/>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8"/>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8"/>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8"/>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8"/>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8"/>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8"/>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8"/>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8"/>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8"/>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8"/>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8"/>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8"/>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8"/>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8"/>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8"/>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8"/>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8"/>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8"/>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8"/>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8"/>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8"/>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8"/>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8"/>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8"/>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8"/>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8"/>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8"/>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8"/>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8"/>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8"/>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8"/>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8"/>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8"/>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8"/>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8"/>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8"/>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8"/>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8"/>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8"/>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8"/>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8"/>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8"/>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8"/>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8"/>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8"/>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8"/>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8"/>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8"/>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8"/>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8"/>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8"/>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8"/>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8"/>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8"/>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8"/>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8"/>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8"/>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8"/>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8"/>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8"/>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8"/>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8"/>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8"/>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8"/>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8"/>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8"/>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8"/>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8"/>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8"/>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8"/>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8"/>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8"/>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8"/>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8"/>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8"/>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8"/>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8"/>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8"/>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8"/>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8"/>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8"/>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8"/>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8"/>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8"/>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8"/>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8"/>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8"/>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8"/>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8"/>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8"/>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8"/>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8"/>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8"/>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8"/>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8"/>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8"/>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8"/>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8"/>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8"/>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8"/>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8"/>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8"/>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8"/>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8"/>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8"/>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8"/>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8"/>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8"/>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8"/>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8"/>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8"/>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8"/>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8"/>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8"/>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8"/>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8"/>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8"/>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8"/>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8"/>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8"/>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8"/>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8"/>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8"/>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8"/>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8"/>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8"/>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8"/>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9" name="Google Shape;1799;p8"/>
          <p:cNvSpPr/>
          <p:nvPr/>
        </p:nvSpPr>
        <p:spPr>
          <a:xfrm flipH="1">
            <a:off x="7595184" y="4755562"/>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800"/>
        <p:cNvGrpSpPr/>
        <p:nvPr/>
      </p:nvGrpSpPr>
      <p:grpSpPr>
        <a:xfrm>
          <a:off x="0" y="0"/>
          <a:ext cx="0" cy="0"/>
          <a:chOff x="0" y="0"/>
          <a:chExt cx="0" cy="0"/>
        </a:xfrm>
      </p:grpSpPr>
      <p:sp>
        <p:nvSpPr>
          <p:cNvPr id="1801" name="Google Shape;1801;p9"/>
          <p:cNvSpPr/>
          <p:nvPr/>
        </p:nvSpPr>
        <p:spPr>
          <a:xfrm flipH="1">
            <a:off x="-100097" y="0"/>
            <a:ext cx="9220167" cy="539499"/>
          </a:xfrm>
          <a:custGeom>
            <a:avLst/>
            <a:gdLst/>
            <a:ahLst/>
            <a:cxnLst/>
            <a:rect l="l" t="t" r="r" b="b"/>
            <a:pathLst>
              <a:path w="43869" h="8659" extrusionOk="0">
                <a:moveTo>
                  <a:pt x="0" y="1"/>
                </a:moveTo>
                <a:lnTo>
                  <a:pt x="0" y="3076"/>
                </a:lnTo>
                <a:cubicBezTo>
                  <a:pt x="572" y="2811"/>
                  <a:pt x="1185" y="2637"/>
                  <a:pt x="1808" y="2504"/>
                </a:cubicBezTo>
                <a:cubicBezTo>
                  <a:pt x="2757" y="2309"/>
                  <a:pt x="3718" y="2221"/>
                  <a:pt x="4682" y="2221"/>
                </a:cubicBezTo>
                <a:cubicBezTo>
                  <a:pt x="7038" y="2221"/>
                  <a:pt x="9409" y="2743"/>
                  <a:pt x="11656" y="3475"/>
                </a:cubicBezTo>
                <a:cubicBezTo>
                  <a:pt x="14834" y="4507"/>
                  <a:pt x="17858" y="5967"/>
                  <a:pt x="21014" y="7040"/>
                </a:cubicBezTo>
                <a:cubicBezTo>
                  <a:pt x="23870" y="8002"/>
                  <a:pt x="26864" y="8658"/>
                  <a:pt x="29877" y="8658"/>
                </a:cubicBezTo>
                <a:cubicBezTo>
                  <a:pt x="30130" y="8658"/>
                  <a:pt x="30384" y="8653"/>
                  <a:pt x="30638" y="8644"/>
                </a:cubicBezTo>
                <a:cubicBezTo>
                  <a:pt x="33898" y="8532"/>
                  <a:pt x="37187" y="7572"/>
                  <a:pt x="39792" y="5590"/>
                </a:cubicBezTo>
                <a:cubicBezTo>
                  <a:pt x="41651" y="4169"/>
                  <a:pt x="43123" y="2198"/>
                  <a:pt x="43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803" name="Google Shape;1803;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04" name="Google Shape;1804;p9"/>
          <p:cNvSpPr/>
          <p:nvPr/>
        </p:nvSpPr>
        <p:spPr>
          <a:xfrm flipH="1">
            <a:off x="-33502" y="2971616"/>
            <a:ext cx="2505593" cy="2448124"/>
          </a:xfrm>
          <a:custGeom>
            <a:avLst/>
            <a:gdLst/>
            <a:ahLst/>
            <a:cxnLst/>
            <a:rect l="l" t="t" r="r" b="b"/>
            <a:pathLst>
              <a:path w="18268" h="17849" extrusionOk="0">
                <a:moveTo>
                  <a:pt x="18267" y="1"/>
                </a:moveTo>
                <a:cubicBezTo>
                  <a:pt x="17123" y="1258"/>
                  <a:pt x="16296" y="2810"/>
                  <a:pt x="15908" y="4475"/>
                </a:cubicBezTo>
                <a:cubicBezTo>
                  <a:pt x="15417" y="6621"/>
                  <a:pt x="15652" y="9175"/>
                  <a:pt x="14253" y="11004"/>
                </a:cubicBezTo>
                <a:cubicBezTo>
                  <a:pt x="13299" y="12251"/>
                  <a:pt x="12062" y="12597"/>
                  <a:pt x="10735" y="12597"/>
                </a:cubicBezTo>
                <a:cubicBezTo>
                  <a:pt x="9162" y="12597"/>
                  <a:pt x="7463" y="12111"/>
                  <a:pt x="5967" y="12066"/>
                </a:cubicBezTo>
                <a:cubicBezTo>
                  <a:pt x="5889" y="12064"/>
                  <a:pt x="5810" y="12063"/>
                  <a:pt x="5732" y="12063"/>
                </a:cubicBezTo>
                <a:cubicBezTo>
                  <a:pt x="3213" y="12063"/>
                  <a:pt x="838" y="13342"/>
                  <a:pt x="184" y="15938"/>
                </a:cubicBezTo>
                <a:cubicBezTo>
                  <a:pt x="21" y="16562"/>
                  <a:pt x="1" y="17215"/>
                  <a:pt x="82" y="17849"/>
                </a:cubicBezTo>
                <a:lnTo>
                  <a:pt x="18267" y="17849"/>
                </a:lnTo>
                <a:lnTo>
                  <a:pt x="182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9"/>
          <p:cNvSpPr/>
          <p:nvPr/>
        </p:nvSpPr>
        <p:spPr>
          <a:xfrm flipH="1">
            <a:off x="2478341" y="-457614"/>
            <a:ext cx="922194" cy="913197"/>
          </a:xfrm>
          <a:custGeom>
            <a:avLst/>
            <a:gdLst/>
            <a:ahLst/>
            <a:cxnLst/>
            <a:rect l="l" t="t" r="r" b="b"/>
            <a:pathLst>
              <a:path w="12342" h="12222" extrusionOk="0">
                <a:moveTo>
                  <a:pt x="6166" y="3107"/>
                </a:moveTo>
                <a:cubicBezTo>
                  <a:pt x="6185" y="3107"/>
                  <a:pt x="6203" y="3107"/>
                  <a:pt x="6222" y="3107"/>
                </a:cubicBezTo>
                <a:cubicBezTo>
                  <a:pt x="7888" y="3138"/>
                  <a:pt x="9205" y="4507"/>
                  <a:pt x="9175" y="6162"/>
                </a:cubicBezTo>
                <a:cubicBezTo>
                  <a:pt x="9144" y="7808"/>
                  <a:pt x="7806" y="9115"/>
                  <a:pt x="6177" y="9115"/>
                </a:cubicBezTo>
                <a:cubicBezTo>
                  <a:pt x="6158" y="9115"/>
                  <a:pt x="6139" y="9115"/>
                  <a:pt x="6120" y="9114"/>
                </a:cubicBezTo>
                <a:cubicBezTo>
                  <a:pt x="4455" y="9084"/>
                  <a:pt x="3137" y="7715"/>
                  <a:pt x="3168" y="6060"/>
                </a:cubicBezTo>
                <a:cubicBezTo>
                  <a:pt x="3198" y="4413"/>
                  <a:pt x="4536" y="3107"/>
                  <a:pt x="6166" y="3107"/>
                </a:cubicBezTo>
                <a:close/>
                <a:moveTo>
                  <a:pt x="6160" y="0"/>
                </a:moveTo>
                <a:cubicBezTo>
                  <a:pt x="2840" y="0"/>
                  <a:pt x="123" y="2665"/>
                  <a:pt x="62" y="6009"/>
                </a:cubicBezTo>
                <a:cubicBezTo>
                  <a:pt x="1" y="9380"/>
                  <a:pt x="2698" y="12159"/>
                  <a:pt x="6069" y="12220"/>
                </a:cubicBezTo>
                <a:cubicBezTo>
                  <a:pt x="6107" y="12221"/>
                  <a:pt x="6144" y="12221"/>
                  <a:pt x="6182" y="12221"/>
                </a:cubicBezTo>
                <a:cubicBezTo>
                  <a:pt x="9502" y="12221"/>
                  <a:pt x="12220" y="9547"/>
                  <a:pt x="12281" y="6213"/>
                </a:cubicBezTo>
                <a:cubicBezTo>
                  <a:pt x="12342" y="2842"/>
                  <a:pt x="9655" y="63"/>
                  <a:pt x="6273" y="1"/>
                </a:cubicBezTo>
                <a:cubicBezTo>
                  <a:pt x="6236" y="1"/>
                  <a:pt x="6198" y="0"/>
                  <a:pt x="6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9"/>
          <p:cNvSpPr/>
          <p:nvPr/>
        </p:nvSpPr>
        <p:spPr>
          <a:xfrm flipH="1">
            <a:off x="8676546" y="1523012"/>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07" name="Google Shape;1807;p9"/>
          <p:cNvGrpSpPr/>
          <p:nvPr/>
        </p:nvGrpSpPr>
        <p:grpSpPr>
          <a:xfrm flipH="1">
            <a:off x="-828250" y="3648165"/>
            <a:ext cx="1517538" cy="1495345"/>
            <a:chOff x="-1517525" y="-541175"/>
            <a:chExt cx="1096725" cy="1080686"/>
          </a:xfrm>
        </p:grpSpPr>
        <p:sp>
          <p:nvSpPr>
            <p:cNvPr id="1808" name="Google Shape;1808;p9"/>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9"/>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9"/>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9"/>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9"/>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9"/>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9"/>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9"/>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9"/>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9"/>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9"/>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9"/>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9"/>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9"/>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9"/>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9"/>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9"/>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9"/>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9"/>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9"/>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9"/>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9"/>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9"/>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9"/>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9"/>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9"/>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9"/>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9"/>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9"/>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9"/>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9"/>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9"/>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9"/>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9"/>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9"/>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9"/>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9"/>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9"/>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9"/>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9"/>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9"/>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9"/>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9"/>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9"/>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9"/>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9"/>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9"/>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9"/>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9"/>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9"/>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9"/>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9"/>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9"/>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9"/>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9"/>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9"/>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9"/>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9"/>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9"/>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9"/>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9"/>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9"/>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9"/>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9"/>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9"/>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9"/>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9"/>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9"/>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9"/>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9"/>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9"/>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9"/>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9"/>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9"/>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9"/>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9"/>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9"/>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9"/>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9"/>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9"/>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9"/>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9"/>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9"/>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9"/>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9"/>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9"/>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9"/>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9"/>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9"/>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9"/>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9"/>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9"/>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9"/>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9"/>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9"/>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9"/>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9"/>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9"/>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9"/>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9"/>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9"/>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9"/>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9"/>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9"/>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9"/>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9"/>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9"/>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9"/>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9"/>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9"/>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9"/>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9"/>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9"/>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9"/>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9"/>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9"/>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9"/>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9"/>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9"/>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9"/>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9"/>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9"/>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9"/>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9"/>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9"/>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9"/>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9"/>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9"/>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9"/>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9"/>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9"/>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9"/>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9"/>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9"/>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9"/>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9"/>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9"/>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9"/>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9"/>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9"/>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9"/>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9"/>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9"/>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9"/>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9"/>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9"/>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9"/>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9"/>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9"/>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9"/>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9"/>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9"/>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9"/>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9"/>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9"/>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9"/>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9"/>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9"/>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9"/>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9"/>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9"/>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9"/>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9"/>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9"/>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9"/>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9"/>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9"/>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9"/>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9"/>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9"/>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9"/>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9"/>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9"/>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9"/>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9"/>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9"/>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9"/>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9"/>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9"/>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9"/>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9"/>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9"/>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9"/>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9"/>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9"/>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9"/>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9"/>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9"/>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9"/>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9"/>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9"/>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9"/>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9"/>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9"/>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9"/>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9"/>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9"/>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9"/>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9"/>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9"/>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9"/>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9"/>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9"/>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9"/>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9"/>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9"/>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9"/>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9"/>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9"/>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9"/>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9"/>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9"/>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9"/>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9"/>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9"/>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9"/>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9"/>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9"/>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9"/>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9"/>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9"/>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9"/>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9"/>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9"/>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9"/>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9"/>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9"/>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9"/>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9"/>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9"/>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9"/>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9"/>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9"/>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9"/>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9"/>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9"/>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9"/>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9"/>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9"/>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9"/>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9"/>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9"/>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9"/>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9"/>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9"/>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9"/>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9"/>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9"/>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9"/>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9"/>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9"/>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9"/>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9"/>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9"/>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9"/>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9"/>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9"/>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9"/>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9"/>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9"/>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9"/>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9"/>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9"/>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9"/>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9"/>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9"/>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9"/>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9"/>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9"/>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9"/>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9"/>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9"/>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9"/>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9"/>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9"/>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9"/>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9"/>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9"/>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9"/>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9"/>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9"/>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9"/>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9"/>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9"/>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9"/>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9"/>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9"/>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9"/>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9"/>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9"/>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9"/>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9"/>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9"/>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9"/>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9"/>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9"/>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9"/>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9"/>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9"/>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9"/>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9"/>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9"/>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9"/>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9"/>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9"/>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9"/>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9"/>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9"/>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9"/>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9"/>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9"/>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9"/>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9"/>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9"/>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9"/>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9"/>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9"/>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9"/>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9"/>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9"/>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9"/>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9"/>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9"/>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9"/>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9"/>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9"/>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9"/>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9"/>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9"/>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9"/>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9"/>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9"/>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9"/>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9"/>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9"/>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9"/>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44" name="Google Shape;2144;p9"/>
          <p:cNvSpPr/>
          <p:nvPr/>
        </p:nvSpPr>
        <p:spPr>
          <a:xfrm flipH="1">
            <a:off x="925768" y="-1579807"/>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5" name="Google Shape;2145;p9"/>
          <p:cNvGrpSpPr/>
          <p:nvPr/>
        </p:nvGrpSpPr>
        <p:grpSpPr>
          <a:xfrm flipH="1">
            <a:off x="8430775" y="-208173"/>
            <a:ext cx="1517538" cy="1495345"/>
            <a:chOff x="-1517525" y="-541175"/>
            <a:chExt cx="1096725" cy="1080686"/>
          </a:xfrm>
        </p:grpSpPr>
        <p:sp>
          <p:nvSpPr>
            <p:cNvPr id="2146" name="Google Shape;2146;p9"/>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9"/>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9"/>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9"/>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9"/>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9"/>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9"/>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9"/>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9"/>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9"/>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9"/>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9"/>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9"/>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9"/>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9"/>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9"/>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9"/>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9"/>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9"/>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9"/>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9"/>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9"/>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9"/>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9"/>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9"/>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9"/>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9"/>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9"/>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9"/>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9"/>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9"/>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9"/>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9"/>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9"/>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9"/>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9"/>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9"/>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9"/>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9"/>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9"/>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9"/>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9"/>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9"/>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9"/>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9"/>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9"/>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9"/>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9"/>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9"/>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9"/>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9"/>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9"/>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9"/>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9"/>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9"/>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9"/>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9"/>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9"/>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9"/>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9"/>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9"/>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9"/>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9"/>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9"/>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9"/>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9"/>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9"/>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9"/>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9"/>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9"/>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9"/>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9"/>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9"/>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9"/>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9"/>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9"/>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9"/>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9"/>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9"/>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9"/>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9"/>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9"/>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9"/>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9"/>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9"/>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9"/>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9"/>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9"/>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9"/>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9"/>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9"/>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9"/>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9"/>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9"/>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9"/>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9"/>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9"/>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9"/>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9"/>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9"/>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9"/>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9"/>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9"/>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9"/>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9"/>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9"/>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9"/>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9"/>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9"/>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9"/>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9"/>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9"/>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9"/>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9"/>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9"/>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9"/>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9"/>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9"/>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9"/>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9"/>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9"/>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9"/>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9"/>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9"/>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9"/>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9"/>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9"/>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9"/>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9"/>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9"/>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9"/>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9"/>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9"/>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9"/>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9"/>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9"/>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9"/>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9"/>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9"/>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9"/>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9"/>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9"/>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9"/>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9"/>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9"/>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9"/>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9"/>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9"/>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9"/>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9"/>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9"/>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9"/>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9"/>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9"/>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9"/>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9"/>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9"/>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9"/>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9"/>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9"/>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9"/>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9"/>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9"/>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9"/>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9"/>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9"/>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9"/>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9"/>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9"/>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9"/>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9"/>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9"/>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9"/>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9"/>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9"/>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9"/>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9"/>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9"/>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9"/>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9"/>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9"/>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9"/>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9"/>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9"/>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9"/>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9"/>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9"/>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9"/>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9"/>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9"/>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9"/>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9"/>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9"/>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9"/>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9"/>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9"/>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9"/>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9"/>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9"/>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9"/>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9"/>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9"/>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9"/>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9"/>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9"/>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9"/>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9"/>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9"/>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9"/>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9"/>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9"/>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9"/>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9"/>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9"/>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9"/>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9"/>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9"/>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9"/>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9"/>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9"/>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9"/>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9"/>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9"/>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9"/>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9"/>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9"/>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9"/>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9"/>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9"/>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9"/>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9"/>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9"/>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9"/>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9"/>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9"/>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9"/>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9"/>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9"/>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9"/>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9"/>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9"/>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9"/>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9"/>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9"/>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9"/>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9"/>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9"/>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9"/>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9"/>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9"/>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9"/>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9"/>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9"/>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9"/>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9"/>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9"/>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9"/>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9"/>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9"/>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9"/>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9"/>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9"/>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9"/>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9"/>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9"/>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9"/>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9"/>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9"/>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9"/>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9"/>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9"/>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9"/>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9"/>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9"/>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9"/>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9"/>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9"/>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9"/>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9"/>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9"/>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9"/>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9"/>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9"/>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9"/>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9"/>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9"/>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9"/>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9"/>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9"/>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9"/>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9"/>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9"/>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9"/>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9"/>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9"/>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9"/>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9"/>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9"/>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9"/>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9"/>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9"/>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9"/>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9"/>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9"/>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9"/>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9"/>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9"/>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9"/>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9"/>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9"/>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9"/>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9"/>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9"/>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9"/>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9"/>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9"/>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9"/>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9"/>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9"/>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9"/>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9"/>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9"/>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9"/>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9"/>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9"/>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9"/>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9"/>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9"/>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9"/>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9"/>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9"/>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9"/>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9"/>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9"/>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9"/>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9"/>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82" name="Google Shape;2482;p9"/>
          <p:cNvSpPr/>
          <p:nvPr/>
        </p:nvSpPr>
        <p:spPr>
          <a:xfrm flipH="1">
            <a:off x="1563896" y="4790087"/>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483"/>
        <p:cNvGrpSpPr/>
        <p:nvPr/>
      </p:nvGrpSpPr>
      <p:grpSpPr>
        <a:xfrm>
          <a:off x="0" y="0"/>
          <a:ext cx="0" cy="0"/>
          <a:chOff x="0" y="0"/>
          <a:chExt cx="0" cy="0"/>
        </a:xfrm>
      </p:grpSpPr>
      <p:sp>
        <p:nvSpPr>
          <p:cNvPr id="2484" name="Google Shape;2484;p10"/>
          <p:cNvSpPr>
            <a:spLocks noGrp="1"/>
          </p:cNvSpPr>
          <p:nvPr>
            <p:ph type="pic" idx="2"/>
          </p:nvPr>
        </p:nvSpPr>
        <p:spPr>
          <a:xfrm>
            <a:off x="0" y="0"/>
            <a:ext cx="9144000" cy="5143500"/>
          </a:xfrm>
          <a:prstGeom prst="rect">
            <a:avLst/>
          </a:prstGeom>
          <a:noFill/>
          <a:ln>
            <a:noFill/>
          </a:ln>
        </p:spPr>
      </p:sp>
      <p:sp>
        <p:nvSpPr>
          <p:cNvPr id="2485" name="Google Shape;2485;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486" name="Google Shape;2486;p10"/>
          <p:cNvSpPr/>
          <p:nvPr/>
        </p:nvSpPr>
        <p:spPr>
          <a:xfrm>
            <a:off x="6647978" y="2971616"/>
            <a:ext cx="2505593" cy="2448124"/>
          </a:xfrm>
          <a:custGeom>
            <a:avLst/>
            <a:gdLst/>
            <a:ahLst/>
            <a:cxnLst/>
            <a:rect l="l" t="t" r="r" b="b"/>
            <a:pathLst>
              <a:path w="18268" h="17849" extrusionOk="0">
                <a:moveTo>
                  <a:pt x="18267" y="1"/>
                </a:moveTo>
                <a:cubicBezTo>
                  <a:pt x="17123" y="1258"/>
                  <a:pt x="16296" y="2810"/>
                  <a:pt x="15908" y="4475"/>
                </a:cubicBezTo>
                <a:cubicBezTo>
                  <a:pt x="15417" y="6621"/>
                  <a:pt x="15652" y="9175"/>
                  <a:pt x="14253" y="11004"/>
                </a:cubicBezTo>
                <a:cubicBezTo>
                  <a:pt x="13299" y="12251"/>
                  <a:pt x="12062" y="12597"/>
                  <a:pt x="10735" y="12597"/>
                </a:cubicBezTo>
                <a:cubicBezTo>
                  <a:pt x="9162" y="12597"/>
                  <a:pt x="7463" y="12111"/>
                  <a:pt x="5967" y="12066"/>
                </a:cubicBezTo>
                <a:cubicBezTo>
                  <a:pt x="5889" y="12064"/>
                  <a:pt x="5810" y="12063"/>
                  <a:pt x="5732" y="12063"/>
                </a:cubicBezTo>
                <a:cubicBezTo>
                  <a:pt x="3213" y="12063"/>
                  <a:pt x="838" y="13342"/>
                  <a:pt x="184" y="15938"/>
                </a:cubicBezTo>
                <a:cubicBezTo>
                  <a:pt x="21" y="16562"/>
                  <a:pt x="1" y="17215"/>
                  <a:pt x="82" y="17849"/>
                </a:cubicBezTo>
                <a:lnTo>
                  <a:pt x="18267" y="17849"/>
                </a:lnTo>
                <a:lnTo>
                  <a:pt x="182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10"/>
          <p:cNvSpPr/>
          <p:nvPr/>
        </p:nvSpPr>
        <p:spPr>
          <a:xfrm>
            <a:off x="-499865" y="3485736"/>
            <a:ext cx="922194" cy="913197"/>
          </a:xfrm>
          <a:custGeom>
            <a:avLst/>
            <a:gdLst/>
            <a:ahLst/>
            <a:cxnLst/>
            <a:rect l="l" t="t" r="r" b="b"/>
            <a:pathLst>
              <a:path w="12342" h="12222" extrusionOk="0">
                <a:moveTo>
                  <a:pt x="6166" y="3107"/>
                </a:moveTo>
                <a:cubicBezTo>
                  <a:pt x="6185" y="3107"/>
                  <a:pt x="6203" y="3107"/>
                  <a:pt x="6222" y="3107"/>
                </a:cubicBezTo>
                <a:cubicBezTo>
                  <a:pt x="7888" y="3138"/>
                  <a:pt x="9205" y="4507"/>
                  <a:pt x="9175" y="6162"/>
                </a:cubicBezTo>
                <a:cubicBezTo>
                  <a:pt x="9144" y="7808"/>
                  <a:pt x="7806" y="9115"/>
                  <a:pt x="6177" y="9115"/>
                </a:cubicBezTo>
                <a:cubicBezTo>
                  <a:pt x="6158" y="9115"/>
                  <a:pt x="6139" y="9115"/>
                  <a:pt x="6120" y="9114"/>
                </a:cubicBezTo>
                <a:cubicBezTo>
                  <a:pt x="4455" y="9084"/>
                  <a:pt x="3137" y="7715"/>
                  <a:pt x="3168" y="6060"/>
                </a:cubicBezTo>
                <a:cubicBezTo>
                  <a:pt x="3198" y="4413"/>
                  <a:pt x="4536" y="3107"/>
                  <a:pt x="6166" y="3107"/>
                </a:cubicBezTo>
                <a:close/>
                <a:moveTo>
                  <a:pt x="6160" y="0"/>
                </a:moveTo>
                <a:cubicBezTo>
                  <a:pt x="2840" y="0"/>
                  <a:pt x="123" y="2665"/>
                  <a:pt x="62" y="6009"/>
                </a:cubicBezTo>
                <a:cubicBezTo>
                  <a:pt x="1" y="9380"/>
                  <a:pt x="2698" y="12159"/>
                  <a:pt x="6069" y="12220"/>
                </a:cubicBezTo>
                <a:cubicBezTo>
                  <a:pt x="6107" y="12221"/>
                  <a:pt x="6144" y="12221"/>
                  <a:pt x="6182" y="12221"/>
                </a:cubicBezTo>
                <a:cubicBezTo>
                  <a:pt x="9502" y="12221"/>
                  <a:pt x="12220" y="9547"/>
                  <a:pt x="12281" y="6213"/>
                </a:cubicBezTo>
                <a:cubicBezTo>
                  <a:pt x="12342" y="2842"/>
                  <a:pt x="9655" y="63"/>
                  <a:pt x="6273" y="1"/>
                </a:cubicBezTo>
                <a:cubicBezTo>
                  <a:pt x="6236" y="1"/>
                  <a:pt x="6198" y="0"/>
                  <a:pt x="6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10"/>
          <p:cNvSpPr/>
          <p:nvPr/>
        </p:nvSpPr>
        <p:spPr>
          <a:xfrm>
            <a:off x="1616176" y="4765937"/>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89" name="Google Shape;2489;p10"/>
          <p:cNvGrpSpPr/>
          <p:nvPr/>
        </p:nvGrpSpPr>
        <p:grpSpPr>
          <a:xfrm>
            <a:off x="8430782" y="3648165"/>
            <a:ext cx="1517538" cy="1495345"/>
            <a:chOff x="-1517525" y="-541175"/>
            <a:chExt cx="1096725" cy="1080686"/>
          </a:xfrm>
        </p:grpSpPr>
        <p:sp>
          <p:nvSpPr>
            <p:cNvPr id="2490" name="Google Shape;2490;p10"/>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10"/>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10"/>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10"/>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10"/>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10"/>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10"/>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10"/>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10"/>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10"/>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10"/>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10"/>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10"/>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10"/>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10"/>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10"/>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10"/>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10"/>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10"/>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10"/>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10"/>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10"/>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10"/>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10"/>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10"/>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10"/>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10"/>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10"/>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10"/>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10"/>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10"/>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10"/>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10"/>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10"/>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10"/>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10"/>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10"/>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10"/>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10"/>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10"/>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10"/>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10"/>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10"/>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10"/>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10"/>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10"/>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10"/>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10"/>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10"/>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10"/>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10"/>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10"/>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10"/>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10"/>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10"/>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10"/>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10"/>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10"/>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10"/>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10"/>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10"/>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10"/>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10"/>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10"/>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10"/>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10"/>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10"/>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10"/>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10"/>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10"/>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10"/>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10"/>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10"/>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10"/>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10"/>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10"/>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10"/>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10"/>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10"/>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10"/>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10"/>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10"/>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10"/>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10"/>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10"/>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10"/>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10"/>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10"/>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10"/>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10"/>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10"/>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10"/>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10"/>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10"/>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10"/>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10"/>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10"/>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10"/>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10"/>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10"/>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10"/>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10"/>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10"/>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10"/>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10"/>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10"/>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10"/>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10"/>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10"/>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10"/>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10"/>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10"/>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10"/>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10"/>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10"/>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10"/>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10"/>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10"/>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10"/>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10"/>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10"/>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10"/>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10"/>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10"/>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10"/>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10"/>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10"/>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10"/>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10"/>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10"/>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10"/>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10"/>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10"/>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10"/>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10"/>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10"/>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10"/>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10"/>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10"/>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10"/>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10"/>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10"/>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10"/>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10"/>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10"/>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10"/>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10"/>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10"/>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10"/>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10"/>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10"/>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10"/>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10"/>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10"/>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10"/>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10"/>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10"/>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10"/>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10"/>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10"/>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10"/>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10"/>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10"/>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10"/>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10"/>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10"/>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10"/>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10"/>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10"/>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10"/>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10"/>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10"/>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10"/>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10"/>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10"/>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10"/>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10"/>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10"/>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10"/>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10"/>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10"/>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10"/>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10"/>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10"/>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10"/>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10"/>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10"/>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10"/>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10"/>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10"/>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10"/>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10"/>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10"/>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10"/>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10"/>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10"/>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10"/>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10"/>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10"/>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10"/>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10"/>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10"/>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10"/>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10"/>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10"/>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10"/>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10"/>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10"/>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10"/>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10"/>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10"/>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10"/>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10"/>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10"/>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10"/>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10"/>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10"/>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10"/>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10"/>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10"/>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10"/>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10"/>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10"/>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10"/>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10"/>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10"/>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10"/>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10"/>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10"/>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10"/>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10"/>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10"/>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10"/>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10"/>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10"/>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10"/>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10"/>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10"/>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10"/>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10"/>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10"/>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10"/>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10"/>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10"/>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10"/>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10"/>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10"/>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10"/>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10"/>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10"/>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10"/>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10"/>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10"/>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10"/>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10"/>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10"/>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10"/>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10"/>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10"/>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10"/>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10"/>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10"/>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10"/>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10"/>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10"/>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10"/>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10"/>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10"/>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10"/>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10"/>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10"/>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10"/>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10"/>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10"/>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10"/>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10"/>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10"/>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10"/>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10"/>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10"/>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10"/>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10"/>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10"/>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10"/>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10"/>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10"/>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10"/>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10"/>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10"/>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10"/>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10"/>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10"/>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10"/>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10"/>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10"/>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10"/>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10"/>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10"/>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10"/>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10"/>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10"/>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10"/>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10"/>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10"/>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10"/>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10"/>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10"/>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10"/>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10"/>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10"/>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10"/>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10"/>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10"/>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10"/>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10"/>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10"/>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10"/>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10"/>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10"/>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10"/>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10"/>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10"/>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10"/>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10"/>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10"/>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10"/>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10"/>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10"/>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10"/>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10"/>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10"/>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10"/>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10"/>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10"/>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10"/>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10"/>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26" name="Google Shape;2826;p10"/>
          <p:cNvSpPr/>
          <p:nvPr/>
        </p:nvSpPr>
        <p:spPr>
          <a:xfrm>
            <a:off x="2114075" y="4765918"/>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27" name="Google Shape;2827;p10"/>
          <p:cNvGrpSpPr/>
          <p:nvPr/>
        </p:nvGrpSpPr>
        <p:grpSpPr>
          <a:xfrm>
            <a:off x="-797543" y="4097127"/>
            <a:ext cx="1517538" cy="1495345"/>
            <a:chOff x="-1517525" y="-541175"/>
            <a:chExt cx="1096725" cy="1080686"/>
          </a:xfrm>
        </p:grpSpPr>
        <p:sp>
          <p:nvSpPr>
            <p:cNvPr id="2828" name="Google Shape;2828;p10"/>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10"/>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10"/>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10"/>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10"/>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10"/>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10"/>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10"/>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10"/>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10"/>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10"/>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10"/>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10"/>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10"/>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10"/>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10"/>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10"/>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10"/>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10"/>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10"/>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10"/>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10"/>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10"/>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10"/>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10"/>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10"/>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10"/>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10"/>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10"/>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10"/>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10"/>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10"/>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10"/>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10"/>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10"/>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10"/>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10"/>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10"/>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10"/>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10"/>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10"/>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10"/>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10"/>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10"/>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10"/>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10"/>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10"/>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10"/>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10"/>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10"/>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10"/>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10"/>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10"/>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10"/>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10"/>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10"/>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10"/>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10"/>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10"/>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10"/>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10"/>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10"/>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10"/>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10"/>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10"/>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10"/>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10"/>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10"/>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10"/>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10"/>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10"/>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10"/>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10"/>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10"/>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10"/>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10"/>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10"/>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10"/>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10"/>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10"/>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10"/>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10"/>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10"/>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10"/>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10"/>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10"/>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10"/>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10"/>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10"/>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10"/>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10"/>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10"/>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10"/>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10"/>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10"/>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10"/>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10"/>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10"/>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10"/>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10"/>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10"/>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10"/>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10"/>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10"/>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10"/>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10"/>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10"/>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10"/>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10"/>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10"/>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10"/>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10"/>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10"/>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10"/>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10"/>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10"/>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10"/>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10"/>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10"/>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10"/>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10"/>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10"/>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10"/>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10"/>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10"/>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10"/>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10"/>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10"/>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10"/>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10"/>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10"/>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10"/>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10"/>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10"/>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10"/>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10"/>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10"/>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10"/>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10"/>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10"/>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10"/>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10"/>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10"/>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10"/>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10"/>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10"/>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10"/>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10"/>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10"/>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10"/>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10"/>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10"/>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10"/>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10"/>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10"/>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10"/>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10"/>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10"/>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10"/>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10"/>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10"/>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10"/>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10"/>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10"/>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10"/>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10"/>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10"/>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10"/>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10"/>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10"/>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10"/>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10"/>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10"/>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10"/>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10"/>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10"/>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10"/>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10"/>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10"/>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10"/>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10"/>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10"/>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10"/>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10"/>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10"/>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10"/>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10"/>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10"/>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10"/>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10"/>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10"/>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10"/>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10"/>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10"/>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10"/>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10"/>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10"/>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10"/>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10"/>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10"/>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10"/>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10"/>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10"/>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10"/>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10"/>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10"/>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10"/>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10"/>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10"/>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10"/>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10"/>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10"/>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10"/>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10"/>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10"/>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10"/>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10"/>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10"/>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10"/>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10"/>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10"/>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10"/>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10"/>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10"/>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10"/>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10"/>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10"/>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10"/>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10"/>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10"/>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10"/>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10"/>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10"/>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10"/>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10"/>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10"/>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10"/>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10"/>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10"/>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10"/>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10"/>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10"/>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10"/>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10"/>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10"/>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10"/>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10"/>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10"/>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10"/>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10"/>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10"/>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10"/>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10"/>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10"/>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10"/>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10"/>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10"/>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10"/>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10"/>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10"/>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10"/>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10"/>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10"/>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10"/>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10"/>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10"/>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10"/>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10"/>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10"/>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10"/>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10"/>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10"/>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10"/>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10"/>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10"/>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10"/>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10"/>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10"/>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10"/>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10"/>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10"/>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10"/>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10"/>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10"/>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10"/>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10"/>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10"/>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10"/>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10"/>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10"/>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10"/>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10"/>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10"/>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10"/>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10"/>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10"/>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10"/>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10"/>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10"/>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10"/>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10"/>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10"/>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10"/>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10"/>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10"/>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10"/>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10"/>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10"/>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10"/>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10"/>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10"/>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10"/>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10"/>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10"/>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10"/>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10"/>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10"/>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10"/>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10"/>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10"/>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10"/>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10"/>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10"/>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10"/>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10"/>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10"/>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10"/>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10"/>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10"/>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10"/>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10"/>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10"/>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10"/>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10"/>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10"/>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10"/>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51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3516"/>
        <p:cNvGrpSpPr/>
        <p:nvPr/>
      </p:nvGrpSpPr>
      <p:grpSpPr>
        <a:xfrm>
          <a:off x="0" y="0"/>
          <a:ext cx="0" cy="0"/>
          <a:chOff x="0" y="0"/>
          <a:chExt cx="0" cy="0"/>
        </a:xfrm>
      </p:grpSpPr>
      <p:sp>
        <p:nvSpPr>
          <p:cNvPr id="3517" name="Google Shape;3517;p13"/>
          <p:cNvSpPr/>
          <p:nvPr/>
        </p:nvSpPr>
        <p:spPr>
          <a:xfrm flipH="1">
            <a:off x="74" y="2102249"/>
            <a:ext cx="3352726" cy="3041317"/>
          </a:xfrm>
          <a:custGeom>
            <a:avLst/>
            <a:gdLst/>
            <a:ahLst/>
            <a:cxnLst/>
            <a:rect l="l" t="t" r="r" b="b"/>
            <a:pathLst>
              <a:path w="18268" h="16571" extrusionOk="0">
                <a:moveTo>
                  <a:pt x="18267" y="0"/>
                </a:moveTo>
                <a:cubicBezTo>
                  <a:pt x="17011" y="685"/>
                  <a:pt x="15979" y="1778"/>
                  <a:pt x="15438" y="3106"/>
                </a:cubicBezTo>
                <a:cubicBezTo>
                  <a:pt x="14743" y="4812"/>
                  <a:pt x="14896" y="6733"/>
                  <a:pt x="14937" y="8572"/>
                </a:cubicBezTo>
                <a:cubicBezTo>
                  <a:pt x="14937" y="9083"/>
                  <a:pt x="14937" y="9603"/>
                  <a:pt x="14773" y="10084"/>
                </a:cubicBezTo>
                <a:cubicBezTo>
                  <a:pt x="14318" y="11360"/>
                  <a:pt x="12827" y="11974"/>
                  <a:pt x="11468" y="11974"/>
                </a:cubicBezTo>
                <a:cubicBezTo>
                  <a:pt x="11456" y="11974"/>
                  <a:pt x="11444" y="11974"/>
                  <a:pt x="11433" y="11974"/>
                </a:cubicBezTo>
                <a:cubicBezTo>
                  <a:pt x="10074" y="11974"/>
                  <a:pt x="8746" y="11524"/>
                  <a:pt x="7387" y="11412"/>
                </a:cubicBezTo>
                <a:cubicBezTo>
                  <a:pt x="7166" y="11393"/>
                  <a:pt x="6944" y="11383"/>
                  <a:pt x="6721" y="11383"/>
                </a:cubicBezTo>
                <a:cubicBezTo>
                  <a:pt x="4806" y="11383"/>
                  <a:pt x="2877" y="12088"/>
                  <a:pt x="1512" y="13424"/>
                </a:cubicBezTo>
                <a:cubicBezTo>
                  <a:pt x="849" y="14078"/>
                  <a:pt x="327" y="14875"/>
                  <a:pt x="0" y="15733"/>
                </a:cubicBezTo>
                <a:lnTo>
                  <a:pt x="0" y="16571"/>
                </a:lnTo>
                <a:lnTo>
                  <a:pt x="18267" y="16571"/>
                </a:lnTo>
                <a:lnTo>
                  <a:pt x="182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13"/>
          <p:cNvSpPr/>
          <p:nvPr/>
        </p:nvSpPr>
        <p:spPr>
          <a:xfrm rot="10800000">
            <a:off x="6515174" y="8"/>
            <a:ext cx="2628891" cy="2425217"/>
          </a:xfrm>
          <a:custGeom>
            <a:avLst/>
            <a:gdLst/>
            <a:ahLst/>
            <a:cxnLst/>
            <a:rect l="l" t="t" r="r" b="b"/>
            <a:pathLst>
              <a:path w="16857" h="15551" extrusionOk="0">
                <a:moveTo>
                  <a:pt x="0" y="1"/>
                </a:moveTo>
                <a:lnTo>
                  <a:pt x="0" y="15550"/>
                </a:lnTo>
                <a:lnTo>
                  <a:pt x="14845" y="15550"/>
                </a:lnTo>
                <a:cubicBezTo>
                  <a:pt x="15324" y="14334"/>
                  <a:pt x="15856" y="12679"/>
                  <a:pt x="15958" y="12372"/>
                </a:cubicBezTo>
                <a:cubicBezTo>
                  <a:pt x="16489" y="10758"/>
                  <a:pt x="16857" y="9032"/>
                  <a:pt x="16469" y="7336"/>
                </a:cubicBezTo>
                <a:cubicBezTo>
                  <a:pt x="15274" y="2187"/>
                  <a:pt x="9614" y="2544"/>
                  <a:pt x="5507" y="2238"/>
                </a:cubicBezTo>
                <a:cubicBezTo>
                  <a:pt x="3402" y="2085"/>
                  <a:pt x="1349" y="1329"/>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20" name="Google Shape;3520;p13"/>
          <p:cNvSpPr txBox="1">
            <a:spLocks noGrp="1"/>
          </p:cNvSpPr>
          <p:nvPr>
            <p:ph type="title" idx="2" hasCustomPrompt="1"/>
          </p:nvPr>
        </p:nvSpPr>
        <p:spPr>
          <a:xfrm>
            <a:off x="720000" y="1223142"/>
            <a:ext cx="914400" cy="4476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i="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21" name="Google Shape;3521;p13"/>
          <p:cNvSpPr txBox="1">
            <a:spLocks noGrp="1"/>
          </p:cNvSpPr>
          <p:nvPr>
            <p:ph type="title" idx="3" hasCustomPrompt="1"/>
          </p:nvPr>
        </p:nvSpPr>
        <p:spPr>
          <a:xfrm>
            <a:off x="720000" y="2983094"/>
            <a:ext cx="914400" cy="4476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i="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22" name="Google Shape;3522;p13"/>
          <p:cNvSpPr txBox="1">
            <a:spLocks noGrp="1"/>
          </p:cNvSpPr>
          <p:nvPr>
            <p:ph type="title" idx="4" hasCustomPrompt="1"/>
          </p:nvPr>
        </p:nvSpPr>
        <p:spPr>
          <a:xfrm>
            <a:off x="720000" y="1809792"/>
            <a:ext cx="914400" cy="4476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i="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23" name="Google Shape;3523;p13"/>
          <p:cNvSpPr txBox="1">
            <a:spLocks noGrp="1"/>
          </p:cNvSpPr>
          <p:nvPr>
            <p:ph type="title" idx="5" hasCustomPrompt="1"/>
          </p:nvPr>
        </p:nvSpPr>
        <p:spPr>
          <a:xfrm>
            <a:off x="713225" y="3569745"/>
            <a:ext cx="914400" cy="4476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i="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24" name="Google Shape;3524;p13"/>
          <p:cNvSpPr txBox="1">
            <a:spLocks noGrp="1"/>
          </p:cNvSpPr>
          <p:nvPr>
            <p:ph type="title" idx="6" hasCustomPrompt="1"/>
          </p:nvPr>
        </p:nvSpPr>
        <p:spPr>
          <a:xfrm>
            <a:off x="720000" y="2396443"/>
            <a:ext cx="914400" cy="4476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i="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25" name="Google Shape;3525;p13"/>
          <p:cNvSpPr txBox="1">
            <a:spLocks noGrp="1"/>
          </p:cNvSpPr>
          <p:nvPr>
            <p:ph type="title" idx="7" hasCustomPrompt="1"/>
          </p:nvPr>
        </p:nvSpPr>
        <p:spPr>
          <a:xfrm>
            <a:off x="713225" y="4156396"/>
            <a:ext cx="914400" cy="4476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i="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26" name="Google Shape;3526;p13"/>
          <p:cNvSpPr txBox="1">
            <a:spLocks noGrp="1"/>
          </p:cNvSpPr>
          <p:nvPr>
            <p:ph type="subTitle" idx="1"/>
          </p:nvPr>
        </p:nvSpPr>
        <p:spPr>
          <a:xfrm>
            <a:off x="1703825" y="1223150"/>
            <a:ext cx="29682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27" name="Google Shape;3527;p13"/>
          <p:cNvSpPr txBox="1">
            <a:spLocks noGrp="1"/>
          </p:cNvSpPr>
          <p:nvPr>
            <p:ph type="subTitle" idx="8"/>
          </p:nvPr>
        </p:nvSpPr>
        <p:spPr>
          <a:xfrm>
            <a:off x="1703825" y="1809800"/>
            <a:ext cx="29682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28" name="Google Shape;3528;p13"/>
          <p:cNvSpPr txBox="1">
            <a:spLocks noGrp="1"/>
          </p:cNvSpPr>
          <p:nvPr>
            <p:ph type="subTitle" idx="9"/>
          </p:nvPr>
        </p:nvSpPr>
        <p:spPr>
          <a:xfrm>
            <a:off x="1703825" y="2396450"/>
            <a:ext cx="29682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29" name="Google Shape;3529;p13"/>
          <p:cNvSpPr txBox="1">
            <a:spLocks noGrp="1"/>
          </p:cNvSpPr>
          <p:nvPr>
            <p:ph type="subTitle" idx="13"/>
          </p:nvPr>
        </p:nvSpPr>
        <p:spPr>
          <a:xfrm>
            <a:off x="1703825" y="2983100"/>
            <a:ext cx="29682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30" name="Google Shape;3530;p13"/>
          <p:cNvSpPr txBox="1">
            <a:spLocks noGrp="1"/>
          </p:cNvSpPr>
          <p:nvPr>
            <p:ph type="subTitle" idx="14"/>
          </p:nvPr>
        </p:nvSpPr>
        <p:spPr>
          <a:xfrm>
            <a:off x="1703825" y="3569750"/>
            <a:ext cx="29682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31" name="Google Shape;3531;p13"/>
          <p:cNvSpPr txBox="1">
            <a:spLocks noGrp="1"/>
          </p:cNvSpPr>
          <p:nvPr>
            <p:ph type="subTitle" idx="15"/>
          </p:nvPr>
        </p:nvSpPr>
        <p:spPr>
          <a:xfrm>
            <a:off x="1703825" y="4156401"/>
            <a:ext cx="2968200" cy="44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532" name="Google Shape;3532;p13"/>
          <p:cNvSpPr/>
          <p:nvPr/>
        </p:nvSpPr>
        <p:spPr>
          <a:xfrm>
            <a:off x="8546733" y="2396455"/>
            <a:ext cx="1281912" cy="1162406"/>
          </a:xfrm>
          <a:custGeom>
            <a:avLst/>
            <a:gdLst/>
            <a:ahLst/>
            <a:cxnLst/>
            <a:rect l="l" t="t" r="r" b="b"/>
            <a:pathLst>
              <a:path w="10452" h="9478" extrusionOk="0">
                <a:moveTo>
                  <a:pt x="5225" y="0"/>
                </a:moveTo>
                <a:cubicBezTo>
                  <a:pt x="4038" y="0"/>
                  <a:pt x="2851" y="443"/>
                  <a:pt x="1932" y="1332"/>
                </a:cubicBezTo>
                <a:cubicBezTo>
                  <a:pt x="52" y="3150"/>
                  <a:pt x="0" y="6154"/>
                  <a:pt x="1819" y="8034"/>
                </a:cubicBezTo>
                <a:cubicBezTo>
                  <a:pt x="2748" y="8994"/>
                  <a:pt x="3985" y="9477"/>
                  <a:pt x="5224" y="9477"/>
                </a:cubicBezTo>
                <a:cubicBezTo>
                  <a:pt x="6409" y="9477"/>
                  <a:pt x="7597" y="9035"/>
                  <a:pt x="8521" y="8146"/>
                </a:cubicBezTo>
                <a:cubicBezTo>
                  <a:pt x="10400" y="6328"/>
                  <a:pt x="10452" y="3324"/>
                  <a:pt x="8633" y="1444"/>
                </a:cubicBezTo>
                <a:cubicBezTo>
                  <a:pt x="7704" y="484"/>
                  <a:pt x="6465" y="0"/>
                  <a:pt x="52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13"/>
          <p:cNvSpPr/>
          <p:nvPr/>
        </p:nvSpPr>
        <p:spPr>
          <a:xfrm>
            <a:off x="8546626" y="1223150"/>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13"/>
          <p:cNvSpPr/>
          <p:nvPr/>
        </p:nvSpPr>
        <p:spPr>
          <a:xfrm>
            <a:off x="8712901" y="3821625"/>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35" name="Google Shape;3535;p13"/>
          <p:cNvGrpSpPr/>
          <p:nvPr/>
        </p:nvGrpSpPr>
        <p:grpSpPr>
          <a:xfrm rot="5400000">
            <a:off x="535769" y="-38934"/>
            <a:ext cx="81758" cy="608663"/>
            <a:chOff x="-1154155" y="1061718"/>
            <a:chExt cx="36015" cy="268015"/>
          </a:xfrm>
        </p:grpSpPr>
        <p:sp>
          <p:nvSpPr>
            <p:cNvPr id="3536" name="Google Shape;3536;p13"/>
            <p:cNvSpPr/>
            <p:nvPr/>
          </p:nvSpPr>
          <p:spPr>
            <a:xfrm>
              <a:off x="-1154155" y="1061718"/>
              <a:ext cx="36015" cy="34445"/>
            </a:xfrm>
            <a:custGeom>
              <a:avLst/>
              <a:gdLst/>
              <a:ahLst/>
              <a:cxnLst/>
              <a:rect l="l" t="t" r="r" b="b"/>
              <a:pathLst>
                <a:path w="482" h="461" extrusionOk="0">
                  <a:moveTo>
                    <a:pt x="195" y="0"/>
                  </a:moveTo>
                  <a:cubicBezTo>
                    <a:pt x="175" y="0"/>
                    <a:pt x="164" y="11"/>
                    <a:pt x="144" y="11"/>
                  </a:cubicBezTo>
                  <a:cubicBezTo>
                    <a:pt x="134" y="21"/>
                    <a:pt x="123" y="31"/>
                    <a:pt x="103" y="31"/>
                  </a:cubicBezTo>
                  <a:lnTo>
                    <a:pt x="73" y="62"/>
                  </a:lnTo>
                  <a:cubicBezTo>
                    <a:pt x="62" y="72"/>
                    <a:pt x="52" y="82"/>
                    <a:pt x="42" y="103"/>
                  </a:cubicBezTo>
                  <a:cubicBezTo>
                    <a:pt x="32" y="113"/>
                    <a:pt x="32" y="123"/>
                    <a:pt x="21" y="143"/>
                  </a:cubicBezTo>
                  <a:cubicBezTo>
                    <a:pt x="21" y="154"/>
                    <a:pt x="11" y="164"/>
                    <a:pt x="11" y="184"/>
                  </a:cubicBezTo>
                  <a:cubicBezTo>
                    <a:pt x="1" y="195"/>
                    <a:pt x="1" y="215"/>
                    <a:pt x="1" y="225"/>
                  </a:cubicBezTo>
                  <a:cubicBezTo>
                    <a:pt x="1" y="286"/>
                    <a:pt x="32" y="348"/>
                    <a:pt x="73" y="389"/>
                  </a:cubicBezTo>
                  <a:cubicBezTo>
                    <a:pt x="114" y="440"/>
                    <a:pt x="175" y="461"/>
                    <a:pt x="236" y="461"/>
                  </a:cubicBezTo>
                  <a:cubicBezTo>
                    <a:pt x="297" y="461"/>
                    <a:pt x="359" y="440"/>
                    <a:pt x="400" y="389"/>
                  </a:cubicBezTo>
                  <a:lnTo>
                    <a:pt x="430" y="358"/>
                  </a:lnTo>
                  <a:cubicBezTo>
                    <a:pt x="440" y="348"/>
                    <a:pt x="440" y="327"/>
                    <a:pt x="450" y="318"/>
                  </a:cubicBezTo>
                  <a:cubicBezTo>
                    <a:pt x="461" y="307"/>
                    <a:pt x="461" y="286"/>
                    <a:pt x="461" y="277"/>
                  </a:cubicBezTo>
                  <a:cubicBezTo>
                    <a:pt x="481" y="195"/>
                    <a:pt x="450" y="123"/>
                    <a:pt x="400" y="62"/>
                  </a:cubicBezTo>
                  <a:cubicBezTo>
                    <a:pt x="359" y="21"/>
                    <a:pt x="297" y="0"/>
                    <a:pt x="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13"/>
            <p:cNvSpPr/>
            <p:nvPr/>
          </p:nvSpPr>
          <p:spPr>
            <a:xfrm>
              <a:off x="-1154155" y="1139575"/>
              <a:ext cx="35193" cy="112300"/>
            </a:xfrm>
            <a:custGeom>
              <a:avLst/>
              <a:gdLst/>
              <a:ahLst/>
              <a:cxnLst/>
              <a:rect l="l" t="t" r="r" b="b"/>
              <a:pathLst>
                <a:path w="471" h="1503" extrusionOk="0">
                  <a:moveTo>
                    <a:pt x="236" y="1"/>
                  </a:moveTo>
                  <a:cubicBezTo>
                    <a:pt x="114" y="1"/>
                    <a:pt x="1" y="103"/>
                    <a:pt x="1" y="225"/>
                  </a:cubicBezTo>
                  <a:cubicBezTo>
                    <a:pt x="1" y="358"/>
                    <a:pt x="114" y="461"/>
                    <a:pt x="236" y="461"/>
                  </a:cubicBezTo>
                  <a:cubicBezTo>
                    <a:pt x="369" y="461"/>
                    <a:pt x="471" y="358"/>
                    <a:pt x="471" y="225"/>
                  </a:cubicBezTo>
                  <a:cubicBezTo>
                    <a:pt x="471" y="103"/>
                    <a:pt x="369" y="1"/>
                    <a:pt x="236" y="1"/>
                  </a:cubicBezTo>
                  <a:close/>
                  <a:moveTo>
                    <a:pt x="236" y="1043"/>
                  </a:moveTo>
                  <a:cubicBezTo>
                    <a:pt x="114" y="1043"/>
                    <a:pt x="1" y="1145"/>
                    <a:pt x="1" y="1267"/>
                  </a:cubicBezTo>
                  <a:cubicBezTo>
                    <a:pt x="1" y="1401"/>
                    <a:pt x="114" y="1503"/>
                    <a:pt x="236" y="1503"/>
                  </a:cubicBezTo>
                  <a:cubicBezTo>
                    <a:pt x="369" y="1503"/>
                    <a:pt x="471" y="1401"/>
                    <a:pt x="471" y="1267"/>
                  </a:cubicBezTo>
                  <a:cubicBezTo>
                    <a:pt x="471" y="1145"/>
                    <a:pt x="369" y="1043"/>
                    <a:pt x="236" y="104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13"/>
            <p:cNvSpPr/>
            <p:nvPr/>
          </p:nvSpPr>
          <p:spPr>
            <a:xfrm>
              <a:off x="-1154155" y="1295289"/>
              <a:ext cx="36015" cy="34445"/>
            </a:xfrm>
            <a:custGeom>
              <a:avLst/>
              <a:gdLst/>
              <a:ahLst/>
              <a:cxnLst/>
              <a:rect l="l" t="t" r="r" b="b"/>
              <a:pathLst>
                <a:path w="482" h="461" extrusionOk="0">
                  <a:moveTo>
                    <a:pt x="236" y="1"/>
                  </a:moveTo>
                  <a:cubicBezTo>
                    <a:pt x="175" y="1"/>
                    <a:pt x="114" y="21"/>
                    <a:pt x="73" y="62"/>
                  </a:cubicBezTo>
                  <a:cubicBezTo>
                    <a:pt x="32" y="113"/>
                    <a:pt x="1" y="175"/>
                    <a:pt x="1" y="225"/>
                  </a:cubicBezTo>
                  <a:cubicBezTo>
                    <a:pt x="1" y="246"/>
                    <a:pt x="1" y="256"/>
                    <a:pt x="11" y="277"/>
                  </a:cubicBezTo>
                  <a:cubicBezTo>
                    <a:pt x="11" y="287"/>
                    <a:pt x="21" y="307"/>
                    <a:pt x="21" y="318"/>
                  </a:cubicBezTo>
                  <a:cubicBezTo>
                    <a:pt x="32" y="328"/>
                    <a:pt x="32" y="348"/>
                    <a:pt x="42" y="359"/>
                  </a:cubicBezTo>
                  <a:lnTo>
                    <a:pt x="73" y="389"/>
                  </a:lnTo>
                  <a:cubicBezTo>
                    <a:pt x="114" y="440"/>
                    <a:pt x="175" y="461"/>
                    <a:pt x="236" y="461"/>
                  </a:cubicBezTo>
                  <a:lnTo>
                    <a:pt x="277" y="461"/>
                  </a:lnTo>
                  <a:cubicBezTo>
                    <a:pt x="297" y="450"/>
                    <a:pt x="307" y="450"/>
                    <a:pt x="328" y="440"/>
                  </a:cubicBezTo>
                  <a:cubicBezTo>
                    <a:pt x="338" y="440"/>
                    <a:pt x="348" y="430"/>
                    <a:pt x="369" y="420"/>
                  </a:cubicBezTo>
                  <a:lnTo>
                    <a:pt x="400" y="389"/>
                  </a:lnTo>
                  <a:lnTo>
                    <a:pt x="430" y="359"/>
                  </a:lnTo>
                  <a:cubicBezTo>
                    <a:pt x="440" y="348"/>
                    <a:pt x="440" y="328"/>
                    <a:pt x="450" y="318"/>
                  </a:cubicBezTo>
                  <a:cubicBezTo>
                    <a:pt x="461" y="307"/>
                    <a:pt x="461" y="287"/>
                    <a:pt x="461" y="277"/>
                  </a:cubicBezTo>
                  <a:cubicBezTo>
                    <a:pt x="481" y="195"/>
                    <a:pt x="450" y="123"/>
                    <a:pt x="400" y="62"/>
                  </a:cubicBezTo>
                  <a:cubicBezTo>
                    <a:pt x="389" y="52"/>
                    <a:pt x="379" y="41"/>
                    <a:pt x="369" y="41"/>
                  </a:cubicBezTo>
                  <a:cubicBezTo>
                    <a:pt x="348" y="32"/>
                    <a:pt x="338" y="21"/>
                    <a:pt x="328" y="11"/>
                  </a:cubicBezTo>
                  <a:cubicBezTo>
                    <a:pt x="307" y="11"/>
                    <a:pt x="297" y="1"/>
                    <a:pt x="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2">
  <p:cSld name="BLANK_1_1_1_1_1_1_1_1">
    <p:spTree>
      <p:nvGrpSpPr>
        <p:cNvPr id="1" name="Shape 3889"/>
        <p:cNvGrpSpPr/>
        <p:nvPr/>
      </p:nvGrpSpPr>
      <p:grpSpPr>
        <a:xfrm>
          <a:off x="0" y="0"/>
          <a:ext cx="0" cy="0"/>
          <a:chOff x="0" y="0"/>
          <a:chExt cx="0" cy="0"/>
        </a:xfrm>
      </p:grpSpPr>
      <p:sp>
        <p:nvSpPr>
          <p:cNvPr id="3890" name="Google Shape;3890;p15"/>
          <p:cNvSpPr/>
          <p:nvPr/>
        </p:nvSpPr>
        <p:spPr>
          <a:xfrm rot="-5400000">
            <a:off x="6828953" y="18866"/>
            <a:ext cx="2505593" cy="2448124"/>
          </a:xfrm>
          <a:custGeom>
            <a:avLst/>
            <a:gdLst/>
            <a:ahLst/>
            <a:cxnLst/>
            <a:rect l="l" t="t" r="r" b="b"/>
            <a:pathLst>
              <a:path w="18268" h="17849" extrusionOk="0">
                <a:moveTo>
                  <a:pt x="18267" y="1"/>
                </a:moveTo>
                <a:cubicBezTo>
                  <a:pt x="17123" y="1258"/>
                  <a:pt x="16296" y="2810"/>
                  <a:pt x="15908" y="4475"/>
                </a:cubicBezTo>
                <a:cubicBezTo>
                  <a:pt x="15417" y="6621"/>
                  <a:pt x="15652" y="9175"/>
                  <a:pt x="14253" y="11004"/>
                </a:cubicBezTo>
                <a:cubicBezTo>
                  <a:pt x="13299" y="12251"/>
                  <a:pt x="12062" y="12597"/>
                  <a:pt x="10735" y="12597"/>
                </a:cubicBezTo>
                <a:cubicBezTo>
                  <a:pt x="9162" y="12597"/>
                  <a:pt x="7463" y="12111"/>
                  <a:pt x="5967" y="12066"/>
                </a:cubicBezTo>
                <a:cubicBezTo>
                  <a:pt x="5889" y="12064"/>
                  <a:pt x="5810" y="12063"/>
                  <a:pt x="5732" y="12063"/>
                </a:cubicBezTo>
                <a:cubicBezTo>
                  <a:pt x="3213" y="12063"/>
                  <a:pt x="838" y="13342"/>
                  <a:pt x="184" y="15938"/>
                </a:cubicBezTo>
                <a:cubicBezTo>
                  <a:pt x="21" y="16562"/>
                  <a:pt x="1" y="17215"/>
                  <a:pt x="82" y="17849"/>
                </a:cubicBezTo>
                <a:lnTo>
                  <a:pt x="18267" y="17849"/>
                </a:lnTo>
                <a:lnTo>
                  <a:pt x="182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15"/>
          <p:cNvSpPr/>
          <p:nvPr/>
        </p:nvSpPr>
        <p:spPr>
          <a:xfrm rot="5400000" flipH="1">
            <a:off x="-276697" y="18866"/>
            <a:ext cx="2505593" cy="2448124"/>
          </a:xfrm>
          <a:custGeom>
            <a:avLst/>
            <a:gdLst/>
            <a:ahLst/>
            <a:cxnLst/>
            <a:rect l="l" t="t" r="r" b="b"/>
            <a:pathLst>
              <a:path w="18268" h="17849" extrusionOk="0">
                <a:moveTo>
                  <a:pt x="18267" y="1"/>
                </a:moveTo>
                <a:cubicBezTo>
                  <a:pt x="17123" y="1258"/>
                  <a:pt x="16296" y="2810"/>
                  <a:pt x="15908" y="4475"/>
                </a:cubicBezTo>
                <a:cubicBezTo>
                  <a:pt x="15417" y="6621"/>
                  <a:pt x="15652" y="9175"/>
                  <a:pt x="14253" y="11004"/>
                </a:cubicBezTo>
                <a:cubicBezTo>
                  <a:pt x="13299" y="12251"/>
                  <a:pt x="12062" y="12597"/>
                  <a:pt x="10735" y="12597"/>
                </a:cubicBezTo>
                <a:cubicBezTo>
                  <a:pt x="9162" y="12597"/>
                  <a:pt x="7463" y="12111"/>
                  <a:pt x="5967" y="12066"/>
                </a:cubicBezTo>
                <a:cubicBezTo>
                  <a:pt x="5889" y="12064"/>
                  <a:pt x="5810" y="12063"/>
                  <a:pt x="5732" y="12063"/>
                </a:cubicBezTo>
                <a:cubicBezTo>
                  <a:pt x="3213" y="12063"/>
                  <a:pt x="838" y="13342"/>
                  <a:pt x="184" y="15938"/>
                </a:cubicBezTo>
                <a:cubicBezTo>
                  <a:pt x="21" y="16562"/>
                  <a:pt x="1" y="17215"/>
                  <a:pt x="82" y="17849"/>
                </a:cubicBezTo>
                <a:lnTo>
                  <a:pt x="18267" y="17849"/>
                </a:lnTo>
                <a:lnTo>
                  <a:pt x="182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893" name="Google Shape;3893;p15"/>
          <p:cNvSpPr/>
          <p:nvPr/>
        </p:nvSpPr>
        <p:spPr>
          <a:xfrm>
            <a:off x="877460" y="-525739"/>
            <a:ext cx="922194" cy="913197"/>
          </a:xfrm>
          <a:custGeom>
            <a:avLst/>
            <a:gdLst/>
            <a:ahLst/>
            <a:cxnLst/>
            <a:rect l="l" t="t" r="r" b="b"/>
            <a:pathLst>
              <a:path w="12342" h="12222" extrusionOk="0">
                <a:moveTo>
                  <a:pt x="6166" y="3107"/>
                </a:moveTo>
                <a:cubicBezTo>
                  <a:pt x="6185" y="3107"/>
                  <a:pt x="6203" y="3107"/>
                  <a:pt x="6222" y="3107"/>
                </a:cubicBezTo>
                <a:cubicBezTo>
                  <a:pt x="7888" y="3138"/>
                  <a:pt x="9205" y="4507"/>
                  <a:pt x="9175" y="6162"/>
                </a:cubicBezTo>
                <a:cubicBezTo>
                  <a:pt x="9144" y="7808"/>
                  <a:pt x="7806" y="9115"/>
                  <a:pt x="6177" y="9115"/>
                </a:cubicBezTo>
                <a:cubicBezTo>
                  <a:pt x="6158" y="9115"/>
                  <a:pt x="6139" y="9115"/>
                  <a:pt x="6120" y="9114"/>
                </a:cubicBezTo>
                <a:cubicBezTo>
                  <a:pt x="4455" y="9084"/>
                  <a:pt x="3137" y="7715"/>
                  <a:pt x="3168" y="6060"/>
                </a:cubicBezTo>
                <a:cubicBezTo>
                  <a:pt x="3198" y="4413"/>
                  <a:pt x="4536" y="3107"/>
                  <a:pt x="6166" y="3107"/>
                </a:cubicBezTo>
                <a:close/>
                <a:moveTo>
                  <a:pt x="6160" y="0"/>
                </a:moveTo>
                <a:cubicBezTo>
                  <a:pt x="2840" y="0"/>
                  <a:pt x="123" y="2665"/>
                  <a:pt x="62" y="6009"/>
                </a:cubicBezTo>
                <a:cubicBezTo>
                  <a:pt x="1" y="9380"/>
                  <a:pt x="2698" y="12159"/>
                  <a:pt x="6069" y="12220"/>
                </a:cubicBezTo>
                <a:cubicBezTo>
                  <a:pt x="6107" y="12221"/>
                  <a:pt x="6144" y="12221"/>
                  <a:pt x="6182" y="12221"/>
                </a:cubicBezTo>
                <a:cubicBezTo>
                  <a:pt x="9502" y="12221"/>
                  <a:pt x="12220" y="9547"/>
                  <a:pt x="12281" y="6213"/>
                </a:cubicBezTo>
                <a:cubicBezTo>
                  <a:pt x="12342" y="2842"/>
                  <a:pt x="9655" y="63"/>
                  <a:pt x="6273" y="1"/>
                </a:cubicBezTo>
                <a:cubicBezTo>
                  <a:pt x="6236" y="1"/>
                  <a:pt x="6198" y="0"/>
                  <a:pt x="6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15"/>
          <p:cNvSpPr/>
          <p:nvPr/>
        </p:nvSpPr>
        <p:spPr>
          <a:xfrm>
            <a:off x="1547700" y="-1647932"/>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15"/>
          <p:cNvSpPr/>
          <p:nvPr/>
        </p:nvSpPr>
        <p:spPr>
          <a:xfrm>
            <a:off x="7142095" y="-717382"/>
            <a:ext cx="1281912" cy="1162406"/>
          </a:xfrm>
          <a:custGeom>
            <a:avLst/>
            <a:gdLst/>
            <a:ahLst/>
            <a:cxnLst/>
            <a:rect l="l" t="t" r="r" b="b"/>
            <a:pathLst>
              <a:path w="10452" h="9478" extrusionOk="0">
                <a:moveTo>
                  <a:pt x="5225" y="0"/>
                </a:moveTo>
                <a:cubicBezTo>
                  <a:pt x="4038" y="0"/>
                  <a:pt x="2851" y="443"/>
                  <a:pt x="1932" y="1332"/>
                </a:cubicBezTo>
                <a:cubicBezTo>
                  <a:pt x="52" y="3150"/>
                  <a:pt x="0" y="6154"/>
                  <a:pt x="1819" y="8034"/>
                </a:cubicBezTo>
                <a:cubicBezTo>
                  <a:pt x="2748" y="8994"/>
                  <a:pt x="3985" y="9477"/>
                  <a:pt x="5224" y="9477"/>
                </a:cubicBezTo>
                <a:cubicBezTo>
                  <a:pt x="6409" y="9477"/>
                  <a:pt x="7597" y="9035"/>
                  <a:pt x="8521" y="8146"/>
                </a:cubicBezTo>
                <a:cubicBezTo>
                  <a:pt x="10400" y="6328"/>
                  <a:pt x="10452" y="3324"/>
                  <a:pt x="8633" y="1444"/>
                </a:cubicBezTo>
                <a:cubicBezTo>
                  <a:pt x="7704" y="484"/>
                  <a:pt x="6465" y="0"/>
                  <a:pt x="522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15"/>
          <p:cNvSpPr/>
          <p:nvPr/>
        </p:nvSpPr>
        <p:spPr>
          <a:xfrm>
            <a:off x="3645601" y="97837"/>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97" name="Google Shape;3897;p15"/>
          <p:cNvGrpSpPr/>
          <p:nvPr/>
        </p:nvGrpSpPr>
        <p:grpSpPr>
          <a:xfrm>
            <a:off x="5022232" y="-1107885"/>
            <a:ext cx="1517538" cy="1495345"/>
            <a:chOff x="-1517525" y="-541175"/>
            <a:chExt cx="1096725" cy="1080686"/>
          </a:xfrm>
        </p:grpSpPr>
        <p:sp>
          <p:nvSpPr>
            <p:cNvPr id="3898" name="Google Shape;3898;p15"/>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15"/>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15"/>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15"/>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15"/>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15"/>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15"/>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15"/>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15"/>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15"/>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15"/>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15"/>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15"/>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15"/>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15"/>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15"/>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15"/>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15"/>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15"/>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15"/>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15"/>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15"/>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15"/>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15"/>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15"/>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15"/>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15"/>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15"/>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15"/>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15"/>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15"/>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15"/>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15"/>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15"/>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15"/>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15"/>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15"/>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15"/>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15"/>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15"/>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15"/>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15"/>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15"/>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15"/>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15"/>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15"/>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15"/>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15"/>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15"/>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15"/>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15"/>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15"/>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15"/>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15"/>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15"/>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15"/>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15"/>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15"/>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15"/>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15"/>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15"/>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15"/>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15"/>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15"/>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15"/>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15"/>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15"/>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15"/>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15"/>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15"/>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15"/>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15"/>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15"/>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15"/>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15"/>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15"/>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15"/>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15"/>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15"/>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15"/>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15"/>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15"/>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15"/>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15"/>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15"/>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15"/>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15"/>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15"/>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15"/>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15"/>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15"/>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15"/>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15"/>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15"/>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15"/>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15"/>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15"/>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15"/>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15"/>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15"/>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15"/>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15"/>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15"/>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15"/>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15"/>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15"/>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15"/>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15"/>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15"/>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15"/>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15"/>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15"/>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15"/>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15"/>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15"/>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15"/>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15"/>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15"/>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15"/>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15"/>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15"/>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15"/>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15"/>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15"/>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15"/>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15"/>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15"/>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15"/>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15"/>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15"/>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15"/>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15"/>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15"/>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15"/>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15"/>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15"/>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15"/>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15"/>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15"/>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15"/>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15"/>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15"/>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15"/>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15"/>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15"/>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15"/>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15"/>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15"/>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15"/>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15"/>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15"/>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15"/>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15"/>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15"/>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15"/>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15"/>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15"/>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15"/>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15"/>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15"/>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15"/>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15"/>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15"/>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15"/>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15"/>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15"/>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15"/>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15"/>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15"/>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15"/>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15"/>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15"/>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15"/>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15"/>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15"/>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15"/>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15"/>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15"/>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15"/>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15"/>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15"/>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15"/>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15"/>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15"/>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15"/>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15"/>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15"/>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15"/>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15"/>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15"/>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15"/>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15"/>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15"/>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15"/>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15"/>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15"/>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15"/>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15"/>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15"/>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15"/>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15"/>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15"/>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15"/>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15"/>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15"/>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15"/>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15"/>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15"/>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15"/>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15"/>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15"/>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15"/>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15"/>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15"/>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15"/>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15"/>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15"/>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15"/>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15"/>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15"/>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15"/>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15"/>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15"/>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15"/>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15"/>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15"/>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15"/>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15"/>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15"/>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15"/>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15"/>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15"/>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15"/>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15"/>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15"/>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15"/>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15"/>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15"/>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15"/>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15"/>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15"/>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15"/>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15"/>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15"/>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15"/>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15"/>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15"/>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15"/>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15"/>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15"/>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15"/>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15"/>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15"/>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15"/>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15"/>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15"/>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15"/>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15"/>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15"/>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15"/>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15"/>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15"/>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15"/>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15"/>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15"/>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15"/>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15"/>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15"/>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15"/>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15"/>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15"/>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15"/>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15"/>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15"/>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15"/>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15"/>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15"/>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15"/>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15"/>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15"/>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15"/>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15"/>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15"/>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15"/>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15"/>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15"/>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15"/>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15"/>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15"/>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15"/>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15"/>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15"/>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15"/>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15"/>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15"/>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15"/>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15"/>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15"/>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15"/>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15"/>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15"/>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15"/>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15"/>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15"/>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15"/>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15"/>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15"/>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15"/>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15"/>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15"/>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15"/>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15"/>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15"/>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15"/>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15"/>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15"/>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15"/>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15"/>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15"/>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15"/>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15"/>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15"/>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15"/>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15"/>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15"/>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15"/>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15"/>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15"/>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15"/>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15"/>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15"/>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15"/>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15"/>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15"/>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15"/>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15"/>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34" name="Google Shape;4234;p15"/>
          <p:cNvSpPr/>
          <p:nvPr/>
        </p:nvSpPr>
        <p:spPr>
          <a:xfrm>
            <a:off x="6838751" y="97837"/>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35" name="Google Shape;4235;p15"/>
          <p:cNvGrpSpPr/>
          <p:nvPr/>
        </p:nvGrpSpPr>
        <p:grpSpPr>
          <a:xfrm rot="-1068336">
            <a:off x="8402311" y="197598"/>
            <a:ext cx="741591" cy="1347700"/>
            <a:chOff x="2068900" y="2391075"/>
            <a:chExt cx="187475" cy="340700"/>
          </a:xfrm>
        </p:grpSpPr>
        <p:sp>
          <p:nvSpPr>
            <p:cNvPr id="4236" name="Google Shape;4236;p15"/>
            <p:cNvSpPr/>
            <p:nvPr/>
          </p:nvSpPr>
          <p:spPr>
            <a:xfrm>
              <a:off x="2096750" y="2581350"/>
              <a:ext cx="124650" cy="84825"/>
            </a:xfrm>
            <a:custGeom>
              <a:avLst/>
              <a:gdLst/>
              <a:ahLst/>
              <a:cxnLst/>
              <a:rect l="l" t="t" r="r" b="b"/>
              <a:pathLst>
                <a:path w="4986" h="3393" extrusionOk="0">
                  <a:moveTo>
                    <a:pt x="633" y="0"/>
                  </a:moveTo>
                  <a:cubicBezTo>
                    <a:pt x="429" y="665"/>
                    <a:pt x="214" y="1339"/>
                    <a:pt x="0" y="1993"/>
                  </a:cubicBezTo>
                  <a:lnTo>
                    <a:pt x="30" y="2064"/>
                  </a:lnTo>
                  <a:cubicBezTo>
                    <a:pt x="1297" y="2913"/>
                    <a:pt x="2820" y="3372"/>
                    <a:pt x="4342" y="3392"/>
                  </a:cubicBezTo>
                  <a:cubicBezTo>
                    <a:pt x="4332" y="3383"/>
                    <a:pt x="4321" y="3372"/>
                    <a:pt x="4301" y="3362"/>
                  </a:cubicBezTo>
                  <a:cubicBezTo>
                    <a:pt x="4546" y="2688"/>
                    <a:pt x="4771" y="2014"/>
                    <a:pt x="4986" y="1339"/>
                  </a:cubicBezTo>
                  <a:cubicBezTo>
                    <a:pt x="3453" y="1278"/>
                    <a:pt x="1941" y="808"/>
                    <a:pt x="6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15"/>
            <p:cNvSpPr/>
            <p:nvPr/>
          </p:nvSpPr>
          <p:spPr>
            <a:xfrm>
              <a:off x="2210650" y="2392850"/>
              <a:ext cx="26825" cy="30175"/>
            </a:xfrm>
            <a:custGeom>
              <a:avLst/>
              <a:gdLst/>
              <a:ahLst/>
              <a:cxnLst/>
              <a:rect l="l" t="t" r="r" b="b"/>
              <a:pathLst>
                <a:path w="1073" h="1207" extrusionOk="0">
                  <a:moveTo>
                    <a:pt x="317" y="1"/>
                  </a:moveTo>
                  <a:cubicBezTo>
                    <a:pt x="215" y="338"/>
                    <a:pt x="112" y="675"/>
                    <a:pt x="1" y="1013"/>
                  </a:cubicBezTo>
                  <a:lnTo>
                    <a:pt x="1" y="1022"/>
                  </a:lnTo>
                  <a:cubicBezTo>
                    <a:pt x="41" y="1022"/>
                    <a:pt x="72" y="1033"/>
                    <a:pt x="112" y="1043"/>
                  </a:cubicBezTo>
                  <a:cubicBezTo>
                    <a:pt x="327" y="1084"/>
                    <a:pt x="542" y="1135"/>
                    <a:pt x="746" y="1206"/>
                  </a:cubicBezTo>
                  <a:cubicBezTo>
                    <a:pt x="838" y="879"/>
                    <a:pt x="950" y="553"/>
                    <a:pt x="1073" y="246"/>
                  </a:cubicBezTo>
                  <a:cubicBezTo>
                    <a:pt x="828" y="155"/>
                    <a:pt x="573" y="73"/>
                    <a:pt x="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15"/>
            <p:cNvSpPr/>
            <p:nvPr/>
          </p:nvSpPr>
          <p:spPr>
            <a:xfrm>
              <a:off x="2184100" y="2418025"/>
              <a:ext cx="59500" cy="43850"/>
            </a:xfrm>
            <a:custGeom>
              <a:avLst/>
              <a:gdLst/>
              <a:ahLst/>
              <a:cxnLst/>
              <a:rect l="l" t="t" r="r" b="b"/>
              <a:pathLst>
                <a:path w="2380" h="1754" extrusionOk="0">
                  <a:moveTo>
                    <a:pt x="851" y="1"/>
                  </a:moveTo>
                  <a:cubicBezTo>
                    <a:pt x="695" y="1"/>
                    <a:pt x="539" y="47"/>
                    <a:pt x="418" y="159"/>
                  </a:cubicBezTo>
                  <a:cubicBezTo>
                    <a:pt x="184" y="373"/>
                    <a:pt x="204" y="771"/>
                    <a:pt x="0" y="1027"/>
                  </a:cubicBezTo>
                  <a:lnTo>
                    <a:pt x="41" y="1068"/>
                  </a:lnTo>
                  <a:cubicBezTo>
                    <a:pt x="214" y="1191"/>
                    <a:pt x="429" y="1262"/>
                    <a:pt x="643" y="1344"/>
                  </a:cubicBezTo>
                  <a:cubicBezTo>
                    <a:pt x="899" y="1425"/>
                    <a:pt x="1165" y="1518"/>
                    <a:pt x="1420" y="1599"/>
                  </a:cubicBezTo>
                  <a:cubicBezTo>
                    <a:pt x="1660" y="1676"/>
                    <a:pt x="1910" y="1753"/>
                    <a:pt x="2151" y="1753"/>
                  </a:cubicBezTo>
                  <a:cubicBezTo>
                    <a:pt x="2166" y="1753"/>
                    <a:pt x="2181" y="1753"/>
                    <a:pt x="2196" y="1752"/>
                  </a:cubicBezTo>
                  <a:lnTo>
                    <a:pt x="2207" y="1752"/>
                  </a:lnTo>
                  <a:lnTo>
                    <a:pt x="2207" y="1742"/>
                  </a:lnTo>
                  <a:cubicBezTo>
                    <a:pt x="2207" y="1518"/>
                    <a:pt x="2288" y="1313"/>
                    <a:pt x="2329" y="1098"/>
                  </a:cubicBezTo>
                  <a:cubicBezTo>
                    <a:pt x="2380" y="884"/>
                    <a:pt x="2380" y="639"/>
                    <a:pt x="2257" y="455"/>
                  </a:cubicBezTo>
                  <a:cubicBezTo>
                    <a:pt x="2166" y="333"/>
                    <a:pt x="2012" y="261"/>
                    <a:pt x="1859" y="210"/>
                  </a:cubicBezTo>
                  <a:cubicBezTo>
                    <a:pt x="1839" y="210"/>
                    <a:pt x="1828" y="199"/>
                    <a:pt x="1808" y="199"/>
                  </a:cubicBezTo>
                  <a:cubicBezTo>
                    <a:pt x="1604" y="128"/>
                    <a:pt x="1389" y="77"/>
                    <a:pt x="1174" y="36"/>
                  </a:cubicBezTo>
                  <a:cubicBezTo>
                    <a:pt x="1134" y="26"/>
                    <a:pt x="1103" y="15"/>
                    <a:pt x="1063" y="15"/>
                  </a:cubicBezTo>
                  <a:cubicBezTo>
                    <a:pt x="1022" y="6"/>
                    <a:pt x="981" y="6"/>
                    <a:pt x="940" y="6"/>
                  </a:cubicBezTo>
                  <a:cubicBezTo>
                    <a:pt x="910" y="2"/>
                    <a:pt x="881" y="1"/>
                    <a:pt x="8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15"/>
            <p:cNvSpPr/>
            <p:nvPr/>
          </p:nvSpPr>
          <p:spPr>
            <a:xfrm>
              <a:off x="2068900" y="2663075"/>
              <a:ext cx="139225" cy="68700"/>
            </a:xfrm>
            <a:custGeom>
              <a:avLst/>
              <a:gdLst/>
              <a:ahLst/>
              <a:cxnLst/>
              <a:rect l="l" t="t" r="r" b="b"/>
              <a:pathLst>
                <a:path w="5569" h="2748" extrusionOk="0">
                  <a:moveTo>
                    <a:pt x="174" y="1"/>
                  </a:moveTo>
                  <a:lnTo>
                    <a:pt x="174" y="11"/>
                  </a:lnTo>
                  <a:cubicBezTo>
                    <a:pt x="0" y="461"/>
                    <a:pt x="102" y="972"/>
                    <a:pt x="409" y="1349"/>
                  </a:cubicBezTo>
                  <a:cubicBezTo>
                    <a:pt x="746" y="1758"/>
                    <a:pt x="1175" y="2095"/>
                    <a:pt x="1655" y="2330"/>
                  </a:cubicBezTo>
                  <a:cubicBezTo>
                    <a:pt x="2227" y="2612"/>
                    <a:pt x="2861" y="2748"/>
                    <a:pt x="3499" y="2748"/>
                  </a:cubicBezTo>
                  <a:cubicBezTo>
                    <a:pt x="3671" y="2748"/>
                    <a:pt x="3844" y="2738"/>
                    <a:pt x="4015" y="2718"/>
                  </a:cubicBezTo>
                  <a:cubicBezTo>
                    <a:pt x="4261" y="2688"/>
                    <a:pt x="4506" y="2647"/>
                    <a:pt x="4731" y="2555"/>
                  </a:cubicBezTo>
                  <a:lnTo>
                    <a:pt x="4751" y="2555"/>
                  </a:lnTo>
                  <a:cubicBezTo>
                    <a:pt x="5139" y="2412"/>
                    <a:pt x="5446" y="2085"/>
                    <a:pt x="5558" y="1676"/>
                  </a:cubicBezTo>
                  <a:cubicBezTo>
                    <a:pt x="5558" y="1666"/>
                    <a:pt x="5568" y="1656"/>
                    <a:pt x="5568" y="1646"/>
                  </a:cubicBezTo>
                  <a:lnTo>
                    <a:pt x="5568" y="1646"/>
                  </a:lnTo>
                  <a:cubicBezTo>
                    <a:pt x="5170" y="1880"/>
                    <a:pt x="4710" y="1961"/>
                    <a:pt x="4247" y="1961"/>
                  </a:cubicBezTo>
                  <a:cubicBezTo>
                    <a:pt x="4022" y="1961"/>
                    <a:pt x="3796" y="1942"/>
                    <a:pt x="3576" y="1912"/>
                  </a:cubicBezTo>
                  <a:cubicBezTo>
                    <a:pt x="2922" y="1819"/>
                    <a:pt x="2268" y="1646"/>
                    <a:pt x="1676" y="1329"/>
                  </a:cubicBezTo>
                  <a:cubicBezTo>
                    <a:pt x="1083" y="1022"/>
                    <a:pt x="562" y="573"/>
                    <a:pt x="204" y="11"/>
                  </a:cubicBezTo>
                  <a:lnTo>
                    <a:pt x="17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15"/>
            <p:cNvSpPr/>
            <p:nvPr/>
          </p:nvSpPr>
          <p:spPr>
            <a:xfrm>
              <a:off x="2125600" y="2494000"/>
              <a:ext cx="127475" cy="65950"/>
            </a:xfrm>
            <a:custGeom>
              <a:avLst/>
              <a:gdLst/>
              <a:ahLst/>
              <a:cxnLst/>
              <a:rect l="l" t="t" r="r" b="b"/>
              <a:pathLst>
                <a:path w="5099" h="2638" extrusionOk="0">
                  <a:moveTo>
                    <a:pt x="327" y="1"/>
                  </a:moveTo>
                  <a:cubicBezTo>
                    <a:pt x="235" y="195"/>
                    <a:pt x="164" y="389"/>
                    <a:pt x="82" y="593"/>
                  </a:cubicBezTo>
                  <a:cubicBezTo>
                    <a:pt x="41" y="695"/>
                    <a:pt x="0" y="808"/>
                    <a:pt x="31" y="920"/>
                  </a:cubicBezTo>
                  <a:lnTo>
                    <a:pt x="61" y="981"/>
                  </a:lnTo>
                  <a:cubicBezTo>
                    <a:pt x="572" y="1646"/>
                    <a:pt x="1287" y="2146"/>
                    <a:pt x="2084" y="2412"/>
                  </a:cubicBezTo>
                  <a:cubicBezTo>
                    <a:pt x="2529" y="2562"/>
                    <a:pt x="2997" y="2637"/>
                    <a:pt x="3466" y="2637"/>
                  </a:cubicBezTo>
                  <a:cubicBezTo>
                    <a:pt x="3826" y="2637"/>
                    <a:pt x="4186" y="2593"/>
                    <a:pt x="4536" y="2504"/>
                  </a:cubicBezTo>
                  <a:cubicBezTo>
                    <a:pt x="4649" y="2371"/>
                    <a:pt x="4812" y="2289"/>
                    <a:pt x="4894" y="2136"/>
                  </a:cubicBezTo>
                  <a:cubicBezTo>
                    <a:pt x="4945" y="2044"/>
                    <a:pt x="4945" y="1921"/>
                    <a:pt x="4965" y="1819"/>
                  </a:cubicBezTo>
                  <a:cubicBezTo>
                    <a:pt x="4986" y="1717"/>
                    <a:pt x="5026" y="1615"/>
                    <a:pt x="5058" y="1523"/>
                  </a:cubicBezTo>
                  <a:cubicBezTo>
                    <a:pt x="5067" y="1482"/>
                    <a:pt x="5088" y="1441"/>
                    <a:pt x="5098" y="1401"/>
                  </a:cubicBezTo>
                  <a:lnTo>
                    <a:pt x="5078" y="1401"/>
                  </a:lnTo>
                  <a:cubicBezTo>
                    <a:pt x="5006" y="1492"/>
                    <a:pt x="4883" y="1523"/>
                    <a:pt x="4761" y="1544"/>
                  </a:cubicBezTo>
                  <a:cubicBezTo>
                    <a:pt x="4448" y="1608"/>
                    <a:pt x="4128" y="1640"/>
                    <a:pt x="3807" y="1640"/>
                  </a:cubicBezTo>
                  <a:cubicBezTo>
                    <a:pt x="3310" y="1640"/>
                    <a:pt x="2812" y="1562"/>
                    <a:pt x="2340" y="1401"/>
                  </a:cubicBezTo>
                  <a:cubicBezTo>
                    <a:pt x="1573" y="1135"/>
                    <a:pt x="869" y="654"/>
                    <a:pt x="358" y="11"/>
                  </a:cubicBezTo>
                  <a:lnTo>
                    <a:pt x="32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15"/>
            <p:cNvSpPr/>
            <p:nvPr/>
          </p:nvSpPr>
          <p:spPr>
            <a:xfrm>
              <a:off x="2073250" y="2631175"/>
              <a:ext cx="137675" cy="80925"/>
            </a:xfrm>
            <a:custGeom>
              <a:avLst/>
              <a:gdLst/>
              <a:ahLst/>
              <a:cxnLst/>
              <a:rect l="l" t="t" r="r" b="b"/>
              <a:pathLst>
                <a:path w="5507" h="3237" extrusionOk="0">
                  <a:moveTo>
                    <a:pt x="940" y="0"/>
                  </a:moveTo>
                  <a:cubicBezTo>
                    <a:pt x="603" y="92"/>
                    <a:pt x="378" y="429"/>
                    <a:pt x="225" y="745"/>
                  </a:cubicBezTo>
                  <a:cubicBezTo>
                    <a:pt x="143" y="920"/>
                    <a:pt x="71" y="1093"/>
                    <a:pt x="0" y="1277"/>
                  </a:cubicBezTo>
                  <a:lnTo>
                    <a:pt x="30" y="1287"/>
                  </a:lnTo>
                  <a:cubicBezTo>
                    <a:pt x="388" y="1849"/>
                    <a:pt x="909" y="2298"/>
                    <a:pt x="1502" y="2605"/>
                  </a:cubicBezTo>
                  <a:cubicBezTo>
                    <a:pt x="2094" y="2922"/>
                    <a:pt x="2748" y="3095"/>
                    <a:pt x="3402" y="3188"/>
                  </a:cubicBezTo>
                  <a:cubicBezTo>
                    <a:pt x="3622" y="3218"/>
                    <a:pt x="3848" y="3237"/>
                    <a:pt x="4073" y="3237"/>
                  </a:cubicBezTo>
                  <a:cubicBezTo>
                    <a:pt x="4536" y="3237"/>
                    <a:pt x="4996" y="3156"/>
                    <a:pt x="5394" y="2922"/>
                  </a:cubicBezTo>
                  <a:cubicBezTo>
                    <a:pt x="5497" y="2544"/>
                    <a:pt x="5506" y="2135"/>
                    <a:pt x="5435" y="1747"/>
                  </a:cubicBezTo>
                  <a:cubicBezTo>
                    <a:pt x="5415" y="1614"/>
                    <a:pt x="5374" y="1471"/>
                    <a:pt x="5282" y="1399"/>
                  </a:cubicBezTo>
                  <a:cubicBezTo>
                    <a:pt x="3760" y="1379"/>
                    <a:pt x="2237" y="920"/>
                    <a:pt x="970" y="71"/>
                  </a:cubicBezTo>
                  <a:lnTo>
                    <a:pt x="94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15"/>
            <p:cNvSpPr/>
            <p:nvPr/>
          </p:nvSpPr>
          <p:spPr>
            <a:xfrm>
              <a:off x="2133775" y="2443700"/>
              <a:ext cx="122600" cy="91325"/>
            </a:xfrm>
            <a:custGeom>
              <a:avLst/>
              <a:gdLst/>
              <a:ahLst/>
              <a:cxnLst/>
              <a:rect l="l" t="t" r="r" b="b"/>
              <a:pathLst>
                <a:path w="4904" h="3653" extrusionOk="0">
                  <a:moveTo>
                    <a:pt x="2013" y="0"/>
                  </a:moveTo>
                  <a:cubicBezTo>
                    <a:pt x="1850" y="205"/>
                    <a:pt x="1584" y="276"/>
                    <a:pt x="1359" y="378"/>
                  </a:cubicBezTo>
                  <a:cubicBezTo>
                    <a:pt x="930" y="582"/>
                    <a:pt x="603" y="940"/>
                    <a:pt x="347" y="1328"/>
                  </a:cubicBezTo>
                  <a:cubicBezTo>
                    <a:pt x="215" y="1553"/>
                    <a:pt x="102" y="1778"/>
                    <a:pt x="0" y="2013"/>
                  </a:cubicBezTo>
                  <a:lnTo>
                    <a:pt x="31" y="2023"/>
                  </a:lnTo>
                  <a:cubicBezTo>
                    <a:pt x="542" y="2666"/>
                    <a:pt x="1246" y="3147"/>
                    <a:pt x="2013" y="3413"/>
                  </a:cubicBezTo>
                  <a:cubicBezTo>
                    <a:pt x="2485" y="3574"/>
                    <a:pt x="2983" y="3652"/>
                    <a:pt x="3480" y="3652"/>
                  </a:cubicBezTo>
                  <a:cubicBezTo>
                    <a:pt x="3801" y="3652"/>
                    <a:pt x="4121" y="3620"/>
                    <a:pt x="4434" y="3556"/>
                  </a:cubicBezTo>
                  <a:cubicBezTo>
                    <a:pt x="4556" y="3535"/>
                    <a:pt x="4679" y="3504"/>
                    <a:pt x="4751" y="3413"/>
                  </a:cubicBezTo>
                  <a:lnTo>
                    <a:pt x="4771" y="3413"/>
                  </a:lnTo>
                  <a:cubicBezTo>
                    <a:pt x="4812" y="3238"/>
                    <a:pt x="4833" y="3055"/>
                    <a:pt x="4853" y="2871"/>
                  </a:cubicBezTo>
                  <a:cubicBezTo>
                    <a:pt x="4883" y="2687"/>
                    <a:pt x="4904" y="2503"/>
                    <a:pt x="4883" y="2330"/>
                  </a:cubicBezTo>
                  <a:cubicBezTo>
                    <a:pt x="4874" y="2196"/>
                    <a:pt x="4833" y="2074"/>
                    <a:pt x="4781" y="1951"/>
                  </a:cubicBezTo>
                  <a:cubicBezTo>
                    <a:pt x="4669" y="1624"/>
                    <a:pt x="4516" y="1318"/>
                    <a:pt x="4332" y="1022"/>
                  </a:cubicBezTo>
                  <a:cubicBezTo>
                    <a:pt x="4291" y="970"/>
                    <a:pt x="4261" y="909"/>
                    <a:pt x="4240" y="848"/>
                  </a:cubicBezTo>
                  <a:cubicBezTo>
                    <a:pt x="4230" y="807"/>
                    <a:pt x="4220" y="766"/>
                    <a:pt x="4220" y="725"/>
                  </a:cubicBezTo>
                  <a:lnTo>
                    <a:pt x="4209" y="725"/>
                  </a:lnTo>
                  <a:cubicBezTo>
                    <a:pt x="4194" y="726"/>
                    <a:pt x="4179" y="726"/>
                    <a:pt x="4164" y="726"/>
                  </a:cubicBezTo>
                  <a:cubicBezTo>
                    <a:pt x="3923" y="726"/>
                    <a:pt x="3673" y="649"/>
                    <a:pt x="3433" y="572"/>
                  </a:cubicBezTo>
                  <a:cubicBezTo>
                    <a:pt x="3178" y="491"/>
                    <a:pt x="2912" y="398"/>
                    <a:pt x="2656" y="317"/>
                  </a:cubicBezTo>
                  <a:cubicBezTo>
                    <a:pt x="2442" y="235"/>
                    <a:pt x="2227" y="164"/>
                    <a:pt x="2054" y="41"/>
                  </a:cubicBezTo>
                  <a:lnTo>
                    <a:pt x="20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15"/>
            <p:cNvSpPr/>
            <p:nvPr/>
          </p:nvSpPr>
          <p:spPr>
            <a:xfrm>
              <a:off x="2112575" y="2518525"/>
              <a:ext cx="126450" cy="96325"/>
            </a:xfrm>
            <a:custGeom>
              <a:avLst/>
              <a:gdLst/>
              <a:ahLst/>
              <a:cxnLst/>
              <a:rect l="l" t="t" r="r" b="b"/>
              <a:pathLst>
                <a:path w="5058" h="3853" extrusionOk="0">
                  <a:moveTo>
                    <a:pt x="582" y="0"/>
                  </a:moveTo>
                  <a:lnTo>
                    <a:pt x="644" y="123"/>
                  </a:lnTo>
                  <a:cubicBezTo>
                    <a:pt x="675" y="236"/>
                    <a:pt x="654" y="348"/>
                    <a:pt x="613" y="450"/>
                  </a:cubicBezTo>
                  <a:cubicBezTo>
                    <a:pt x="419" y="1145"/>
                    <a:pt x="215" y="1829"/>
                    <a:pt x="0" y="2513"/>
                  </a:cubicBezTo>
                  <a:cubicBezTo>
                    <a:pt x="1308" y="3321"/>
                    <a:pt x="2820" y="3791"/>
                    <a:pt x="4353" y="3852"/>
                  </a:cubicBezTo>
                  <a:cubicBezTo>
                    <a:pt x="4587" y="3096"/>
                    <a:pt x="4802" y="2350"/>
                    <a:pt x="4996" y="1605"/>
                  </a:cubicBezTo>
                  <a:cubicBezTo>
                    <a:pt x="5006" y="1574"/>
                    <a:pt x="5037" y="1543"/>
                    <a:pt x="5057" y="1523"/>
                  </a:cubicBezTo>
                  <a:lnTo>
                    <a:pt x="5057" y="1523"/>
                  </a:lnTo>
                  <a:cubicBezTo>
                    <a:pt x="4707" y="1612"/>
                    <a:pt x="4347" y="1656"/>
                    <a:pt x="3987" y="1656"/>
                  </a:cubicBezTo>
                  <a:cubicBezTo>
                    <a:pt x="3518" y="1656"/>
                    <a:pt x="3050" y="1581"/>
                    <a:pt x="2605" y="1431"/>
                  </a:cubicBezTo>
                  <a:cubicBezTo>
                    <a:pt x="1808" y="1165"/>
                    <a:pt x="1093" y="665"/>
                    <a:pt x="5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15"/>
            <p:cNvSpPr/>
            <p:nvPr/>
          </p:nvSpPr>
          <p:spPr>
            <a:xfrm>
              <a:off x="2212700" y="2391075"/>
              <a:ext cx="30900" cy="10250"/>
            </a:xfrm>
            <a:custGeom>
              <a:avLst/>
              <a:gdLst/>
              <a:ahLst/>
              <a:cxnLst/>
              <a:rect l="l" t="t" r="r" b="b"/>
              <a:pathLst>
                <a:path w="1236" h="410" extrusionOk="0">
                  <a:moveTo>
                    <a:pt x="0" y="1"/>
                  </a:moveTo>
                  <a:lnTo>
                    <a:pt x="0" y="1"/>
                  </a:lnTo>
                  <a:cubicBezTo>
                    <a:pt x="102" y="62"/>
                    <a:pt x="205" y="92"/>
                    <a:pt x="296" y="133"/>
                  </a:cubicBezTo>
                  <a:cubicBezTo>
                    <a:pt x="398" y="185"/>
                    <a:pt x="500" y="215"/>
                    <a:pt x="603" y="256"/>
                  </a:cubicBezTo>
                  <a:cubicBezTo>
                    <a:pt x="705" y="287"/>
                    <a:pt x="807" y="317"/>
                    <a:pt x="920" y="337"/>
                  </a:cubicBezTo>
                  <a:cubicBezTo>
                    <a:pt x="1022" y="358"/>
                    <a:pt x="1124" y="389"/>
                    <a:pt x="1236" y="409"/>
                  </a:cubicBezTo>
                  <a:cubicBezTo>
                    <a:pt x="1052" y="287"/>
                    <a:pt x="848" y="205"/>
                    <a:pt x="643" y="144"/>
                  </a:cubicBezTo>
                  <a:cubicBezTo>
                    <a:pt x="429" y="72"/>
                    <a:pt x="225" y="1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15"/>
            <p:cNvSpPr/>
            <p:nvPr/>
          </p:nvSpPr>
          <p:spPr>
            <a:xfrm>
              <a:off x="2127125" y="2518525"/>
              <a:ext cx="112400" cy="43600"/>
            </a:xfrm>
            <a:custGeom>
              <a:avLst/>
              <a:gdLst/>
              <a:ahLst/>
              <a:cxnLst/>
              <a:rect l="l" t="t" r="r" b="b"/>
              <a:pathLst>
                <a:path w="4496" h="1744" extrusionOk="0">
                  <a:moveTo>
                    <a:pt x="0" y="0"/>
                  </a:moveTo>
                  <a:cubicBezTo>
                    <a:pt x="440" y="715"/>
                    <a:pt x="1165" y="1267"/>
                    <a:pt x="1973" y="1543"/>
                  </a:cubicBezTo>
                  <a:cubicBezTo>
                    <a:pt x="2372" y="1675"/>
                    <a:pt x="2797" y="1744"/>
                    <a:pt x="3219" y="1744"/>
                  </a:cubicBezTo>
                  <a:cubicBezTo>
                    <a:pt x="3650" y="1744"/>
                    <a:pt x="4078" y="1672"/>
                    <a:pt x="4475" y="1523"/>
                  </a:cubicBezTo>
                  <a:lnTo>
                    <a:pt x="4496" y="1512"/>
                  </a:lnTo>
                  <a:lnTo>
                    <a:pt x="4475" y="1512"/>
                  </a:lnTo>
                  <a:cubicBezTo>
                    <a:pt x="4202" y="1553"/>
                    <a:pt x="3928" y="1573"/>
                    <a:pt x="3657" y="1573"/>
                  </a:cubicBezTo>
                  <a:cubicBezTo>
                    <a:pt x="3106" y="1573"/>
                    <a:pt x="2564" y="1489"/>
                    <a:pt x="2044" y="1319"/>
                  </a:cubicBezTo>
                  <a:cubicBezTo>
                    <a:pt x="1278" y="1053"/>
                    <a:pt x="583" y="60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15"/>
            <p:cNvSpPr/>
            <p:nvPr/>
          </p:nvSpPr>
          <p:spPr>
            <a:xfrm>
              <a:off x="2134550" y="2494275"/>
              <a:ext cx="118000" cy="43025"/>
            </a:xfrm>
            <a:custGeom>
              <a:avLst/>
              <a:gdLst/>
              <a:ahLst/>
              <a:cxnLst/>
              <a:rect l="l" t="t" r="r" b="b"/>
              <a:pathLst>
                <a:path w="4720" h="1721" extrusionOk="0">
                  <a:moveTo>
                    <a:pt x="0" y="0"/>
                  </a:moveTo>
                  <a:cubicBezTo>
                    <a:pt x="480" y="756"/>
                    <a:pt x="1267" y="1297"/>
                    <a:pt x="2125" y="1553"/>
                  </a:cubicBezTo>
                  <a:cubicBezTo>
                    <a:pt x="2494" y="1667"/>
                    <a:pt x="2877" y="1721"/>
                    <a:pt x="3263" y="1721"/>
                  </a:cubicBezTo>
                  <a:cubicBezTo>
                    <a:pt x="3327" y="1721"/>
                    <a:pt x="3390" y="1719"/>
                    <a:pt x="3453" y="1716"/>
                  </a:cubicBezTo>
                  <a:cubicBezTo>
                    <a:pt x="3678" y="1716"/>
                    <a:pt x="3903" y="1685"/>
                    <a:pt x="4117" y="1645"/>
                  </a:cubicBezTo>
                  <a:cubicBezTo>
                    <a:pt x="4230" y="1614"/>
                    <a:pt x="4332" y="1594"/>
                    <a:pt x="4444" y="1563"/>
                  </a:cubicBezTo>
                  <a:cubicBezTo>
                    <a:pt x="4546" y="1533"/>
                    <a:pt x="4659" y="1481"/>
                    <a:pt x="4720" y="1390"/>
                  </a:cubicBezTo>
                  <a:lnTo>
                    <a:pt x="4720" y="1390"/>
                  </a:lnTo>
                  <a:cubicBezTo>
                    <a:pt x="4638" y="1461"/>
                    <a:pt x="4536" y="1481"/>
                    <a:pt x="4434" y="1502"/>
                  </a:cubicBezTo>
                  <a:cubicBezTo>
                    <a:pt x="4321" y="1512"/>
                    <a:pt x="4209" y="1522"/>
                    <a:pt x="4107" y="1533"/>
                  </a:cubicBezTo>
                  <a:cubicBezTo>
                    <a:pt x="3882" y="1542"/>
                    <a:pt x="3667" y="1542"/>
                    <a:pt x="3453" y="1542"/>
                  </a:cubicBezTo>
                  <a:cubicBezTo>
                    <a:pt x="3024" y="1522"/>
                    <a:pt x="2605" y="1451"/>
                    <a:pt x="2186" y="1328"/>
                  </a:cubicBezTo>
                  <a:cubicBezTo>
                    <a:pt x="1778" y="1215"/>
                    <a:pt x="1389" y="1032"/>
                    <a:pt x="1022" y="807"/>
                  </a:cubicBezTo>
                  <a:cubicBezTo>
                    <a:pt x="654" y="582"/>
                    <a:pt x="316" y="316"/>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15"/>
            <p:cNvSpPr/>
            <p:nvPr/>
          </p:nvSpPr>
          <p:spPr>
            <a:xfrm>
              <a:off x="2097500" y="2632950"/>
              <a:ext cx="109325" cy="33950"/>
            </a:xfrm>
            <a:custGeom>
              <a:avLst/>
              <a:gdLst/>
              <a:ahLst/>
              <a:cxnLst/>
              <a:rect l="l" t="t" r="r" b="b"/>
              <a:pathLst>
                <a:path w="4373" h="1358" extrusionOk="0">
                  <a:moveTo>
                    <a:pt x="0" y="0"/>
                  </a:moveTo>
                  <a:cubicBezTo>
                    <a:pt x="583" y="501"/>
                    <a:pt x="1288" y="858"/>
                    <a:pt x="2023" y="1094"/>
                  </a:cubicBezTo>
                  <a:cubicBezTo>
                    <a:pt x="2580" y="1264"/>
                    <a:pt x="3167" y="1358"/>
                    <a:pt x="3751" y="1358"/>
                  </a:cubicBezTo>
                  <a:cubicBezTo>
                    <a:pt x="3939" y="1358"/>
                    <a:pt x="4126" y="1348"/>
                    <a:pt x="4312" y="1328"/>
                  </a:cubicBezTo>
                  <a:lnTo>
                    <a:pt x="4373" y="1328"/>
                  </a:lnTo>
                  <a:lnTo>
                    <a:pt x="4312" y="1319"/>
                  </a:lnTo>
                  <a:cubicBezTo>
                    <a:pt x="3556" y="1226"/>
                    <a:pt x="2810" y="1083"/>
                    <a:pt x="2095" y="869"/>
                  </a:cubicBezTo>
                  <a:cubicBezTo>
                    <a:pt x="1369" y="644"/>
                    <a:pt x="685" y="34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15"/>
            <p:cNvSpPr/>
            <p:nvPr/>
          </p:nvSpPr>
          <p:spPr>
            <a:xfrm>
              <a:off x="2074000" y="2663350"/>
              <a:ext cx="134625" cy="50825"/>
            </a:xfrm>
            <a:custGeom>
              <a:avLst/>
              <a:gdLst/>
              <a:ahLst/>
              <a:cxnLst/>
              <a:rect l="l" t="t" r="r" b="b"/>
              <a:pathLst>
                <a:path w="5385" h="2033" extrusionOk="0">
                  <a:moveTo>
                    <a:pt x="0" y="0"/>
                  </a:moveTo>
                  <a:lnTo>
                    <a:pt x="0" y="0"/>
                  </a:lnTo>
                  <a:cubicBezTo>
                    <a:pt x="113" y="225"/>
                    <a:pt x="266" y="439"/>
                    <a:pt x="429" y="634"/>
                  </a:cubicBezTo>
                  <a:cubicBezTo>
                    <a:pt x="604" y="827"/>
                    <a:pt x="797" y="991"/>
                    <a:pt x="1002" y="1145"/>
                  </a:cubicBezTo>
                  <a:cubicBezTo>
                    <a:pt x="1421" y="1451"/>
                    <a:pt x="1901" y="1665"/>
                    <a:pt x="2391" y="1808"/>
                  </a:cubicBezTo>
                  <a:cubicBezTo>
                    <a:pt x="2892" y="1951"/>
                    <a:pt x="3403" y="2033"/>
                    <a:pt x="3914" y="2033"/>
                  </a:cubicBezTo>
                  <a:cubicBezTo>
                    <a:pt x="4179" y="2033"/>
                    <a:pt x="4434" y="2003"/>
                    <a:pt x="4679" y="1941"/>
                  </a:cubicBezTo>
                  <a:cubicBezTo>
                    <a:pt x="4935" y="1880"/>
                    <a:pt x="5170" y="1778"/>
                    <a:pt x="5385" y="1624"/>
                  </a:cubicBezTo>
                  <a:lnTo>
                    <a:pt x="5385" y="1624"/>
                  </a:lnTo>
                  <a:cubicBezTo>
                    <a:pt x="5012" y="1795"/>
                    <a:pt x="4619" y="1862"/>
                    <a:pt x="4228" y="1862"/>
                  </a:cubicBezTo>
                  <a:cubicBezTo>
                    <a:pt x="4126" y="1862"/>
                    <a:pt x="4025" y="1858"/>
                    <a:pt x="3923" y="1849"/>
                  </a:cubicBezTo>
                  <a:cubicBezTo>
                    <a:pt x="3433" y="1808"/>
                    <a:pt x="2933" y="1726"/>
                    <a:pt x="2463" y="1583"/>
                  </a:cubicBezTo>
                  <a:cubicBezTo>
                    <a:pt x="1982" y="1451"/>
                    <a:pt x="1533" y="1257"/>
                    <a:pt x="1104" y="1002"/>
                  </a:cubicBezTo>
                  <a:cubicBezTo>
                    <a:pt x="899" y="868"/>
                    <a:pt x="695" y="715"/>
                    <a:pt x="511" y="552"/>
                  </a:cubicBezTo>
                  <a:cubicBezTo>
                    <a:pt x="327" y="389"/>
                    <a:pt x="164" y="205"/>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 name="Shape 4607"/>
        <p:cNvGrpSpPr/>
        <p:nvPr/>
      </p:nvGrpSpPr>
      <p:grpSpPr>
        <a:xfrm>
          <a:off x="0" y="0"/>
          <a:ext cx="0" cy="0"/>
          <a:chOff x="0" y="0"/>
          <a:chExt cx="0" cy="0"/>
        </a:xfrm>
      </p:grpSpPr>
      <p:sp>
        <p:nvSpPr>
          <p:cNvPr id="4608" name="Google Shape;4608;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609" name="Google Shape;4609;p17"/>
          <p:cNvSpPr txBox="1">
            <a:spLocks noGrp="1"/>
          </p:cNvSpPr>
          <p:nvPr>
            <p:ph type="body" idx="1"/>
          </p:nvPr>
        </p:nvSpPr>
        <p:spPr>
          <a:xfrm>
            <a:off x="720000" y="1139550"/>
            <a:ext cx="7704000" cy="2727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
        <p:nvSpPr>
          <p:cNvPr id="4610" name="Google Shape;4610;p17"/>
          <p:cNvSpPr/>
          <p:nvPr/>
        </p:nvSpPr>
        <p:spPr>
          <a:xfrm>
            <a:off x="5558661" y="1949817"/>
            <a:ext cx="3615283" cy="3279401"/>
          </a:xfrm>
          <a:custGeom>
            <a:avLst/>
            <a:gdLst/>
            <a:ahLst/>
            <a:cxnLst/>
            <a:rect l="l" t="t" r="r" b="b"/>
            <a:pathLst>
              <a:path w="18268" h="16571" extrusionOk="0">
                <a:moveTo>
                  <a:pt x="18267" y="0"/>
                </a:moveTo>
                <a:cubicBezTo>
                  <a:pt x="17011" y="685"/>
                  <a:pt x="15979" y="1778"/>
                  <a:pt x="15438" y="3106"/>
                </a:cubicBezTo>
                <a:cubicBezTo>
                  <a:pt x="14743" y="4812"/>
                  <a:pt x="14896" y="6733"/>
                  <a:pt x="14937" y="8572"/>
                </a:cubicBezTo>
                <a:cubicBezTo>
                  <a:pt x="14937" y="9083"/>
                  <a:pt x="14937" y="9603"/>
                  <a:pt x="14773" y="10084"/>
                </a:cubicBezTo>
                <a:cubicBezTo>
                  <a:pt x="14318" y="11360"/>
                  <a:pt x="12827" y="11974"/>
                  <a:pt x="11468" y="11974"/>
                </a:cubicBezTo>
                <a:cubicBezTo>
                  <a:pt x="11456" y="11974"/>
                  <a:pt x="11444" y="11974"/>
                  <a:pt x="11433" y="11974"/>
                </a:cubicBezTo>
                <a:cubicBezTo>
                  <a:pt x="10074" y="11974"/>
                  <a:pt x="8746" y="11524"/>
                  <a:pt x="7387" y="11412"/>
                </a:cubicBezTo>
                <a:cubicBezTo>
                  <a:pt x="7166" y="11393"/>
                  <a:pt x="6944" y="11383"/>
                  <a:pt x="6721" y="11383"/>
                </a:cubicBezTo>
                <a:cubicBezTo>
                  <a:pt x="4806" y="11383"/>
                  <a:pt x="2877" y="12088"/>
                  <a:pt x="1512" y="13424"/>
                </a:cubicBezTo>
                <a:cubicBezTo>
                  <a:pt x="849" y="14078"/>
                  <a:pt x="327" y="14875"/>
                  <a:pt x="0" y="15733"/>
                </a:cubicBezTo>
                <a:lnTo>
                  <a:pt x="0" y="16571"/>
                </a:lnTo>
                <a:lnTo>
                  <a:pt x="18267" y="16571"/>
                </a:lnTo>
                <a:lnTo>
                  <a:pt x="1826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17"/>
          <p:cNvSpPr/>
          <p:nvPr/>
        </p:nvSpPr>
        <p:spPr>
          <a:xfrm flipH="1">
            <a:off x="7580902" y="-57150"/>
            <a:ext cx="1699735" cy="2112278"/>
          </a:xfrm>
          <a:custGeom>
            <a:avLst/>
            <a:gdLst/>
            <a:ahLst/>
            <a:cxnLst/>
            <a:rect l="l" t="t" r="r" b="b"/>
            <a:pathLst>
              <a:path w="12384" h="15390" extrusionOk="0">
                <a:moveTo>
                  <a:pt x="1" y="0"/>
                </a:moveTo>
                <a:lnTo>
                  <a:pt x="1" y="9307"/>
                </a:lnTo>
                <a:cubicBezTo>
                  <a:pt x="471" y="9440"/>
                  <a:pt x="869" y="9593"/>
                  <a:pt x="951" y="9634"/>
                </a:cubicBezTo>
                <a:cubicBezTo>
                  <a:pt x="3195" y="10921"/>
                  <a:pt x="5082" y="15390"/>
                  <a:pt x="7943" y="15390"/>
                </a:cubicBezTo>
                <a:cubicBezTo>
                  <a:pt x="8533" y="15390"/>
                  <a:pt x="9165" y="15200"/>
                  <a:pt x="9849" y="14753"/>
                </a:cubicBezTo>
                <a:cubicBezTo>
                  <a:pt x="12036" y="13322"/>
                  <a:pt x="12383" y="9787"/>
                  <a:pt x="11484" y="7540"/>
                </a:cubicBezTo>
                <a:cubicBezTo>
                  <a:pt x="10615" y="5394"/>
                  <a:pt x="8388" y="3351"/>
                  <a:pt x="8848" y="858"/>
                </a:cubicBezTo>
                <a:cubicBezTo>
                  <a:pt x="8910" y="562"/>
                  <a:pt x="8991" y="276"/>
                  <a:pt x="91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12" name="Google Shape;4612;p17"/>
          <p:cNvGrpSpPr/>
          <p:nvPr/>
        </p:nvGrpSpPr>
        <p:grpSpPr>
          <a:xfrm rot="5400000">
            <a:off x="6378467" y="-65786"/>
            <a:ext cx="81758" cy="608663"/>
            <a:chOff x="-1154155" y="1061718"/>
            <a:chExt cx="36015" cy="268015"/>
          </a:xfrm>
        </p:grpSpPr>
        <p:sp>
          <p:nvSpPr>
            <p:cNvPr id="4613" name="Google Shape;4613;p17"/>
            <p:cNvSpPr/>
            <p:nvPr/>
          </p:nvSpPr>
          <p:spPr>
            <a:xfrm>
              <a:off x="-1154155" y="1061718"/>
              <a:ext cx="36015" cy="34445"/>
            </a:xfrm>
            <a:custGeom>
              <a:avLst/>
              <a:gdLst/>
              <a:ahLst/>
              <a:cxnLst/>
              <a:rect l="l" t="t" r="r" b="b"/>
              <a:pathLst>
                <a:path w="482" h="461" extrusionOk="0">
                  <a:moveTo>
                    <a:pt x="195" y="0"/>
                  </a:moveTo>
                  <a:cubicBezTo>
                    <a:pt x="175" y="0"/>
                    <a:pt x="164" y="11"/>
                    <a:pt x="144" y="11"/>
                  </a:cubicBezTo>
                  <a:cubicBezTo>
                    <a:pt x="134" y="21"/>
                    <a:pt x="123" y="31"/>
                    <a:pt x="103" y="31"/>
                  </a:cubicBezTo>
                  <a:lnTo>
                    <a:pt x="73" y="62"/>
                  </a:lnTo>
                  <a:cubicBezTo>
                    <a:pt x="62" y="72"/>
                    <a:pt x="52" y="82"/>
                    <a:pt x="42" y="103"/>
                  </a:cubicBezTo>
                  <a:cubicBezTo>
                    <a:pt x="32" y="113"/>
                    <a:pt x="32" y="123"/>
                    <a:pt x="21" y="143"/>
                  </a:cubicBezTo>
                  <a:cubicBezTo>
                    <a:pt x="21" y="154"/>
                    <a:pt x="11" y="164"/>
                    <a:pt x="11" y="184"/>
                  </a:cubicBezTo>
                  <a:cubicBezTo>
                    <a:pt x="1" y="195"/>
                    <a:pt x="1" y="215"/>
                    <a:pt x="1" y="225"/>
                  </a:cubicBezTo>
                  <a:cubicBezTo>
                    <a:pt x="1" y="286"/>
                    <a:pt x="32" y="348"/>
                    <a:pt x="73" y="389"/>
                  </a:cubicBezTo>
                  <a:cubicBezTo>
                    <a:pt x="114" y="440"/>
                    <a:pt x="175" y="461"/>
                    <a:pt x="236" y="461"/>
                  </a:cubicBezTo>
                  <a:cubicBezTo>
                    <a:pt x="297" y="461"/>
                    <a:pt x="359" y="440"/>
                    <a:pt x="400" y="389"/>
                  </a:cubicBezTo>
                  <a:lnTo>
                    <a:pt x="430" y="358"/>
                  </a:lnTo>
                  <a:cubicBezTo>
                    <a:pt x="440" y="348"/>
                    <a:pt x="440" y="327"/>
                    <a:pt x="450" y="318"/>
                  </a:cubicBezTo>
                  <a:cubicBezTo>
                    <a:pt x="461" y="307"/>
                    <a:pt x="461" y="286"/>
                    <a:pt x="461" y="277"/>
                  </a:cubicBezTo>
                  <a:cubicBezTo>
                    <a:pt x="481" y="195"/>
                    <a:pt x="450" y="123"/>
                    <a:pt x="400" y="62"/>
                  </a:cubicBezTo>
                  <a:cubicBezTo>
                    <a:pt x="359" y="21"/>
                    <a:pt x="297" y="0"/>
                    <a:pt x="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17"/>
            <p:cNvSpPr/>
            <p:nvPr/>
          </p:nvSpPr>
          <p:spPr>
            <a:xfrm>
              <a:off x="-1154155" y="1139575"/>
              <a:ext cx="35193" cy="112300"/>
            </a:xfrm>
            <a:custGeom>
              <a:avLst/>
              <a:gdLst/>
              <a:ahLst/>
              <a:cxnLst/>
              <a:rect l="l" t="t" r="r" b="b"/>
              <a:pathLst>
                <a:path w="471" h="1503" extrusionOk="0">
                  <a:moveTo>
                    <a:pt x="236" y="1"/>
                  </a:moveTo>
                  <a:cubicBezTo>
                    <a:pt x="114" y="1"/>
                    <a:pt x="1" y="103"/>
                    <a:pt x="1" y="225"/>
                  </a:cubicBezTo>
                  <a:cubicBezTo>
                    <a:pt x="1" y="358"/>
                    <a:pt x="114" y="461"/>
                    <a:pt x="236" y="461"/>
                  </a:cubicBezTo>
                  <a:cubicBezTo>
                    <a:pt x="369" y="461"/>
                    <a:pt x="471" y="358"/>
                    <a:pt x="471" y="225"/>
                  </a:cubicBezTo>
                  <a:cubicBezTo>
                    <a:pt x="471" y="103"/>
                    <a:pt x="369" y="1"/>
                    <a:pt x="236" y="1"/>
                  </a:cubicBezTo>
                  <a:close/>
                  <a:moveTo>
                    <a:pt x="236" y="1043"/>
                  </a:moveTo>
                  <a:cubicBezTo>
                    <a:pt x="114" y="1043"/>
                    <a:pt x="1" y="1145"/>
                    <a:pt x="1" y="1267"/>
                  </a:cubicBezTo>
                  <a:cubicBezTo>
                    <a:pt x="1" y="1401"/>
                    <a:pt x="114" y="1503"/>
                    <a:pt x="236" y="1503"/>
                  </a:cubicBezTo>
                  <a:cubicBezTo>
                    <a:pt x="369" y="1503"/>
                    <a:pt x="471" y="1401"/>
                    <a:pt x="471" y="1267"/>
                  </a:cubicBezTo>
                  <a:cubicBezTo>
                    <a:pt x="471" y="1145"/>
                    <a:pt x="369" y="1043"/>
                    <a:pt x="236" y="104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17"/>
            <p:cNvSpPr/>
            <p:nvPr/>
          </p:nvSpPr>
          <p:spPr>
            <a:xfrm>
              <a:off x="-1154155" y="1295289"/>
              <a:ext cx="36015" cy="34445"/>
            </a:xfrm>
            <a:custGeom>
              <a:avLst/>
              <a:gdLst/>
              <a:ahLst/>
              <a:cxnLst/>
              <a:rect l="l" t="t" r="r" b="b"/>
              <a:pathLst>
                <a:path w="482" h="461" extrusionOk="0">
                  <a:moveTo>
                    <a:pt x="236" y="1"/>
                  </a:moveTo>
                  <a:cubicBezTo>
                    <a:pt x="175" y="1"/>
                    <a:pt x="114" y="21"/>
                    <a:pt x="73" y="62"/>
                  </a:cubicBezTo>
                  <a:cubicBezTo>
                    <a:pt x="32" y="113"/>
                    <a:pt x="1" y="175"/>
                    <a:pt x="1" y="225"/>
                  </a:cubicBezTo>
                  <a:cubicBezTo>
                    <a:pt x="1" y="246"/>
                    <a:pt x="1" y="256"/>
                    <a:pt x="11" y="277"/>
                  </a:cubicBezTo>
                  <a:cubicBezTo>
                    <a:pt x="11" y="287"/>
                    <a:pt x="21" y="307"/>
                    <a:pt x="21" y="318"/>
                  </a:cubicBezTo>
                  <a:cubicBezTo>
                    <a:pt x="32" y="328"/>
                    <a:pt x="32" y="348"/>
                    <a:pt x="42" y="359"/>
                  </a:cubicBezTo>
                  <a:lnTo>
                    <a:pt x="73" y="389"/>
                  </a:lnTo>
                  <a:cubicBezTo>
                    <a:pt x="114" y="440"/>
                    <a:pt x="175" y="461"/>
                    <a:pt x="236" y="461"/>
                  </a:cubicBezTo>
                  <a:lnTo>
                    <a:pt x="277" y="461"/>
                  </a:lnTo>
                  <a:cubicBezTo>
                    <a:pt x="297" y="450"/>
                    <a:pt x="307" y="450"/>
                    <a:pt x="328" y="440"/>
                  </a:cubicBezTo>
                  <a:cubicBezTo>
                    <a:pt x="338" y="440"/>
                    <a:pt x="348" y="430"/>
                    <a:pt x="369" y="420"/>
                  </a:cubicBezTo>
                  <a:lnTo>
                    <a:pt x="400" y="389"/>
                  </a:lnTo>
                  <a:lnTo>
                    <a:pt x="430" y="359"/>
                  </a:lnTo>
                  <a:cubicBezTo>
                    <a:pt x="440" y="348"/>
                    <a:pt x="440" y="328"/>
                    <a:pt x="450" y="318"/>
                  </a:cubicBezTo>
                  <a:cubicBezTo>
                    <a:pt x="461" y="307"/>
                    <a:pt x="461" y="287"/>
                    <a:pt x="461" y="277"/>
                  </a:cubicBezTo>
                  <a:cubicBezTo>
                    <a:pt x="481" y="195"/>
                    <a:pt x="450" y="123"/>
                    <a:pt x="400" y="62"/>
                  </a:cubicBezTo>
                  <a:cubicBezTo>
                    <a:pt x="389" y="52"/>
                    <a:pt x="379" y="41"/>
                    <a:pt x="369" y="41"/>
                  </a:cubicBezTo>
                  <a:cubicBezTo>
                    <a:pt x="348" y="32"/>
                    <a:pt x="338" y="21"/>
                    <a:pt x="328" y="11"/>
                  </a:cubicBezTo>
                  <a:cubicBezTo>
                    <a:pt x="307" y="11"/>
                    <a:pt x="297" y="1"/>
                    <a:pt x="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16" name="Google Shape;4616;p17"/>
          <p:cNvSpPr/>
          <p:nvPr/>
        </p:nvSpPr>
        <p:spPr>
          <a:xfrm rot="10800000">
            <a:off x="8691720" y="4480482"/>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17"/>
          <p:cNvSpPr/>
          <p:nvPr/>
        </p:nvSpPr>
        <p:spPr>
          <a:xfrm rot="10800000">
            <a:off x="8423999" y="-291219"/>
            <a:ext cx="1281912" cy="1162406"/>
          </a:xfrm>
          <a:custGeom>
            <a:avLst/>
            <a:gdLst/>
            <a:ahLst/>
            <a:cxnLst/>
            <a:rect l="l" t="t" r="r" b="b"/>
            <a:pathLst>
              <a:path w="10452" h="9478" extrusionOk="0">
                <a:moveTo>
                  <a:pt x="5225" y="0"/>
                </a:moveTo>
                <a:cubicBezTo>
                  <a:pt x="4038" y="0"/>
                  <a:pt x="2851" y="443"/>
                  <a:pt x="1932" y="1332"/>
                </a:cubicBezTo>
                <a:cubicBezTo>
                  <a:pt x="52" y="3150"/>
                  <a:pt x="0" y="6154"/>
                  <a:pt x="1819" y="8034"/>
                </a:cubicBezTo>
                <a:cubicBezTo>
                  <a:pt x="2748" y="8994"/>
                  <a:pt x="3985" y="9477"/>
                  <a:pt x="5224" y="9477"/>
                </a:cubicBezTo>
                <a:cubicBezTo>
                  <a:pt x="6409" y="9477"/>
                  <a:pt x="7597" y="9035"/>
                  <a:pt x="8521" y="8146"/>
                </a:cubicBezTo>
                <a:cubicBezTo>
                  <a:pt x="10400" y="6328"/>
                  <a:pt x="10452" y="3324"/>
                  <a:pt x="8633" y="1444"/>
                </a:cubicBezTo>
                <a:cubicBezTo>
                  <a:pt x="7704" y="484"/>
                  <a:pt x="6465" y="0"/>
                  <a:pt x="52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17"/>
          <p:cNvSpPr/>
          <p:nvPr/>
        </p:nvSpPr>
        <p:spPr>
          <a:xfrm>
            <a:off x="6723676" y="4727275"/>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17"/>
          <p:cNvSpPr/>
          <p:nvPr/>
        </p:nvSpPr>
        <p:spPr>
          <a:xfrm>
            <a:off x="8424000" y="1139555"/>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0" name="Google Shape;4620;p17"/>
          <p:cNvGrpSpPr/>
          <p:nvPr/>
        </p:nvGrpSpPr>
        <p:grpSpPr>
          <a:xfrm>
            <a:off x="6774807" y="-1050323"/>
            <a:ext cx="1517538" cy="1495345"/>
            <a:chOff x="-1517525" y="-541175"/>
            <a:chExt cx="1096725" cy="1080686"/>
          </a:xfrm>
        </p:grpSpPr>
        <p:sp>
          <p:nvSpPr>
            <p:cNvPr id="4621" name="Google Shape;4621;p17"/>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17"/>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3" name="Google Shape;4623;p17"/>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4" name="Google Shape;4624;p17"/>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17"/>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6" name="Google Shape;4626;p17"/>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7" name="Google Shape;4627;p17"/>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17"/>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9" name="Google Shape;4629;p17"/>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0" name="Google Shape;4630;p17"/>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17"/>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2" name="Google Shape;4632;p17"/>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3" name="Google Shape;4633;p17"/>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17"/>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5" name="Google Shape;4635;p17"/>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6" name="Google Shape;4636;p17"/>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17"/>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8" name="Google Shape;4638;p17"/>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9" name="Google Shape;4639;p17"/>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17"/>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1" name="Google Shape;4641;p17"/>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2" name="Google Shape;4642;p17"/>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17"/>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4" name="Google Shape;4644;p17"/>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5" name="Google Shape;4645;p17"/>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17"/>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7" name="Google Shape;4647;p17"/>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8" name="Google Shape;4648;p17"/>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17"/>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0" name="Google Shape;4650;p17"/>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1" name="Google Shape;4651;p17"/>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17"/>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3" name="Google Shape;4653;p17"/>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4" name="Google Shape;4654;p17"/>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17"/>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6" name="Google Shape;4656;p17"/>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7" name="Google Shape;4657;p17"/>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17"/>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9" name="Google Shape;4659;p17"/>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0" name="Google Shape;4660;p17"/>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17"/>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2" name="Google Shape;4662;p17"/>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3" name="Google Shape;4663;p17"/>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4" name="Google Shape;4664;p17"/>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5" name="Google Shape;4665;p17"/>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6" name="Google Shape;4666;p17"/>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7" name="Google Shape;4667;p17"/>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8" name="Google Shape;4668;p17"/>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9" name="Google Shape;4669;p17"/>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0" name="Google Shape;4670;p17"/>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1" name="Google Shape;4671;p17"/>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2" name="Google Shape;4672;p17"/>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3" name="Google Shape;4673;p17"/>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4" name="Google Shape;4674;p17"/>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5" name="Google Shape;4675;p17"/>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6" name="Google Shape;4676;p17"/>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7" name="Google Shape;4677;p17"/>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8" name="Google Shape;4678;p17"/>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9" name="Google Shape;4679;p17"/>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0" name="Google Shape;4680;p17"/>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1" name="Google Shape;4681;p17"/>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2" name="Google Shape;4682;p17"/>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3" name="Google Shape;4683;p17"/>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4" name="Google Shape;4684;p17"/>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5" name="Google Shape;4685;p17"/>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6" name="Google Shape;4686;p17"/>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7" name="Google Shape;4687;p17"/>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8" name="Google Shape;4688;p17"/>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9" name="Google Shape;4689;p17"/>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0" name="Google Shape;4690;p17"/>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1" name="Google Shape;4691;p17"/>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2" name="Google Shape;4692;p17"/>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3" name="Google Shape;4693;p17"/>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4" name="Google Shape;4694;p17"/>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5" name="Google Shape;4695;p17"/>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6" name="Google Shape;4696;p17"/>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7" name="Google Shape;4697;p17"/>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8" name="Google Shape;4698;p17"/>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9" name="Google Shape;4699;p17"/>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0" name="Google Shape;4700;p17"/>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1" name="Google Shape;4701;p17"/>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2" name="Google Shape;4702;p17"/>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3" name="Google Shape;4703;p17"/>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4" name="Google Shape;4704;p17"/>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5" name="Google Shape;4705;p17"/>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6" name="Google Shape;4706;p17"/>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7" name="Google Shape;4707;p17"/>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8" name="Google Shape;4708;p17"/>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9" name="Google Shape;4709;p17"/>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17"/>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1" name="Google Shape;4711;p17"/>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2" name="Google Shape;4712;p17"/>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3" name="Google Shape;4713;p17"/>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4" name="Google Shape;4714;p17"/>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5" name="Google Shape;4715;p17"/>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6" name="Google Shape;4716;p17"/>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7" name="Google Shape;4717;p17"/>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8" name="Google Shape;4718;p17"/>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9" name="Google Shape;4719;p17"/>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0" name="Google Shape;4720;p17"/>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1" name="Google Shape;4721;p17"/>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2" name="Google Shape;4722;p17"/>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3" name="Google Shape;4723;p17"/>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4" name="Google Shape;4724;p17"/>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5" name="Google Shape;4725;p17"/>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6" name="Google Shape;4726;p17"/>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7" name="Google Shape;4727;p17"/>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8" name="Google Shape;4728;p17"/>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9" name="Google Shape;4729;p17"/>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0" name="Google Shape;4730;p17"/>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1" name="Google Shape;4731;p17"/>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2" name="Google Shape;4732;p17"/>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3" name="Google Shape;4733;p17"/>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4" name="Google Shape;4734;p17"/>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5" name="Google Shape;4735;p17"/>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6" name="Google Shape;4736;p17"/>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7" name="Google Shape;4737;p17"/>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8" name="Google Shape;4738;p17"/>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9" name="Google Shape;4739;p17"/>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0" name="Google Shape;4740;p17"/>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1" name="Google Shape;4741;p17"/>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2" name="Google Shape;4742;p17"/>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3" name="Google Shape;4743;p17"/>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4" name="Google Shape;4744;p17"/>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5" name="Google Shape;4745;p17"/>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6" name="Google Shape;4746;p17"/>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7" name="Google Shape;4747;p17"/>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8" name="Google Shape;4748;p17"/>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9" name="Google Shape;4749;p17"/>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0" name="Google Shape;4750;p17"/>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1" name="Google Shape;4751;p17"/>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2" name="Google Shape;4752;p17"/>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3" name="Google Shape;4753;p17"/>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4" name="Google Shape;4754;p17"/>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5" name="Google Shape;4755;p17"/>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6" name="Google Shape;4756;p17"/>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7" name="Google Shape;4757;p17"/>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8" name="Google Shape;4758;p17"/>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9" name="Google Shape;4759;p17"/>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0" name="Google Shape;4760;p17"/>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1" name="Google Shape;4761;p17"/>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2" name="Google Shape;4762;p17"/>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3" name="Google Shape;4763;p17"/>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4" name="Google Shape;4764;p17"/>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5" name="Google Shape;4765;p17"/>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6" name="Google Shape;4766;p17"/>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7" name="Google Shape;4767;p17"/>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17"/>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9" name="Google Shape;4769;p17"/>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0" name="Google Shape;4770;p17"/>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1" name="Google Shape;4771;p17"/>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2" name="Google Shape;4772;p17"/>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3" name="Google Shape;4773;p17"/>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17"/>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5" name="Google Shape;4775;p17"/>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6" name="Google Shape;4776;p17"/>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17"/>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8" name="Google Shape;4778;p17"/>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9" name="Google Shape;4779;p17"/>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17"/>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1" name="Google Shape;4781;p17"/>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2" name="Google Shape;4782;p17"/>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3" name="Google Shape;4783;p17"/>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4" name="Google Shape;4784;p17"/>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5" name="Google Shape;4785;p17"/>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6" name="Google Shape;4786;p17"/>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7" name="Google Shape;4787;p17"/>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8" name="Google Shape;4788;p17"/>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9" name="Google Shape;4789;p17"/>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0" name="Google Shape;4790;p17"/>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1" name="Google Shape;4791;p17"/>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2" name="Google Shape;4792;p17"/>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3" name="Google Shape;4793;p17"/>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4" name="Google Shape;4794;p17"/>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5" name="Google Shape;4795;p17"/>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6" name="Google Shape;4796;p17"/>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7" name="Google Shape;4797;p17"/>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8" name="Google Shape;4798;p17"/>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9" name="Google Shape;4799;p17"/>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0" name="Google Shape;4800;p17"/>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1" name="Google Shape;4801;p17"/>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2" name="Google Shape;4802;p17"/>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3" name="Google Shape;4803;p17"/>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4" name="Google Shape;4804;p17"/>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5" name="Google Shape;4805;p17"/>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6" name="Google Shape;4806;p17"/>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7" name="Google Shape;4807;p17"/>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8" name="Google Shape;4808;p17"/>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9" name="Google Shape;4809;p17"/>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0" name="Google Shape;4810;p17"/>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1" name="Google Shape;4811;p17"/>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2" name="Google Shape;4812;p17"/>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3" name="Google Shape;4813;p17"/>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4" name="Google Shape;4814;p17"/>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5" name="Google Shape;4815;p17"/>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6" name="Google Shape;4816;p17"/>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7" name="Google Shape;4817;p17"/>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8" name="Google Shape;4818;p17"/>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9" name="Google Shape;4819;p17"/>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0" name="Google Shape;4820;p17"/>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1" name="Google Shape;4821;p17"/>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2" name="Google Shape;4822;p17"/>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3" name="Google Shape;4823;p17"/>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4" name="Google Shape;4824;p17"/>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5" name="Google Shape;4825;p17"/>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6" name="Google Shape;4826;p17"/>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7" name="Google Shape;4827;p17"/>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8" name="Google Shape;4828;p17"/>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9" name="Google Shape;4829;p17"/>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0" name="Google Shape;4830;p17"/>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1" name="Google Shape;4831;p17"/>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2" name="Google Shape;4832;p17"/>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3" name="Google Shape;4833;p17"/>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4" name="Google Shape;4834;p17"/>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5" name="Google Shape;4835;p17"/>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6" name="Google Shape;4836;p17"/>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7" name="Google Shape;4837;p17"/>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8" name="Google Shape;4838;p17"/>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9" name="Google Shape;4839;p17"/>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0" name="Google Shape;4840;p17"/>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1" name="Google Shape;4841;p17"/>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2" name="Google Shape;4842;p17"/>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3" name="Google Shape;4843;p17"/>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4" name="Google Shape;4844;p17"/>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5" name="Google Shape;4845;p17"/>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6" name="Google Shape;4846;p17"/>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7" name="Google Shape;4847;p17"/>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8" name="Google Shape;4848;p17"/>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9" name="Google Shape;4849;p17"/>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0" name="Google Shape;4850;p17"/>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1" name="Google Shape;4851;p17"/>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17"/>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3" name="Google Shape;4853;p17"/>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4" name="Google Shape;4854;p17"/>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17"/>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6" name="Google Shape;4856;p17"/>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7" name="Google Shape;4857;p17"/>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17"/>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9" name="Google Shape;4859;p17"/>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0" name="Google Shape;4860;p17"/>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17"/>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2" name="Google Shape;4862;p17"/>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3" name="Google Shape;4863;p17"/>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17"/>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5" name="Google Shape;4865;p17"/>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6" name="Google Shape;4866;p17"/>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17"/>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8" name="Google Shape;4868;p17"/>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9" name="Google Shape;4869;p17"/>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17"/>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1" name="Google Shape;4871;p17"/>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2" name="Google Shape;4872;p17"/>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17"/>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4" name="Google Shape;4874;p17"/>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5" name="Google Shape;4875;p17"/>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17"/>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7" name="Google Shape;4877;p17"/>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8" name="Google Shape;4878;p17"/>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17"/>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0" name="Google Shape;4880;p17"/>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1" name="Google Shape;4881;p17"/>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17"/>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3" name="Google Shape;4883;p17"/>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4" name="Google Shape;4884;p17"/>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17"/>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6" name="Google Shape;4886;p17"/>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7" name="Google Shape;4887;p17"/>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17"/>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9" name="Google Shape;4889;p17"/>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0" name="Google Shape;4890;p17"/>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17"/>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2" name="Google Shape;4892;p17"/>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17"/>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17"/>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17"/>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17"/>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17"/>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17"/>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17"/>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17"/>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17"/>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17"/>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17"/>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17"/>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17"/>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17"/>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17"/>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17"/>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17"/>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17"/>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17"/>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17"/>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17"/>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4" name="Google Shape;4914;p17"/>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17"/>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17"/>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7" name="Google Shape;4917;p17"/>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17"/>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17"/>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17"/>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17"/>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17"/>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17"/>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17"/>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17"/>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17"/>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17"/>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8" name="Google Shape;4928;p17"/>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17"/>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17"/>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1" name="Google Shape;4931;p17"/>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2" name="Google Shape;4932;p17"/>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17"/>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17"/>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17"/>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17"/>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17"/>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17"/>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17"/>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17"/>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17"/>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17"/>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17"/>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17"/>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17"/>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17"/>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17"/>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17"/>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17"/>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17"/>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17"/>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17"/>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17"/>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17"/>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17"/>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17"/>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2">
  <p:cSld name="CUSTOM_4_1_1">
    <p:spTree>
      <p:nvGrpSpPr>
        <p:cNvPr id="1" name="Shape 4957"/>
        <p:cNvGrpSpPr/>
        <p:nvPr/>
      </p:nvGrpSpPr>
      <p:grpSpPr>
        <a:xfrm>
          <a:off x="0" y="0"/>
          <a:ext cx="0" cy="0"/>
          <a:chOff x="0" y="0"/>
          <a:chExt cx="0" cy="0"/>
        </a:xfrm>
      </p:grpSpPr>
      <p:sp>
        <p:nvSpPr>
          <p:cNvPr id="4958" name="Google Shape;4958;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959" name="Google Shape;4959;p18"/>
          <p:cNvSpPr txBox="1">
            <a:spLocks noGrp="1"/>
          </p:cNvSpPr>
          <p:nvPr>
            <p:ph type="body" idx="1"/>
          </p:nvPr>
        </p:nvSpPr>
        <p:spPr>
          <a:xfrm>
            <a:off x="720000" y="1546050"/>
            <a:ext cx="4547400" cy="2051400"/>
          </a:xfrm>
          <a:prstGeom prst="rect">
            <a:avLst/>
          </a:prstGeom>
        </p:spPr>
        <p:txBody>
          <a:bodyPr spcFirstLastPara="1" wrap="square" lIns="91425" tIns="91425" rIns="91425" bIns="91425" anchor="t" anchorCtr="0">
            <a:noAutofit/>
          </a:bodyPr>
          <a:lstStyle>
            <a:lvl1pPr marL="457200" lvl="0" indent="-323850" rtl="0">
              <a:lnSpc>
                <a:spcPct val="100000"/>
              </a:lnSpc>
              <a:spcBef>
                <a:spcPts val="0"/>
              </a:spcBef>
              <a:spcAft>
                <a:spcPts val="0"/>
              </a:spcAft>
              <a:buClr>
                <a:srgbClr val="D1B4E5"/>
              </a:buClr>
              <a:buSzPts val="1500"/>
              <a:buAutoNum type="arabicPeriod"/>
              <a:defRPr/>
            </a:lvl1pPr>
            <a:lvl2pPr marL="914400" lvl="1" indent="-304800" rtl="0">
              <a:lnSpc>
                <a:spcPct val="100000"/>
              </a:lnSpc>
              <a:spcBef>
                <a:spcPts val="0"/>
              </a:spcBef>
              <a:spcAft>
                <a:spcPts val="0"/>
              </a:spcAft>
              <a:buClr>
                <a:srgbClr val="000000"/>
              </a:buClr>
              <a:buSzPts val="1200"/>
              <a:buFont typeface="Arimo"/>
              <a:buAutoNum type="alphaLcPeriod"/>
              <a:defRPr/>
            </a:lvl2pPr>
            <a:lvl3pPr marL="1371600" lvl="2" indent="-304800" rtl="0">
              <a:lnSpc>
                <a:spcPct val="100000"/>
              </a:lnSpc>
              <a:spcBef>
                <a:spcPts val="0"/>
              </a:spcBef>
              <a:spcAft>
                <a:spcPts val="0"/>
              </a:spcAft>
              <a:buClr>
                <a:srgbClr val="000000"/>
              </a:buClr>
              <a:buSzPts val="1200"/>
              <a:buFont typeface="Arimo"/>
              <a:buAutoNum type="romanLcPeriod"/>
              <a:defRPr/>
            </a:lvl3pPr>
            <a:lvl4pPr marL="1828800" lvl="3" indent="-304800" rtl="0">
              <a:lnSpc>
                <a:spcPct val="100000"/>
              </a:lnSpc>
              <a:spcBef>
                <a:spcPts val="0"/>
              </a:spcBef>
              <a:spcAft>
                <a:spcPts val="0"/>
              </a:spcAft>
              <a:buClr>
                <a:srgbClr val="000000"/>
              </a:buClr>
              <a:buSzPts val="1200"/>
              <a:buFont typeface="Arimo"/>
              <a:buAutoNum type="arabicPeriod"/>
              <a:defRPr/>
            </a:lvl4pPr>
            <a:lvl5pPr marL="2286000" lvl="4" indent="-304800" rtl="0">
              <a:lnSpc>
                <a:spcPct val="100000"/>
              </a:lnSpc>
              <a:spcBef>
                <a:spcPts val="0"/>
              </a:spcBef>
              <a:spcAft>
                <a:spcPts val="0"/>
              </a:spcAft>
              <a:buClr>
                <a:srgbClr val="000000"/>
              </a:buClr>
              <a:buSzPts val="1200"/>
              <a:buFont typeface="Arimo"/>
              <a:buAutoNum type="alphaLcPeriod"/>
              <a:defRPr/>
            </a:lvl5pPr>
            <a:lvl6pPr marL="2743200" lvl="5" indent="-304800" rtl="0">
              <a:lnSpc>
                <a:spcPct val="100000"/>
              </a:lnSpc>
              <a:spcBef>
                <a:spcPts val="0"/>
              </a:spcBef>
              <a:spcAft>
                <a:spcPts val="0"/>
              </a:spcAft>
              <a:buClr>
                <a:srgbClr val="000000"/>
              </a:buClr>
              <a:buSzPts val="1200"/>
              <a:buFont typeface="Arimo"/>
              <a:buAutoNum type="romanLcPeriod"/>
              <a:defRPr/>
            </a:lvl6pPr>
            <a:lvl7pPr marL="3200400" lvl="6" indent="-304800" rtl="0">
              <a:lnSpc>
                <a:spcPct val="100000"/>
              </a:lnSpc>
              <a:spcBef>
                <a:spcPts val="0"/>
              </a:spcBef>
              <a:spcAft>
                <a:spcPts val="0"/>
              </a:spcAft>
              <a:buClr>
                <a:srgbClr val="000000"/>
              </a:buClr>
              <a:buSzPts val="1200"/>
              <a:buFont typeface="Arimo"/>
              <a:buAutoNum type="arabicPeriod"/>
              <a:defRPr/>
            </a:lvl7pPr>
            <a:lvl8pPr marL="3657600" lvl="7" indent="-304800" rtl="0">
              <a:lnSpc>
                <a:spcPct val="100000"/>
              </a:lnSpc>
              <a:spcBef>
                <a:spcPts val="0"/>
              </a:spcBef>
              <a:spcAft>
                <a:spcPts val="0"/>
              </a:spcAft>
              <a:buClr>
                <a:srgbClr val="000000"/>
              </a:buClr>
              <a:buSzPts val="1200"/>
              <a:buFont typeface="Arimo"/>
              <a:buAutoNum type="alphaLcPeriod"/>
              <a:defRPr/>
            </a:lvl8pPr>
            <a:lvl9pPr marL="4114800" lvl="8" indent="-304800" rtl="0">
              <a:lnSpc>
                <a:spcPct val="100000"/>
              </a:lnSpc>
              <a:spcBef>
                <a:spcPts val="0"/>
              </a:spcBef>
              <a:spcAft>
                <a:spcPts val="0"/>
              </a:spcAft>
              <a:buClr>
                <a:srgbClr val="000000"/>
              </a:buClr>
              <a:buSzPts val="1200"/>
              <a:buFont typeface="Arimo"/>
              <a:buAutoNum type="romanLcPeriod"/>
              <a:defRPr/>
            </a:lvl9pPr>
          </a:lstStyle>
          <a:p>
            <a:endParaRPr/>
          </a:p>
        </p:txBody>
      </p:sp>
      <p:sp>
        <p:nvSpPr>
          <p:cNvPr id="4960" name="Google Shape;4960;p18"/>
          <p:cNvSpPr/>
          <p:nvPr/>
        </p:nvSpPr>
        <p:spPr>
          <a:xfrm rot="5400000">
            <a:off x="-209589" y="2602444"/>
            <a:ext cx="2711108" cy="2459219"/>
          </a:xfrm>
          <a:custGeom>
            <a:avLst/>
            <a:gdLst/>
            <a:ahLst/>
            <a:cxnLst/>
            <a:rect l="l" t="t" r="r" b="b"/>
            <a:pathLst>
              <a:path w="18268" h="16571" extrusionOk="0">
                <a:moveTo>
                  <a:pt x="18267" y="0"/>
                </a:moveTo>
                <a:cubicBezTo>
                  <a:pt x="17011" y="685"/>
                  <a:pt x="15979" y="1778"/>
                  <a:pt x="15438" y="3106"/>
                </a:cubicBezTo>
                <a:cubicBezTo>
                  <a:pt x="14743" y="4812"/>
                  <a:pt x="14896" y="6733"/>
                  <a:pt x="14937" y="8572"/>
                </a:cubicBezTo>
                <a:cubicBezTo>
                  <a:pt x="14937" y="9083"/>
                  <a:pt x="14937" y="9603"/>
                  <a:pt x="14773" y="10084"/>
                </a:cubicBezTo>
                <a:cubicBezTo>
                  <a:pt x="14318" y="11360"/>
                  <a:pt x="12827" y="11974"/>
                  <a:pt x="11468" y="11974"/>
                </a:cubicBezTo>
                <a:cubicBezTo>
                  <a:pt x="11456" y="11974"/>
                  <a:pt x="11444" y="11974"/>
                  <a:pt x="11433" y="11974"/>
                </a:cubicBezTo>
                <a:cubicBezTo>
                  <a:pt x="10074" y="11974"/>
                  <a:pt x="8746" y="11524"/>
                  <a:pt x="7387" y="11412"/>
                </a:cubicBezTo>
                <a:cubicBezTo>
                  <a:pt x="7166" y="11393"/>
                  <a:pt x="6944" y="11383"/>
                  <a:pt x="6721" y="11383"/>
                </a:cubicBezTo>
                <a:cubicBezTo>
                  <a:pt x="4806" y="11383"/>
                  <a:pt x="2877" y="12088"/>
                  <a:pt x="1512" y="13424"/>
                </a:cubicBezTo>
                <a:cubicBezTo>
                  <a:pt x="849" y="14078"/>
                  <a:pt x="327" y="14875"/>
                  <a:pt x="0" y="15733"/>
                </a:cubicBezTo>
                <a:lnTo>
                  <a:pt x="0" y="16571"/>
                </a:lnTo>
                <a:lnTo>
                  <a:pt x="18267" y="16571"/>
                </a:lnTo>
                <a:lnTo>
                  <a:pt x="1826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61" name="Google Shape;4961;p18"/>
          <p:cNvGrpSpPr/>
          <p:nvPr/>
        </p:nvGrpSpPr>
        <p:grpSpPr>
          <a:xfrm rot="5400000">
            <a:off x="5874067" y="4630039"/>
            <a:ext cx="81758" cy="608663"/>
            <a:chOff x="-1154155" y="1061718"/>
            <a:chExt cx="36015" cy="268015"/>
          </a:xfrm>
        </p:grpSpPr>
        <p:sp>
          <p:nvSpPr>
            <p:cNvPr id="4962" name="Google Shape;4962;p18"/>
            <p:cNvSpPr/>
            <p:nvPr/>
          </p:nvSpPr>
          <p:spPr>
            <a:xfrm>
              <a:off x="-1154155" y="1061718"/>
              <a:ext cx="36015" cy="34445"/>
            </a:xfrm>
            <a:custGeom>
              <a:avLst/>
              <a:gdLst/>
              <a:ahLst/>
              <a:cxnLst/>
              <a:rect l="l" t="t" r="r" b="b"/>
              <a:pathLst>
                <a:path w="482" h="461" extrusionOk="0">
                  <a:moveTo>
                    <a:pt x="195" y="0"/>
                  </a:moveTo>
                  <a:cubicBezTo>
                    <a:pt x="175" y="0"/>
                    <a:pt x="164" y="11"/>
                    <a:pt x="144" y="11"/>
                  </a:cubicBezTo>
                  <a:cubicBezTo>
                    <a:pt x="134" y="21"/>
                    <a:pt x="123" y="31"/>
                    <a:pt x="103" y="31"/>
                  </a:cubicBezTo>
                  <a:lnTo>
                    <a:pt x="73" y="62"/>
                  </a:lnTo>
                  <a:cubicBezTo>
                    <a:pt x="62" y="72"/>
                    <a:pt x="52" y="82"/>
                    <a:pt x="42" y="103"/>
                  </a:cubicBezTo>
                  <a:cubicBezTo>
                    <a:pt x="32" y="113"/>
                    <a:pt x="32" y="123"/>
                    <a:pt x="21" y="143"/>
                  </a:cubicBezTo>
                  <a:cubicBezTo>
                    <a:pt x="21" y="154"/>
                    <a:pt x="11" y="164"/>
                    <a:pt x="11" y="184"/>
                  </a:cubicBezTo>
                  <a:cubicBezTo>
                    <a:pt x="1" y="195"/>
                    <a:pt x="1" y="215"/>
                    <a:pt x="1" y="225"/>
                  </a:cubicBezTo>
                  <a:cubicBezTo>
                    <a:pt x="1" y="286"/>
                    <a:pt x="32" y="348"/>
                    <a:pt x="73" y="389"/>
                  </a:cubicBezTo>
                  <a:cubicBezTo>
                    <a:pt x="114" y="440"/>
                    <a:pt x="175" y="461"/>
                    <a:pt x="236" y="461"/>
                  </a:cubicBezTo>
                  <a:cubicBezTo>
                    <a:pt x="297" y="461"/>
                    <a:pt x="359" y="440"/>
                    <a:pt x="400" y="389"/>
                  </a:cubicBezTo>
                  <a:lnTo>
                    <a:pt x="430" y="358"/>
                  </a:lnTo>
                  <a:cubicBezTo>
                    <a:pt x="440" y="348"/>
                    <a:pt x="440" y="327"/>
                    <a:pt x="450" y="318"/>
                  </a:cubicBezTo>
                  <a:cubicBezTo>
                    <a:pt x="461" y="307"/>
                    <a:pt x="461" y="286"/>
                    <a:pt x="461" y="277"/>
                  </a:cubicBezTo>
                  <a:cubicBezTo>
                    <a:pt x="481" y="195"/>
                    <a:pt x="450" y="123"/>
                    <a:pt x="400" y="62"/>
                  </a:cubicBezTo>
                  <a:cubicBezTo>
                    <a:pt x="359" y="21"/>
                    <a:pt x="297" y="0"/>
                    <a:pt x="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3" name="Google Shape;4963;p18"/>
            <p:cNvSpPr/>
            <p:nvPr/>
          </p:nvSpPr>
          <p:spPr>
            <a:xfrm>
              <a:off x="-1154155" y="1139575"/>
              <a:ext cx="35193" cy="112300"/>
            </a:xfrm>
            <a:custGeom>
              <a:avLst/>
              <a:gdLst/>
              <a:ahLst/>
              <a:cxnLst/>
              <a:rect l="l" t="t" r="r" b="b"/>
              <a:pathLst>
                <a:path w="471" h="1503" extrusionOk="0">
                  <a:moveTo>
                    <a:pt x="236" y="1"/>
                  </a:moveTo>
                  <a:cubicBezTo>
                    <a:pt x="114" y="1"/>
                    <a:pt x="1" y="103"/>
                    <a:pt x="1" y="225"/>
                  </a:cubicBezTo>
                  <a:cubicBezTo>
                    <a:pt x="1" y="358"/>
                    <a:pt x="114" y="461"/>
                    <a:pt x="236" y="461"/>
                  </a:cubicBezTo>
                  <a:cubicBezTo>
                    <a:pt x="369" y="461"/>
                    <a:pt x="471" y="358"/>
                    <a:pt x="471" y="225"/>
                  </a:cubicBezTo>
                  <a:cubicBezTo>
                    <a:pt x="471" y="103"/>
                    <a:pt x="369" y="1"/>
                    <a:pt x="236" y="1"/>
                  </a:cubicBezTo>
                  <a:close/>
                  <a:moveTo>
                    <a:pt x="236" y="1043"/>
                  </a:moveTo>
                  <a:cubicBezTo>
                    <a:pt x="114" y="1043"/>
                    <a:pt x="1" y="1145"/>
                    <a:pt x="1" y="1267"/>
                  </a:cubicBezTo>
                  <a:cubicBezTo>
                    <a:pt x="1" y="1401"/>
                    <a:pt x="114" y="1503"/>
                    <a:pt x="236" y="1503"/>
                  </a:cubicBezTo>
                  <a:cubicBezTo>
                    <a:pt x="369" y="1503"/>
                    <a:pt x="471" y="1401"/>
                    <a:pt x="471" y="1267"/>
                  </a:cubicBezTo>
                  <a:cubicBezTo>
                    <a:pt x="471" y="1145"/>
                    <a:pt x="369" y="1043"/>
                    <a:pt x="236" y="104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18"/>
            <p:cNvSpPr/>
            <p:nvPr/>
          </p:nvSpPr>
          <p:spPr>
            <a:xfrm>
              <a:off x="-1154155" y="1295289"/>
              <a:ext cx="36015" cy="34445"/>
            </a:xfrm>
            <a:custGeom>
              <a:avLst/>
              <a:gdLst/>
              <a:ahLst/>
              <a:cxnLst/>
              <a:rect l="l" t="t" r="r" b="b"/>
              <a:pathLst>
                <a:path w="482" h="461" extrusionOk="0">
                  <a:moveTo>
                    <a:pt x="236" y="1"/>
                  </a:moveTo>
                  <a:cubicBezTo>
                    <a:pt x="175" y="1"/>
                    <a:pt x="114" y="21"/>
                    <a:pt x="73" y="62"/>
                  </a:cubicBezTo>
                  <a:cubicBezTo>
                    <a:pt x="32" y="113"/>
                    <a:pt x="1" y="175"/>
                    <a:pt x="1" y="225"/>
                  </a:cubicBezTo>
                  <a:cubicBezTo>
                    <a:pt x="1" y="246"/>
                    <a:pt x="1" y="256"/>
                    <a:pt x="11" y="277"/>
                  </a:cubicBezTo>
                  <a:cubicBezTo>
                    <a:pt x="11" y="287"/>
                    <a:pt x="21" y="307"/>
                    <a:pt x="21" y="318"/>
                  </a:cubicBezTo>
                  <a:cubicBezTo>
                    <a:pt x="32" y="328"/>
                    <a:pt x="32" y="348"/>
                    <a:pt x="42" y="359"/>
                  </a:cubicBezTo>
                  <a:lnTo>
                    <a:pt x="73" y="389"/>
                  </a:lnTo>
                  <a:cubicBezTo>
                    <a:pt x="114" y="440"/>
                    <a:pt x="175" y="461"/>
                    <a:pt x="236" y="461"/>
                  </a:cubicBezTo>
                  <a:lnTo>
                    <a:pt x="277" y="461"/>
                  </a:lnTo>
                  <a:cubicBezTo>
                    <a:pt x="297" y="450"/>
                    <a:pt x="307" y="450"/>
                    <a:pt x="328" y="440"/>
                  </a:cubicBezTo>
                  <a:cubicBezTo>
                    <a:pt x="338" y="440"/>
                    <a:pt x="348" y="430"/>
                    <a:pt x="369" y="420"/>
                  </a:cubicBezTo>
                  <a:lnTo>
                    <a:pt x="400" y="389"/>
                  </a:lnTo>
                  <a:lnTo>
                    <a:pt x="430" y="359"/>
                  </a:lnTo>
                  <a:cubicBezTo>
                    <a:pt x="440" y="348"/>
                    <a:pt x="440" y="328"/>
                    <a:pt x="450" y="318"/>
                  </a:cubicBezTo>
                  <a:cubicBezTo>
                    <a:pt x="461" y="307"/>
                    <a:pt x="461" y="287"/>
                    <a:pt x="461" y="277"/>
                  </a:cubicBezTo>
                  <a:cubicBezTo>
                    <a:pt x="481" y="195"/>
                    <a:pt x="450" y="123"/>
                    <a:pt x="400" y="62"/>
                  </a:cubicBezTo>
                  <a:cubicBezTo>
                    <a:pt x="389" y="52"/>
                    <a:pt x="379" y="41"/>
                    <a:pt x="369" y="41"/>
                  </a:cubicBezTo>
                  <a:cubicBezTo>
                    <a:pt x="348" y="32"/>
                    <a:pt x="338" y="21"/>
                    <a:pt x="328" y="11"/>
                  </a:cubicBezTo>
                  <a:cubicBezTo>
                    <a:pt x="307" y="11"/>
                    <a:pt x="297" y="1"/>
                    <a:pt x="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5" name="Google Shape;4965;p18"/>
          <p:cNvSpPr/>
          <p:nvPr/>
        </p:nvSpPr>
        <p:spPr>
          <a:xfrm rot="10800000">
            <a:off x="8672670" y="2229482"/>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18"/>
          <p:cNvSpPr/>
          <p:nvPr/>
        </p:nvSpPr>
        <p:spPr>
          <a:xfrm>
            <a:off x="170476" y="4480487"/>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18"/>
          <p:cNvSpPr/>
          <p:nvPr/>
        </p:nvSpPr>
        <p:spPr>
          <a:xfrm>
            <a:off x="1861275" y="4604005"/>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68" name="Google Shape;4968;p18"/>
          <p:cNvGrpSpPr/>
          <p:nvPr/>
        </p:nvGrpSpPr>
        <p:grpSpPr>
          <a:xfrm>
            <a:off x="-911868" y="663002"/>
            <a:ext cx="1517538" cy="1495345"/>
            <a:chOff x="-1517525" y="-541175"/>
            <a:chExt cx="1096725" cy="1080686"/>
          </a:xfrm>
        </p:grpSpPr>
        <p:sp>
          <p:nvSpPr>
            <p:cNvPr id="4969" name="Google Shape;4969;p18"/>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18"/>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1" name="Google Shape;4971;p18"/>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2" name="Google Shape;4972;p18"/>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18"/>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4" name="Google Shape;4974;p18"/>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5" name="Google Shape;4975;p18"/>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6" name="Google Shape;4976;p18"/>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7" name="Google Shape;4977;p18"/>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8" name="Google Shape;4978;p18"/>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18"/>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0" name="Google Shape;4980;p18"/>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1" name="Google Shape;4981;p18"/>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2" name="Google Shape;4982;p18"/>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3" name="Google Shape;4983;p18"/>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4" name="Google Shape;4984;p18"/>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18"/>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18"/>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7" name="Google Shape;4987;p18"/>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8" name="Google Shape;4988;p18"/>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9" name="Google Shape;4989;p18"/>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0" name="Google Shape;4990;p18"/>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18"/>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2" name="Google Shape;4992;p18"/>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3" name="Google Shape;4993;p18"/>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18"/>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5" name="Google Shape;4995;p18"/>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6" name="Google Shape;4996;p18"/>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18"/>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18"/>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18"/>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18"/>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18"/>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18"/>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18"/>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4" name="Google Shape;5004;p18"/>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18"/>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6" name="Google Shape;5006;p18"/>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7" name="Google Shape;5007;p18"/>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8" name="Google Shape;5008;p18"/>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9" name="Google Shape;5009;p18"/>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0" name="Google Shape;5010;p18"/>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18"/>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18"/>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18"/>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18"/>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18"/>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18"/>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18"/>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18"/>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18"/>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18"/>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18"/>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18"/>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18"/>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18"/>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18"/>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18"/>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7" name="Google Shape;5027;p18"/>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18"/>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18"/>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0" name="Google Shape;5030;p18"/>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18"/>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18"/>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3" name="Google Shape;5033;p18"/>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4" name="Google Shape;5034;p18"/>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18"/>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6" name="Google Shape;5036;p18"/>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18"/>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18"/>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9" name="Google Shape;5039;p18"/>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18"/>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18"/>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18"/>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18"/>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18"/>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18"/>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18"/>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18"/>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8" name="Google Shape;5048;p18"/>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18"/>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18"/>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1" name="Google Shape;5051;p18"/>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2" name="Google Shape;5052;p18"/>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18"/>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18"/>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5055;p18"/>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18"/>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7" name="Google Shape;5057;p18"/>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8" name="Google Shape;5058;p18"/>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18"/>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18"/>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1" name="Google Shape;5061;p18"/>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2" name="Google Shape;5062;p18"/>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3" name="Google Shape;5063;p18"/>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4" name="Google Shape;5064;p18"/>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18"/>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6" name="Google Shape;5066;p18"/>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7" name="Google Shape;5067;p18"/>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8" name="Google Shape;5068;p18"/>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9" name="Google Shape;5069;p18"/>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18"/>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18"/>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18"/>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18"/>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18"/>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5" name="Google Shape;5075;p18"/>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18"/>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7" name="Google Shape;5077;p18"/>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18"/>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9" name="Google Shape;5079;p18"/>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0" name="Google Shape;5080;p18"/>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1" name="Google Shape;5081;p18"/>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18"/>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3" name="Google Shape;5083;p18"/>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4" name="Google Shape;5084;p18"/>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5" name="Google Shape;5085;p18"/>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6" name="Google Shape;5086;p18"/>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7" name="Google Shape;5087;p18"/>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18"/>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18"/>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18"/>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18"/>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18"/>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3" name="Google Shape;5093;p18"/>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4" name="Google Shape;5094;p18"/>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18"/>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18"/>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7" name="Google Shape;5097;p18"/>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8" name="Google Shape;5098;p18"/>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18"/>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18"/>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1" name="Google Shape;5101;p18"/>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2" name="Google Shape;5102;p18"/>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3" name="Google Shape;5103;p18"/>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4" name="Google Shape;5104;p18"/>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5" name="Google Shape;5105;p18"/>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18"/>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18"/>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18"/>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9" name="Google Shape;5109;p18"/>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0" name="Google Shape;5110;p18"/>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1" name="Google Shape;5111;p18"/>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2" name="Google Shape;5112;p18"/>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3" name="Google Shape;5113;p18"/>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4" name="Google Shape;5114;p18"/>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5" name="Google Shape;5115;p18"/>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6" name="Google Shape;5116;p18"/>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7" name="Google Shape;5117;p18"/>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8" name="Google Shape;5118;p18"/>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9" name="Google Shape;5119;p18"/>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0" name="Google Shape;5120;p18"/>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1" name="Google Shape;5121;p18"/>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2" name="Google Shape;5122;p18"/>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3" name="Google Shape;5123;p18"/>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4" name="Google Shape;5124;p18"/>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5" name="Google Shape;5125;p18"/>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6" name="Google Shape;5126;p18"/>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7" name="Google Shape;5127;p18"/>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8" name="Google Shape;5128;p18"/>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9" name="Google Shape;5129;p18"/>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0" name="Google Shape;5130;p18"/>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1" name="Google Shape;5131;p18"/>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2" name="Google Shape;5132;p18"/>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3" name="Google Shape;5133;p18"/>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4" name="Google Shape;5134;p18"/>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5" name="Google Shape;5135;p18"/>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6" name="Google Shape;5136;p18"/>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7" name="Google Shape;5137;p18"/>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8" name="Google Shape;5138;p18"/>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9" name="Google Shape;5139;p18"/>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0" name="Google Shape;5140;p18"/>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1" name="Google Shape;5141;p18"/>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2" name="Google Shape;5142;p18"/>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3" name="Google Shape;5143;p18"/>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4" name="Google Shape;5144;p18"/>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5" name="Google Shape;5145;p18"/>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6" name="Google Shape;5146;p18"/>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7" name="Google Shape;5147;p18"/>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8" name="Google Shape;5148;p18"/>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9" name="Google Shape;5149;p18"/>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0" name="Google Shape;5150;p18"/>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1" name="Google Shape;5151;p18"/>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2" name="Google Shape;5152;p18"/>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3" name="Google Shape;5153;p18"/>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4" name="Google Shape;5154;p18"/>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5" name="Google Shape;5155;p18"/>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6" name="Google Shape;5156;p18"/>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7" name="Google Shape;5157;p18"/>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8" name="Google Shape;5158;p18"/>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9" name="Google Shape;5159;p18"/>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0" name="Google Shape;5160;p18"/>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1" name="Google Shape;5161;p18"/>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2" name="Google Shape;5162;p18"/>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3" name="Google Shape;5163;p18"/>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4" name="Google Shape;5164;p18"/>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5" name="Google Shape;5165;p18"/>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6" name="Google Shape;5166;p18"/>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7" name="Google Shape;5167;p18"/>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8" name="Google Shape;5168;p18"/>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9" name="Google Shape;5169;p18"/>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18"/>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1" name="Google Shape;5171;p18"/>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2" name="Google Shape;5172;p18"/>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18"/>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4" name="Google Shape;5174;p18"/>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5" name="Google Shape;5175;p18"/>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6" name="Google Shape;5176;p18"/>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7" name="Google Shape;5177;p18"/>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8" name="Google Shape;5178;p18"/>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9" name="Google Shape;5179;p18"/>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0" name="Google Shape;5180;p18"/>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18"/>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2" name="Google Shape;5182;p18"/>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3" name="Google Shape;5183;p18"/>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18"/>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5" name="Google Shape;5185;p18"/>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6" name="Google Shape;5186;p18"/>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18"/>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8" name="Google Shape;5188;p18"/>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9" name="Google Shape;5189;p18"/>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18"/>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1" name="Google Shape;5191;p18"/>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2" name="Google Shape;5192;p18"/>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18"/>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4" name="Google Shape;5194;p18"/>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5" name="Google Shape;5195;p18"/>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18"/>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7" name="Google Shape;5197;p18"/>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8" name="Google Shape;5198;p18"/>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18"/>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0" name="Google Shape;5200;p18"/>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1" name="Google Shape;5201;p18"/>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18"/>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3" name="Google Shape;5203;p18"/>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4" name="Google Shape;5204;p18"/>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18"/>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6" name="Google Shape;5206;p18"/>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7" name="Google Shape;5207;p18"/>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18"/>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9" name="Google Shape;5209;p18"/>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0" name="Google Shape;5210;p18"/>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18"/>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2" name="Google Shape;5212;p18"/>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3" name="Google Shape;5213;p18"/>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18"/>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5" name="Google Shape;5215;p18"/>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6" name="Google Shape;5216;p18"/>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18"/>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8" name="Google Shape;5218;p18"/>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9" name="Google Shape;5219;p18"/>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18"/>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1" name="Google Shape;5221;p18"/>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2" name="Google Shape;5222;p18"/>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18"/>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4" name="Google Shape;5224;p18"/>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5" name="Google Shape;5225;p18"/>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18"/>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7" name="Google Shape;5227;p18"/>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8" name="Google Shape;5228;p18"/>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18"/>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0" name="Google Shape;5230;p18"/>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1" name="Google Shape;5231;p18"/>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18"/>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3" name="Google Shape;5233;p18"/>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4" name="Google Shape;5234;p18"/>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18"/>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6" name="Google Shape;5236;p18"/>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7" name="Google Shape;5237;p18"/>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18"/>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9" name="Google Shape;5239;p18"/>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0" name="Google Shape;5240;p18"/>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18"/>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2" name="Google Shape;5242;p18"/>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3" name="Google Shape;5243;p18"/>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18"/>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5" name="Google Shape;5245;p18"/>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6" name="Google Shape;5246;p18"/>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18"/>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8" name="Google Shape;5248;p18"/>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9" name="Google Shape;5249;p18"/>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18"/>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1" name="Google Shape;5251;p18"/>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2" name="Google Shape;5252;p18"/>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18"/>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4" name="Google Shape;5254;p18"/>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5" name="Google Shape;5255;p18"/>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18"/>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7" name="Google Shape;5257;p18"/>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8" name="Google Shape;5258;p18"/>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18"/>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0" name="Google Shape;5260;p18"/>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1" name="Google Shape;5261;p18"/>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18"/>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3" name="Google Shape;5263;p18"/>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4" name="Google Shape;5264;p18"/>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5" name="Google Shape;5265;p18"/>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6" name="Google Shape;5266;p18"/>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7" name="Google Shape;5267;p18"/>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18"/>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9" name="Google Shape;5269;p18"/>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0" name="Google Shape;5270;p18"/>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18"/>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2" name="Google Shape;5272;p18"/>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3" name="Google Shape;5273;p18"/>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18"/>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5" name="Google Shape;5275;p18"/>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6" name="Google Shape;5276;p18"/>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18"/>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8" name="Google Shape;5278;p18"/>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9" name="Google Shape;5279;p18"/>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0" name="Google Shape;5280;p18"/>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18"/>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18"/>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18"/>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18"/>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5" name="Google Shape;5285;p18"/>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18"/>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18"/>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18"/>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9" name="Google Shape;5289;p18"/>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0" name="Google Shape;5290;p18"/>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18"/>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18"/>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18"/>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4" name="Google Shape;5294;p18"/>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5" name="Google Shape;5295;p18"/>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6" name="Google Shape;5296;p18"/>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7" name="Google Shape;5297;p18"/>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8" name="Google Shape;5298;p18"/>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18"/>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18"/>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18"/>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18"/>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18"/>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18"/>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05" name="Google Shape;5305;p18"/>
          <p:cNvSpPr/>
          <p:nvPr/>
        </p:nvSpPr>
        <p:spPr>
          <a:xfrm>
            <a:off x="6496011" y="2897719"/>
            <a:ext cx="2711108" cy="2459219"/>
          </a:xfrm>
          <a:custGeom>
            <a:avLst/>
            <a:gdLst/>
            <a:ahLst/>
            <a:cxnLst/>
            <a:rect l="l" t="t" r="r" b="b"/>
            <a:pathLst>
              <a:path w="18268" h="16571" extrusionOk="0">
                <a:moveTo>
                  <a:pt x="18267" y="0"/>
                </a:moveTo>
                <a:cubicBezTo>
                  <a:pt x="17011" y="685"/>
                  <a:pt x="15979" y="1778"/>
                  <a:pt x="15438" y="3106"/>
                </a:cubicBezTo>
                <a:cubicBezTo>
                  <a:pt x="14743" y="4812"/>
                  <a:pt x="14896" y="6733"/>
                  <a:pt x="14937" y="8572"/>
                </a:cubicBezTo>
                <a:cubicBezTo>
                  <a:pt x="14937" y="9083"/>
                  <a:pt x="14937" y="9603"/>
                  <a:pt x="14773" y="10084"/>
                </a:cubicBezTo>
                <a:cubicBezTo>
                  <a:pt x="14318" y="11360"/>
                  <a:pt x="12827" y="11974"/>
                  <a:pt x="11468" y="11974"/>
                </a:cubicBezTo>
                <a:cubicBezTo>
                  <a:pt x="11456" y="11974"/>
                  <a:pt x="11444" y="11974"/>
                  <a:pt x="11433" y="11974"/>
                </a:cubicBezTo>
                <a:cubicBezTo>
                  <a:pt x="10074" y="11974"/>
                  <a:pt x="8746" y="11524"/>
                  <a:pt x="7387" y="11412"/>
                </a:cubicBezTo>
                <a:cubicBezTo>
                  <a:pt x="7166" y="11393"/>
                  <a:pt x="6944" y="11383"/>
                  <a:pt x="6721" y="11383"/>
                </a:cubicBezTo>
                <a:cubicBezTo>
                  <a:pt x="4806" y="11383"/>
                  <a:pt x="2877" y="12088"/>
                  <a:pt x="1512" y="13424"/>
                </a:cubicBezTo>
                <a:cubicBezTo>
                  <a:pt x="849" y="14078"/>
                  <a:pt x="327" y="14875"/>
                  <a:pt x="0" y="15733"/>
                </a:cubicBezTo>
                <a:lnTo>
                  <a:pt x="0" y="16571"/>
                </a:lnTo>
                <a:lnTo>
                  <a:pt x="18267" y="16571"/>
                </a:lnTo>
                <a:lnTo>
                  <a:pt x="182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18"/>
          <p:cNvSpPr/>
          <p:nvPr/>
        </p:nvSpPr>
        <p:spPr>
          <a:xfrm rot="10800000">
            <a:off x="8423999" y="3812856"/>
            <a:ext cx="1281912" cy="1162406"/>
          </a:xfrm>
          <a:custGeom>
            <a:avLst/>
            <a:gdLst/>
            <a:ahLst/>
            <a:cxnLst/>
            <a:rect l="l" t="t" r="r" b="b"/>
            <a:pathLst>
              <a:path w="10452" h="9478" extrusionOk="0">
                <a:moveTo>
                  <a:pt x="5225" y="0"/>
                </a:moveTo>
                <a:cubicBezTo>
                  <a:pt x="4038" y="0"/>
                  <a:pt x="2851" y="443"/>
                  <a:pt x="1932" y="1332"/>
                </a:cubicBezTo>
                <a:cubicBezTo>
                  <a:pt x="52" y="3150"/>
                  <a:pt x="0" y="6154"/>
                  <a:pt x="1819" y="8034"/>
                </a:cubicBezTo>
                <a:cubicBezTo>
                  <a:pt x="2748" y="8994"/>
                  <a:pt x="3985" y="9477"/>
                  <a:pt x="5224" y="9477"/>
                </a:cubicBezTo>
                <a:cubicBezTo>
                  <a:pt x="6409" y="9477"/>
                  <a:pt x="7597" y="9035"/>
                  <a:pt x="8521" y="8146"/>
                </a:cubicBezTo>
                <a:cubicBezTo>
                  <a:pt x="10400" y="6328"/>
                  <a:pt x="10452" y="3324"/>
                  <a:pt x="8633" y="1444"/>
                </a:cubicBezTo>
                <a:cubicBezTo>
                  <a:pt x="7704" y="484"/>
                  <a:pt x="6465" y="0"/>
                  <a:pt x="52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5307"/>
        <p:cNvGrpSpPr/>
        <p:nvPr/>
      </p:nvGrpSpPr>
      <p:grpSpPr>
        <a:xfrm>
          <a:off x="0" y="0"/>
          <a:ext cx="0" cy="0"/>
          <a:chOff x="0" y="0"/>
          <a:chExt cx="0" cy="0"/>
        </a:xfrm>
      </p:grpSpPr>
      <p:sp>
        <p:nvSpPr>
          <p:cNvPr id="5308" name="Google Shape;5308;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09" name="Google Shape;5309;p19"/>
          <p:cNvSpPr txBox="1">
            <a:spLocks noGrp="1"/>
          </p:cNvSpPr>
          <p:nvPr>
            <p:ph type="subTitle" idx="1"/>
          </p:nvPr>
        </p:nvSpPr>
        <p:spPr>
          <a:xfrm>
            <a:off x="713225" y="2611913"/>
            <a:ext cx="2272200" cy="16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310" name="Google Shape;5310;p19"/>
          <p:cNvSpPr txBox="1">
            <a:spLocks noGrp="1"/>
          </p:cNvSpPr>
          <p:nvPr>
            <p:ph type="subTitle" idx="2"/>
          </p:nvPr>
        </p:nvSpPr>
        <p:spPr>
          <a:xfrm>
            <a:off x="3435875" y="2611913"/>
            <a:ext cx="2272200" cy="16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311" name="Google Shape;5311;p19"/>
          <p:cNvSpPr txBox="1">
            <a:spLocks noGrp="1"/>
          </p:cNvSpPr>
          <p:nvPr>
            <p:ph type="subTitle" idx="3"/>
          </p:nvPr>
        </p:nvSpPr>
        <p:spPr>
          <a:xfrm>
            <a:off x="6158525" y="2611913"/>
            <a:ext cx="2272200" cy="16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312" name="Google Shape;5312;p19"/>
          <p:cNvSpPr txBox="1">
            <a:spLocks noGrp="1"/>
          </p:cNvSpPr>
          <p:nvPr>
            <p:ph type="subTitle" idx="4"/>
          </p:nvPr>
        </p:nvSpPr>
        <p:spPr>
          <a:xfrm>
            <a:off x="713225" y="2079238"/>
            <a:ext cx="2272200" cy="439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313" name="Google Shape;5313;p19"/>
          <p:cNvSpPr txBox="1">
            <a:spLocks noGrp="1"/>
          </p:cNvSpPr>
          <p:nvPr>
            <p:ph type="subTitle" idx="5"/>
          </p:nvPr>
        </p:nvSpPr>
        <p:spPr>
          <a:xfrm>
            <a:off x="3435884" y="2079238"/>
            <a:ext cx="2272200" cy="439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314" name="Google Shape;5314;p19"/>
          <p:cNvSpPr txBox="1">
            <a:spLocks noGrp="1"/>
          </p:cNvSpPr>
          <p:nvPr>
            <p:ph type="subTitle" idx="6"/>
          </p:nvPr>
        </p:nvSpPr>
        <p:spPr>
          <a:xfrm>
            <a:off x="6158525" y="2079238"/>
            <a:ext cx="2272200" cy="439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315" name="Google Shape;5315;p19"/>
          <p:cNvSpPr/>
          <p:nvPr/>
        </p:nvSpPr>
        <p:spPr>
          <a:xfrm>
            <a:off x="6216852" y="-35700"/>
            <a:ext cx="2958500" cy="572691"/>
          </a:xfrm>
          <a:custGeom>
            <a:avLst/>
            <a:gdLst/>
            <a:ahLst/>
            <a:cxnLst/>
            <a:rect l="l" t="t" r="r" b="b"/>
            <a:pathLst>
              <a:path w="17829" h="8031" extrusionOk="0">
                <a:moveTo>
                  <a:pt x="1" y="1"/>
                </a:moveTo>
                <a:cubicBezTo>
                  <a:pt x="103" y="624"/>
                  <a:pt x="266" y="1196"/>
                  <a:pt x="420" y="1584"/>
                </a:cubicBezTo>
                <a:cubicBezTo>
                  <a:pt x="1074" y="3352"/>
                  <a:pt x="2381" y="4864"/>
                  <a:pt x="3975" y="5865"/>
                </a:cubicBezTo>
                <a:cubicBezTo>
                  <a:pt x="6672" y="7571"/>
                  <a:pt x="10074" y="7509"/>
                  <a:pt x="13159" y="7591"/>
                </a:cubicBezTo>
                <a:cubicBezTo>
                  <a:pt x="14712" y="7622"/>
                  <a:pt x="16378" y="7591"/>
                  <a:pt x="17828" y="8031"/>
                </a:cubicBezTo>
                <a:lnTo>
                  <a:pt x="1782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16" name="Google Shape;5316;p19"/>
          <p:cNvGrpSpPr/>
          <p:nvPr/>
        </p:nvGrpSpPr>
        <p:grpSpPr>
          <a:xfrm>
            <a:off x="8718569" y="2155041"/>
            <a:ext cx="81758" cy="608663"/>
            <a:chOff x="-1154155" y="1061718"/>
            <a:chExt cx="36015" cy="268015"/>
          </a:xfrm>
        </p:grpSpPr>
        <p:sp>
          <p:nvSpPr>
            <p:cNvPr id="5317" name="Google Shape;5317;p19"/>
            <p:cNvSpPr/>
            <p:nvPr/>
          </p:nvSpPr>
          <p:spPr>
            <a:xfrm>
              <a:off x="-1154155" y="1061718"/>
              <a:ext cx="36015" cy="34445"/>
            </a:xfrm>
            <a:custGeom>
              <a:avLst/>
              <a:gdLst/>
              <a:ahLst/>
              <a:cxnLst/>
              <a:rect l="l" t="t" r="r" b="b"/>
              <a:pathLst>
                <a:path w="482" h="461" extrusionOk="0">
                  <a:moveTo>
                    <a:pt x="195" y="0"/>
                  </a:moveTo>
                  <a:cubicBezTo>
                    <a:pt x="175" y="0"/>
                    <a:pt x="164" y="11"/>
                    <a:pt x="144" y="11"/>
                  </a:cubicBezTo>
                  <a:cubicBezTo>
                    <a:pt x="134" y="21"/>
                    <a:pt x="123" y="31"/>
                    <a:pt x="103" y="31"/>
                  </a:cubicBezTo>
                  <a:lnTo>
                    <a:pt x="73" y="62"/>
                  </a:lnTo>
                  <a:cubicBezTo>
                    <a:pt x="62" y="72"/>
                    <a:pt x="52" y="82"/>
                    <a:pt x="42" y="103"/>
                  </a:cubicBezTo>
                  <a:cubicBezTo>
                    <a:pt x="32" y="113"/>
                    <a:pt x="32" y="123"/>
                    <a:pt x="21" y="143"/>
                  </a:cubicBezTo>
                  <a:cubicBezTo>
                    <a:pt x="21" y="154"/>
                    <a:pt x="11" y="164"/>
                    <a:pt x="11" y="184"/>
                  </a:cubicBezTo>
                  <a:cubicBezTo>
                    <a:pt x="1" y="195"/>
                    <a:pt x="1" y="215"/>
                    <a:pt x="1" y="225"/>
                  </a:cubicBezTo>
                  <a:cubicBezTo>
                    <a:pt x="1" y="286"/>
                    <a:pt x="32" y="348"/>
                    <a:pt x="73" y="389"/>
                  </a:cubicBezTo>
                  <a:cubicBezTo>
                    <a:pt x="114" y="440"/>
                    <a:pt x="175" y="461"/>
                    <a:pt x="236" y="461"/>
                  </a:cubicBezTo>
                  <a:cubicBezTo>
                    <a:pt x="297" y="461"/>
                    <a:pt x="359" y="440"/>
                    <a:pt x="400" y="389"/>
                  </a:cubicBezTo>
                  <a:lnTo>
                    <a:pt x="430" y="358"/>
                  </a:lnTo>
                  <a:cubicBezTo>
                    <a:pt x="440" y="348"/>
                    <a:pt x="440" y="327"/>
                    <a:pt x="450" y="318"/>
                  </a:cubicBezTo>
                  <a:cubicBezTo>
                    <a:pt x="461" y="307"/>
                    <a:pt x="461" y="286"/>
                    <a:pt x="461" y="277"/>
                  </a:cubicBezTo>
                  <a:cubicBezTo>
                    <a:pt x="481" y="195"/>
                    <a:pt x="450" y="123"/>
                    <a:pt x="400" y="62"/>
                  </a:cubicBezTo>
                  <a:cubicBezTo>
                    <a:pt x="359" y="21"/>
                    <a:pt x="297" y="0"/>
                    <a:pt x="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8" name="Google Shape;5318;p19"/>
            <p:cNvSpPr/>
            <p:nvPr/>
          </p:nvSpPr>
          <p:spPr>
            <a:xfrm>
              <a:off x="-1154155" y="1139575"/>
              <a:ext cx="35193" cy="112300"/>
            </a:xfrm>
            <a:custGeom>
              <a:avLst/>
              <a:gdLst/>
              <a:ahLst/>
              <a:cxnLst/>
              <a:rect l="l" t="t" r="r" b="b"/>
              <a:pathLst>
                <a:path w="471" h="1503" extrusionOk="0">
                  <a:moveTo>
                    <a:pt x="236" y="1"/>
                  </a:moveTo>
                  <a:cubicBezTo>
                    <a:pt x="114" y="1"/>
                    <a:pt x="1" y="103"/>
                    <a:pt x="1" y="225"/>
                  </a:cubicBezTo>
                  <a:cubicBezTo>
                    <a:pt x="1" y="358"/>
                    <a:pt x="114" y="461"/>
                    <a:pt x="236" y="461"/>
                  </a:cubicBezTo>
                  <a:cubicBezTo>
                    <a:pt x="369" y="461"/>
                    <a:pt x="471" y="358"/>
                    <a:pt x="471" y="225"/>
                  </a:cubicBezTo>
                  <a:cubicBezTo>
                    <a:pt x="471" y="103"/>
                    <a:pt x="369" y="1"/>
                    <a:pt x="236" y="1"/>
                  </a:cubicBezTo>
                  <a:close/>
                  <a:moveTo>
                    <a:pt x="236" y="1043"/>
                  </a:moveTo>
                  <a:cubicBezTo>
                    <a:pt x="114" y="1043"/>
                    <a:pt x="1" y="1145"/>
                    <a:pt x="1" y="1267"/>
                  </a:cubicBezTo>
                  <a:cubicBezTo>
                    <a:pt x="1" y="1401"/>
                    <a:pt x="114" y="1503"/>
                    <a:pt x="236" y="1503"/>
                  </a:cubicBezTo>
                  <a:cubicBezTo>
                    <a:pt x="369" y="1503"/>
                    <a:pt x="471" y="1401"/>
                    <a:pt x="471" y="1267"/>
                  </a:cubicBezTo>
                  <a:cubicBezTo>
                    <a:pt x="471" y="1145"/>
                    <a:pt x="369" y="1043"/>
                    <a:pt x="236" y="104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19"/>
            <p:cNvSpPr/>
            <p:nvPr/>
          </p:nvSpPr>
          <p:spPr>
            <a:xfrm>
              <a:off x="-1154155" y="1295289"/>
              <a:ext cx="36015" cy="34445"/>
            </a:xfrm>
            <a:custGeom>
              <a:avLst/>
              <a:gdLst/>
              <a:ahLst/>
              <a:cxnLst/>
              <a:rect l="l" t="t" r="r" b="b"/>
              <a:pathLst>
                <a:path w="482" h="461" extrusionOk="0">
                  <a:moveTo>
                    <a:pt x="236" y="1"/>
                  </a:moveTo>
                  <a:cubicBezTo>
                    <a:pt x="175" y="1"/>
                    <a:pt x="114" y="21"/>
                    <a:pt x="73" y="62"/>
                  </a:cubicBezTo>
                  <a:cubicBezTo>
                    <a:pt x="32" y="113"/>
                    <a:pt x="1" y="175"/>
                    <a:pt x="1" y="225"/>
                  </a:cubicBezTo>
                  <a:cubicBezTo>
                    <a:pt x="1" y="246"/>
                    <a:pt x="1" y="256"/>
                    <a:pt x="11" y="277"/>
                  </a:cubicBezTo>
                  <a:cubicBezTo>
                    <a:pt x="11" y="287"/>
                    <a:pt x="21" y="307"/>
                    <a:pt x="21" y="318"/>
                  </a:cubicBezTo>
                  <a:cubicBezTo>
                    <a:pt x="32" y="328"/>
                    <a:pt x="32" y="348"/>
                    <a:pt x="42" y="359"/>
                  </a:cubicBezTo>
                  <a:lnTo>
                    <a:pt x="73" y="389"/>
                  </a:lnTo>
                  <a:cubicBezTo>
                    <a:pt x="114" y="440"/>
                    <a:pt x="175" y="461"/>
                    <a:pt x="236" y="461"/>
                  </a:cubicBezTo>
                  <a:lnTo>
                    <a:pt x="277" y="461"/>
                  </a:lnTo>
                  <a:cubicBezTo>
                    <a:pt x="297" y="450"/>
                    <a:pt x="307" y="450"/>
                    <a:pt x="328" y="440"/>
                  </a:cubicBezTo>
                  <a:cubicBezTo>
                    <a:pt x="338" y="440"/>
                    <a:pt x="348" y="430"/>
                    <a:pt x="369" y="420"/>
                  </a:cubicBezTo>
                  <a:lnTo>
                    <a:pt x="400" y="389"/>
                  </a:lnTo>
                  <a:lnTo>
                    <a:pt x="430" y="359"/>
                  </a:lnTo>
                  <a:cubicBezTo>
                    <a:pt x="440" y="348"/>
                    <a:pt x="440" y="328"/>
                    <a:pt x="450" y="318"/>
                  </a:cubicBezTo>
                  <a:cubicBezTo>
                    <a:pt x="461" y="307"/>
                    <a:pt x="461" y="287"/>
                    <a:pt x="461" y="277"/>
                  </a:cubicBezTo>
                  <a:cubicBezTo>
                    <a:pt x="481" y="195"/>
                    <a:pt x="450" y="123"/>
                    <a:pt x="400" y="62"/>
                  </a:cubicBezTo>
                  <a:cubicBezTo>
                    <a:pt x="389" y="52"/>
                    <a:pt x="379" y="41"/>
                    <a:pt x="369" y="41"/>
                  </a:cubicBezTo>
                  <a:cubicBezTo>
                    <a:pt x="348" y="32"/>
                    <a:pt x="338" y="21"/>
                    <a:pt x="328" y="11"/>
                  </a:cubicBezTo>
                  <a:cubicBezTo>
                    <a:pt x="307" y="11"/>
                    <a:pt x="297" y="1"/>
                    <a:pt x="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20" name="Google Shape;5320;p19"/>
          <p:cNvSpPr/>
          <p:nvPr/>
        </p:nvSpPr>
        <p:spPr>
          <a:xfrm>
            <a:off x="8677501" y="127137"/>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19"/>
          <p:cNvSpPr/>
          <p:nvPr/>
        </p:nvSpPr>
        <p:spPr>
          <a:xfrm>
            <a:off x="8497645" y="3772918"/>
            <a:ext cx="1281912" cy="1162406"/>
          </a:xfrm>
          <a:custGeom>
            <a:avLst/>
            <a:gdLst/>
            <a:ahLst/>
            <a:cxnLst/>
            <a:rect l="l" t="t" r="r" b="b"/>
            <a:pathLst>
              <a:path w="10452" h="9478" extrusionOk="0">
                <a:moveTo>
                  <a:pt x="5225" y="0"/>
                </a:moveTo>
                <a:cubicBezTo>
                  <a:pt x="4038" y="0"/>
                  <a:pt x="2851" y="443"/>
                  <a:pt x="1932" y="1332"/>
                </a:cubicBezTo>
                <a:cubicBezTo>
                  <a:pt x="52" y="3150"/>
                  <a:pt x="0" y="6154"/>
                  <a:pt x="1819" y="8034"/>
                </a:cubicBezTo>
                <a:cubicBezTo>
                  <a:pt x="2748" y="8994"/>
                  <a:pt x="3985" y="9477"/>
                  <a:pt x="5224" y="9477"/>
                </a:cubicBezTo>
                <a:cubicBezTo>
                  <a:pt x="6409" y="9477"/>
                  <a:pt x="7597" y="9035"/>
                  <a:pt x="8521" y="8146"/>
                </a:cubicBezTo>
                <a:cubicBezTo>
                  <a:pt x="10400" y="6328"/>
                  <a:pt x="10452" y="3324"/>
                  <a:pt x="8633" y="1444"/>
                </a:cubicBezTo>
                <a:cubicBezTo>
                  <a:pt x="7704" y="484"/>
                  <a:pt x="6465" y="0"/>
                  <a:pt x="52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19"/>
          <p:cNvSpPr/>
          <p:nvPr/>
        </p:nvSpPr>
        <p:spPr>
          <a:xfrm flipH="1">
            <a:off x="-51212" y="3000881"/>
            <a:ext cx="785653" cy="2142631"/>
          </a:xfrm>
          <a:custGeom>
            <a:avLst/>
            <a:gdLst/>
            <a:ahLst/>
            <a:cxnLst/>
            <a:rect l="l" t="t" r="r" b="b"/>
            <a:pathLst>
              <a:path w="4660" h="8031" extrusionOk="0">
                <a:moveTo>
                  <a:pt x="4659" y="0"/>
                </a:moveTo>
                <a:cubicBezTo>
                  <a:pt x="2534" y="2023"/>
                  <a:pt x="154" y="4066"/>
                  <a:pt x="11" y="7152"/>
                </a:cubicBezTo>
                <a:cubicBezTo>
                  <a:pt x="1" y="7438"/>
                  <a:pt x="1" y="7733"/>
                  <a:pt x="31" y="8030"/>
                </a:cubicBezTo>
                <a:lnTo>
                  <a:pt x="4659" y="8030"/>
                </a:lnTo>
                <a:lnTo>
                  <a:pt x="46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19"/>
          <p:cNvSpPr/>
          <p:nvPr/>
        </p:nvSpPr>
        <p:spPr>
          <a:xfrm>
            <a:off x="151351" y="4230612"/>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4" name="Google Shape;5324;p19"/>
          <p:cNvSpPr/>
          <p:nvPr/>
        </p:nvSpPr>
        <p:spPr>
          <a:xfrm>
            <a:off x="-423040" y="1287973"/>
            <a:ext cx="922194" cy="913197"/>
          </a:xfrm>
          <a:custGeom>
            <a:avLst/>
            <a:gdLst/>
            <a:ahLst/>
            <a:cxnLst/>
            <a:rect l="l" t="t" r="r" b="b"/>
            <a:pathLst>
              <a:path w="12342" h="12222" extrusionOk="0">
                <a:moveTo>
                  <a:pt x="6166" y="3107"/>
                </a:moveTo>
                <a:cubicBezTo>
                  <a:pt x="6185" y="3107"/>
                  <a:pt x="6203" y="3107"/>
                  <a:pt x="6222" y="3107"/>
                </a:cubicBezTo>
                <a:cubicBezTo>
                  <a:pt x="7888" y="3138"/>
                  <a:pt x="9205" y="4507"/>
                  <a:pt x="9175" y="6162"/>
                </a:cubicBezTo>
                <a:cubicBezTo>
                  <a:pt x="9144" y="7808"/>
                  <a:pt x="7806" y="9115"/>
                  <a:pt x="6177" y="9115"/>
                </a:cubicBezTo>
                <a:cubicBezTo>
                  <a:pt x="6158" y="9115"/>
                  <a:pt x="6139" y="9115"/>
                  <a:pt x="6120" y="9114"/>
                </a:cubicBezTo>
                <a:cubicBezTo>
                  <a:pt x="4455" y="9084"/>
                  <a:pt x="3137" y="7715"/>
                  <a:pt x="3168" y="6060"/>
                </a:cubicBezTo>
                <a:cubicBezTo>
                  <a:pt x="3198" y="4413"/>
                  <a:pt x="4536" y="3107"/>
                  <a:pt x="6166" y="3107"/>
                </a:cubicBezTo>
                <a:close/>
                <a:moveTo>
                  <a:pt x="6160" y="0"/>
                </a:moveTo>
                <a:cubicBezTo>
                  <a:pt x="2840" y="0"/>
                  <a:pt x="123" y="2665"/>
                  <a:pt x="62" y="6009"/>
                </a:cubicBezTo>
                <a:cubicBezTo>
                  <a:pt x="1" y="9380"/>
                  <a:pt x="2698" y="12159"/>
                  <a:pt x="6069" y="12220"/>
                </a:cubicBezTo>
                <a:cubicBezTo>
                  <a:pt x="6107" y="12221"/>
                  <a:pt x="6144" y="12221"/>
                  <a:pt x="6182" y="12221"/>
                </a:cubicBezTo>
                <a:cubicBezTo>
                  <a:pt x="9502" y="12221"/>
                  <a:pt x="12220" y="9547"/>
                  <a:pt x="12281" y="6213"/>
                </a:cubicBezTo>
                <a:cubicBezTo>
                  <a:pt x="12342" y="2842"/>
                  <a:pt x="9655" y="63"/>
                  <a:pt x="6273" y="1"/>
                </a:cubicBezTo>
                <a:cubicBezTo>
                  <a:pt x="6236" y="1"/>
                  <a:pt x="6198" y="0"/>
                  <a:pt x="6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19"/>
          <p:cNvSpPr/>
          <p:nvPr/>
        </p:nvSpPr>
        <p:spPr>
          <a:xfrm>
            <a:off x="366000" y="4658455"/>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26" name="Google Shape;5326;p19"/>
          <p:cNvGrpSpPr/>
          <p:nvPr/>
        </p:nvGrpSpPr>
        <p:grpSpPr>
          <a:xfrm>
            <a:off x="-801143" y="-146798"/>
            <a:ext cx="1517538" cy="1495345"/>
            <a:chOff x="-1517525" y="-541175"/>
            <a:chExt cx="1096725" cy="1080686"/>
          </a:xfrm>
        </p:grpSpPr>
        <p:sp>
          <p:nvSpPr>
            <p:cNvPr id="5327" name="Google Shape;5327;p19"/>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19"/>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9" name="Google Shape;5329;p19"/>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19"/>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19"/>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19"/>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19"/>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19"/>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19"/>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6" name="Google Shape;5336;p19"/>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7" name="Google Shape;5337;p19"/>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8" name="Google Shape;5338;p19"/>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19"/>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19"/>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19"/>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19"/>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19"/>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19"/>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19"/>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19"/>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7" name="Google Shape;5347;p19"/>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8" name="Google Shape;5348;p19"/>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19"/>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19"/>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1" name="Google Shape;5351;p19"/>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2" name="Google Shape;5352;p19"/>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19"/>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19"/>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19"/>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19"/>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19"/>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8" name="Google Shape;5358;p19"/>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19"/>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19"/>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19"/>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2" name="Google Shape;5362;p19"/>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19"/>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19"/>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19"/>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19"/>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19"/>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8" name="Google Shape;5368;p19"/>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19"/>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0" name="Google Shape;5370;p19"/>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1" name="Google Shape;5371;p19"/>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2" name="Google Shape;5372;p19"/>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3" name="Google Shape;5373;p19"/>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4" name="Google Shape;5374;p19"/>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19"/>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6" name="Google Shape;5376;p19"/>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19"/>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19"/>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19"/>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19"/>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19"/>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19"/>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19"/>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19"/>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19"/>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6" name="Google Shape;5386;p19"/>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19"/>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19"/>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19"/>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19"/>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19"/>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19"/>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19"/>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19"/>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19"/>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19"/>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19"/>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19"/>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19"/>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19"/>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19"/>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19"/>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19"/>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19"/>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19"/>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19"/>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19"/>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19"/>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19"/>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19"/>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19"/>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19"/>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19"/>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19"/>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19"/>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19"/>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19"/>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19"/>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19"/>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19"/>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19"/>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19"/>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19"/>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19"/>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19"/>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19"/>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19"/>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19"/>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19"/>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19"/>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19"/>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19"/>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19"/>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19"/>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19"/>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19"/>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19"/>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19"/>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19"/>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19"/>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19"/>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19"/>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19"/>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19"/>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19"/>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19"/>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19"/>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19"/>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19"/>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19"/>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19"/>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19"/>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19"/>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19"/>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19"/>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19"/>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19"/>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19"/>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19"/>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19"/>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19"/>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19"/>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19"/>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19"/>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19"/>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19"/>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19"/>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19"/>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19"/>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19"/>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19"/>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19"/>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19"/>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19"/>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19"/>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19"/>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19"/>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19"/>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19"/>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0" name="Google Shape;5480;p19"/>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1" name="Google Shape;5481;p19"/>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19"/>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19"/>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19"/>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19"/>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19"/>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19"/>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19"/>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19"/>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19"/>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19"/>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19"/>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19"/>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19"/>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19"/>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19"/>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19"/>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19"/>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19"/>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19"/>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19"/>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19"/>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19"/>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19"/>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19"/>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19"/>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19"/>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19"/>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19"/>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19"/>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19"/>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19"/>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19"/>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19"/>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19"/>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19"/>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19"/>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19"/>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19"/>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19"/>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19"/>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19"/>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19"/>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19"/>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19"/>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19"/>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7" name="Google Shape;5527;p19"/>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8" name="Google Shape;5528;p19"/>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9" name="Google Shape;5529;p19"/>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0" name="Google Shape;5530;p19"/>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1" name="Google Shape;5531;p19"/>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2" name="Google Shape;5532;p19"/>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3" name="Google Shape;5533;p19"/>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4" name="Google Shape;5534;p19"/>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5" name="Google Shape;5535;p19"/>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6" name="Google Shape;5536;p19"/>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7" name="Google Shape;5537;p19"/>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8" name="Google Shape;5538;p19"/>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9" name="Google Shape;5539;p19"/>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0" name="Google Shape;5540;p19"/>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1" name="Google Shape;5541;p19"/>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2" name="Google Shape;5542;p19"/>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3" name="Google Shape;5543;p19"/>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4" name="Google Shape;5544;p19"/>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5" name="Google Shape;5545;p19"/>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6" name="Google Shape;5546;p19"/>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7" name="Google Shape;5547;p19"/>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8" name="Google Shape;5548;p19"/>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9" name="Google Shape;5549;p19"/>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0" name="Google Shape;5550;p19"/>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1" name="Google Shape;5551;p19"/>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2" name="Google Shape;5552;p19"/>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3" name="Google Shape;5553;p19"/>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4" name="Google Shape;5554;p19"/>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5" name="Google Shape;5555;p19"/>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6" name="Google Shape;5556;p19"/>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7" name="Google Shape;5557;p19"/>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8" name="Google Shape;5558;p19"/>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9" name="Google Shape;5559;p19"/>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0" name="Google Shape;5560;p19"/>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1" name="Google Shape;5561;p19"/>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2" name="Google Shape;5562;p19"/>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3" name="Google Shape;5563;p19"/>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4" name="Google Shape;5564;p19"/>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5" name="Google Shape;5565;p19"/>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6" name="Google Shape;5566;p19"/>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7" name="Google Shape;5567;p19"/>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8" name="Google Shape;5568;p19"/>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9" name="Google Shape;5569;p19"/>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0" name="Google Shape;5570;p19"/>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1" name="Google Shape;5571;p19"/>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2" name="Google Shape;5572;p19"/>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3" name="Google Shape;5573;p19"/>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4" name="Google Shape;5574;p19"/>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5" name="Google Shape;5575;p19"/>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6" name="Google Shape;5576;p19"/>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7" name="Google Shape;5577;p19"/>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8" name="Google Shape;5578;p19"/>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9" name="Google Shape;5579;p19"/>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0" name="Google Shape;5580;p19"/>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1" name="Google Shape;5581;p19"/>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2" name="Google Shape;5582;p19"/>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3" name="Google Shape;5583;p19"/>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4" name="Google Shape;5584;p19"/>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5" name="Google Shape;5585;p19"/>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6" name="Google Shape;5586;p19"/>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7" name="Google Shape;5587;p19"/>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8" name="Google Shape;5588;p19"/>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9" name="Google Shape;5589;p19"/>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0" name="Google Shape;5590;p19"/>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1" name="Google Shape;5591;p19"/>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2" name="Google Shape;5592;p19"/>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3" name="Google Shape;5593;p19"/>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4" name="Google Shape;5594;p19"/>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5" name="Google Shape;5595;p19"/>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6" name="Google Shape;5596;p19"/>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7" name="Google Shape;5597;p19"/>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8" name="Google Shape;5598;p19"/>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9" name="Google Shape;5599;p19"/>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0" name="Google Shape;5600;p19"/>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1" name="Google Shape;5601;p19"/>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2" name="Google Shape;5602;p19"/>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3" name="Google Shape;5603;p19"/>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4" name="Google Shape;5604;p19"/>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5" name="Google Shape;5605;p19"/>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6" name="Google Shape;5606;p19"/>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7" name="Google Shape;5607;p19"/>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8" name="Google Shape;5608;p19"/>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9" name="Google Shape;5609;p19"/>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0" name="Google Shape;5610;p19"/>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1" name="Google Shape;5611;p19"/>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2" name="Google Shape;5612;p19"/>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3" name="Google Shape;5613;p19"/>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4" name="Google Shape;5614;p19"/>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5" name="Google Shape;5615;p19"/>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6" name="Google Shape;5616;p19"/>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7" name="Google Shape;5617;p19"/>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8" name="Google Shape;5618;p19"/>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9" name="Google Shape;5619;p19"/>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0" name="Google Shape;5620;p19"/>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1" name="Google Shape;5621;p19"/>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2" name="Google Shape;5622;p19"/>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3" name="Google Shape;5623;p19"/>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4" name="Google Shape;5624;p19"/>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5" name="Google Shape;5625;p19"/>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6" name="Google Shape;5626;p19"/>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7" name="Google Shape;5627;p19"/>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8" name="Google Shape;5628;p19"/>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9" name="Google Shape;5629;p19"/>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0" name="Google Shape;5630;p19"/>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1" name="Google Shape;5631;p19"/>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2" name="Google Shape;5632;p19"/>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3" name="Google Shape;5633;p19"/>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4" name="Google Shape;5634;p19"/>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5" name="Google Shape;5635;p19"/>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6" name="Google Shape;5636;p19"/>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7" name="Google Shape;5637;p19"/>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8" name="Google Shape;5638;p19"/>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9" name="Google Shape;5639;p19"/>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0" name="Google Shape;5640;p19"/>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1" name="Google Shape;5641;p19"/>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2" name="Google Shape;5642;p19"/>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3" name="Google Shape;5643;p19"/>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4" name="Google Shape;5644;p19"/>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5" name="Google Shape;5645;p19"/>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6" name="Google Shape;5646;p19"/>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7" name="Google Shape;5647;p19"/>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8" name="Google Shape;5648;p19"/>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9" name="Google Shape;5649;p19"/>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0" name="Google Shape;5650;p19"/>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1" name="Google Shape;5651;p19"/>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2" name="Google Shape;5652;p19"/>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3" name="Google Shape;5653;p19"/>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4" name="Google Shape;5654;p19"/>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5" name="Google Shape;5655;p19"/>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6" name="Google Shape;5656;p19"/>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7" name="Google Shape;5657;p19"/>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8" name="Google Shape;5658;p19"/>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9" name="Google Shape;5659;p19"/>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0" name="Google Shape;5660;p19"/>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1" name="Google Shape;5661;p19"/>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2" name="Google Shape;5662;p19"/>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5663"/>
        <p:cNvGrpSpPr/>
        <p:nvPr/>
      </p:nvGrpSpPr>
      <p:grpSpPr>
        <a:xfrm>
          <a:off x="0" y="0"/>
          <a:ext cx="0" cy="0"/>
          <a:chOff x="0" y="0"/>
          <a:chExt cx="0" cy="0"/>
        </a:xfrm>
      </p:grpSpPr>
      <p:sp>
        <p:nvSpPr>
          <p:cNvPr id="5664" name="Google Shape;5664;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665" name="Google Shape;5665;p20"/>
          <p:cNvSpPr txBox="1">
            <a:spLocks noGrp="1"/>
          </p:cNvSpPr>
          <p:nvPr>
            <p:ph type="subTitle" idx="1"/>
          </p:nvPr>
        </p:nvSpPr>
        <p:spPr>
          <a:xfrm>
            <a:off x="1362125" y="1825100"/>
            <a:ext cx="2853600" cy="103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666" name="Google Shape;5666;p20"/>
          <p:cNvSpPr txBox="1">
            <a:spLocks noGrp="1"/>
          </p:cNvSpPr>
          <p:nvPr>
            <p:ph type="subTitle" idx="2"/>
          </p:nvPr>
        </p:nvSpPr>
        <p:spPr>
          <a:xfrm>
            <a:off x="5570403" y="1825100"/>
            <a:ext cx="2853600" cy="103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667" name="Google Shape;5667;p20"/>
          <p:cNvSpPr txBox="1">
            <a:spLocks noGrp="1"/>
          </p:cNvSpPr>
          <p:nvPr>
            <p:ph type="subTitle" idx="3"/>
          </p:nvPr>
        </p:nvSpPr>
        <p:spPr>
          <a:xfrm>
            <a:off x="1362125" y="3573925"/>
            <a:ext cx="2853600" cy="103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668" name="Google Shape;5668;p20"/>
          <p:cNvSpPr txBox="1">
            <a:spLocks noGrp="1"/>
          </p:cNvSpPr>
          <p:nvPr>
            <p:ph type="subTitle" idx="4"/>
          </p:nvPr>
        </p:nvSpPr>
        <p:spPr>
          <a:xfrm>
            <a:off x="5570403" y="3573925"/>
            <a:ext cx="2853600" cy="103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669" name="Google Shape;5669;p20"/>
          <p:cNvSpPr txBox="1">
            <a:spLocks noGrp="1"/>
          </p:cNvSpPr>
          <p:nvPr>
            <p:ph type="subTitle" idx="5"/>
          </p:nvPr>
        </p:nvSpPr>
        <p:spPr>
          <a:xfrm>
            <a:off x="1362125" y="1243775"/>
            <a:ext cx="2853600" cy="665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670" name="Google Shape;5670;p20"/>
          <p:cNvSpPr txBox="1">
            <a:spLocks noGrp="1"/>
          </p:cNvSpPr>
          <p:nvPr>
            <p:ph type="subTitle" idx="6"/>
          </p:nvPr>
        </p:nvSpPr>
        <p:spPr>
          <a:xfrm>
            <a:off x="1362125" y="2992750"/>
            <a:ext cx="2853600" cy="665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671" name="Google Shape;5671;p20"/>
          <p:cNvSpPr txBox="1">
            <a:spLocks noGrp="1"/>
          </p:cNvSpPr>
          <p:nvPr>
            <p:ph type="subTitle" idx="7"/>
          </p:nvPr>
        </p:nvSpPr>
        <p:spPr>
          <a:xfrm>
            <a:off x="5570403" y="1243775"/>
            <a:ext cx="2853600" cy="665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672" name="Google Shape;5672;p20"/>
          <p:cNvSpPr txBox="1">
            <a:spLocks noGrp="1"/>
          </p:cNvSpPr>
          <p:nvPr>
            <p:ph type="subTitle" idx="8"/>
          </p:nvPr>
        </p:nvSpPr>
        <p:spPr>
          <a:xfrm>
            <a:off x="5570403" y="2992750"/>
            <a:ext cx="2853600" cy="665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673" name="Google Shape;5673;p20"/>
          <p:cNvSpPr/>
          <p:nvPr/>
        </p:nvSpPr>
        <p:spPr>
          <a:xfrm flipH="1">
            <a:off x="8043689" y="-16308"/>
            <a:ext cx="1100336" cy="1261808"/>
          </a:xfrm>
          <a:custGeom>
            <a:avLst/>
            <a:gdLst/>
            <a:ahLst/>
            <a:cxnLst/>
            <a:rect l="l" t="t" r="r" b="b"/>
            <a:pathLst>
              <a:path w="17337" h="10844" extrusionOk="0">
                <a:moveTo>
                  <a:pt x="0" y="1"/>
                </a:moveTo>
                <a:lnTo>
                  <a:pt x="0" y="9155"/>
                </a:lnTo>
                <a:cubicBezTo>
                  <a:pt x="1195" y="10044"/>
                  <a:pt x="2615" y="10626"/>
                  <a:pt x="4087" y="10789"/>
                </a:cubicBezTo>
                <a:cubicBezTo>
                  <a:pt x="4402" y="10826"/>
                  <a:pt x="4719" y="10844"/>
                  <a:pt x="5036" y="10844"/>
                </a:cubicBezTo>
                <a:cubicBezTo>
                  <a:pt x="7468" y="10844"/>
                  <a:pt x="9885" y="9787"/>
                  <a:pt x="11504" y="7970"/>
                </a:cubicBezTo>
                <a:cubicBezTo>
                  <a:pt x="12882" y="6407"/>
                  <a:pt x="13649" y="4414"/>
                  <a:pt x="14773" y="2668"/>
                </a:cubicBezTo>
                <a:cubicBezTo>
                  <a:pt x="15437" y="1635"/>
                  <a:pt x="16305" y="645"/>
                  <a:pt x="173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4" name="Google Shape;5674;p20"/>
          <p:cNvSpPr/>
          <p:nvPr/>
        </p:nvSpPr>
        <p:spPr>
          <a:xfrm rot="10800000">
            <a:off x="-10259" y="-26533"/>
            <a:ext cx="2826790" cy="1651166"/>
          </a:xfrm>
          <a:custGeom>
            <a:avLst/>
            <a:gdLst/>
            <a:ahLst/>
            <a:cxnLst/>
            <a:rect l="l" t="t" r="r" b="b"/>
            <a:pathLst>
              <a:path w="18268" h="17849" extrusionOk="0">
                <a:moveTo>
                  <a:pt x="18267" y="1"/>
                </a:moveTo>
                <a:cubicBezTo>
                  <a:pt x="17123" y="1258"/>
                  <a:pt x="16296" y="2810"/>
                  <a:pt x="15908" y="4475"/>
                </a:cubicBezTo>
                <a:cubicBezTo>
                  <a:pt x="15417" y="6621"/>
                  <a:pt x="15652" y="9175"/>
                  <a:pt x="14253" y="11004"/>
                </a:cubicBezTo>
                <a:cubicBezTo>
                  <a:pt x="13299" y="12251"/>
                  <a:pt x="12062" y="12597"/>
                  <a:pt x="10735" y="12597"/>
                </a:cubicBezTo>
                <a:cubicBezTo>
                  <a:pt x="9162" y="12597"/>
                  <a:pt x="7463" y="12111"/>
                  <a:pt x="5967" y="12066"/>
                </a:cubicBezTo>
                <a:cubicBezTo>
                  <a:pt x="5889" y="12064"/>
                  <a:pt x="5810" y="12063"/>
                  <a:pt x="5732" y="12063"/>
                </a:cubicBezTo>
                <a:cubicBezTo>
                  <a:pt x="3213" y="12063"/>
                  <a:pt x="838" y="13342"/>
                  <a:pt x="184" y="15938"/>
                </a:cubicBezTo>
                <a:cubicBezTo>
                  <a:pt x="21" y="16562"/>
                  <a:pt x="1" y="17215"/>
                  <a:pt x="82" y="17849"/>
                </a:cubicBezTo>
                <a:lnTo>
                  <a:pt x="18267" y="17849"/>
                </a:lnTo>
                <a:lnTo>
                  <a:pt x="182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5" name="Google Shape;5675;p20"/>
          <p:cNvSpPr/>
          <p:nvPr/>
        </p:nvSpPr>
        <p:spPr>
          <a:xfrm>
            <a:off x="8667226" y="415987"/>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6" name="Google Shape;5676;p20"/>
          <p:cNvSpPr/>
          <p:nvPr/>
        </p:nvSpPr>
        <p:spPr>
          <a:xfrm>
            <a:off x="3019385" y="-562589"/>
            <a:ext cx="922194" cy="913197"/>
          </a:xfrm>
          <a:custGeom>
            <a:avLst/>
            <a:gdLst/>
            <a:ahLst/>
            <a:cxnLst/>
            <a:rect l="l" t="t" r="r" b="b"/>
            <a:pathLst>
              <a:path w="12342" h="12222" extrusionOk="0">
                <a:moveTo>
                  <a:pt x="6166" y="3107"/>
                </a:moveTo>
                <a:cubicBezTo>
                  <a:pt x="6185" y="3107"/>
                  <a:pt x="6203" y="3107"/>
                  <a:pt x="6222" y="3107"/>
                </a:cubicBezTo>
                <a:cubicBezTo>
                  <a:pt x="7888" y="3138"/>
                  <a:pt x="9205" y="4507"/>
                  <a:pt x="9175" y="6162"/>
                </a:cubicBezTo>
                <a:cubicBezTo>
                  <a:pt x="9144" y="7808"/>
                  <a:pt x="7806" y="9115"/>
                  <a:pt x="6177" y="9115"/>
                </a:cubicBezTo>
                <a:cubicBezTo>
                  <a:pt x="6158" y="9115"/>
                  <a:pt x="6139" y="9115"/>
                  <a:pt x="6120" y="9114"/>
                </a:cubicBezTo>
                <a:cubicBezTo>
                  <a:pt x="4455" y="9084"/>
                  <a:pt x="3137" y="7715"/>
                  <a:pt x="3168" y="6060"/>
                </a:cubicBezTo>
                <a:cubicBezTo>
                  <a:pt x="3198" y="4413"/>
                  <a:pt x="4536" y="3107"/>
                  <a:pt x="6166" y="3107"/>
                </a:cubicBezTo>
                <a:close/>
                <a:moveTo>
                  <a:pt x="6160" y="0"/>
                </a:moveTo>
                <a:cubicBezTo>
                  <a:pt x="2840" y="0"/>
                  <a:pt x="123" y="2665"/>
                  <a:pt x="62" y="6009"/>
                </a:cubicBezTo>
                <a:cubicBezTo>
                  <a:pt x="1" y="9380"/>
                  <a:pt x="2698" y="12159"/>
                  <a:pt x="6069" y="12220"/>
                </a:cubicBezTo>
                <a:cubicBezTo>
                  <a:pt x="6107" y="12221"/>
                  <a:pt x="6144" y="12221"/>
                  <a:pt x="6182" y="12221"/>
                </a:cubicBezTo>
                <a:cubicBezTo>
                  <a:pt x="9502" y="12221"/>
                  <a:pt x="12220" y="9547"/>
                  <a:pt x="12281" y="6213"/>
                </a:cubicBezTo>
                <a:cubicBezTo>
                  <a:pt x="12342" y="2842"/>
                  <a:pt x="9655" y="63"/>
                  <a:pt x="6273" y="1"/>
                </a:cubicBezTo>
                <a:cubicBezTo>
                  <a:pt x="6236" y="1"/>
                  <a:pt x="6198" y="0"/>
                  <a:pt x="61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7" name="Google Shape;5677;p20"/>
          <p:cNvSpPr/>
          <p:nvPr/>
        </p:nvSpPr>
        <p:spPr>
          <a:xfrm>
            <a:off x="-691775" y="-1590345"/>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78" name="Google Shape;5678;p20"/>
          <p:cNvGrpSpPr/>
          <p:nvPr/>
        </p:nvGrpSpPr>
        <p:grpSpPr>
          <a:xfrm>
            <a:off x="8430782" y="2005540"/>
            <a:ext cx="1517538" cy="1495345"/>
            <a:chOff x="-1517525" y="-541175"/>
            <a:chExt cx="1096725" cy="1080686"/>
          </a:xfrm>
        </p:grpSpPr>
        <p:sp>
          <p:nvSpPr>
            <p:cNvPr id="5679" name="Google Shape;5679;p20"/>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0" name="Google Shape;5680;p20"/>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1" name="Google Shape;5681;p20"/>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2" name="Google Shape;5682;p20"/>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3" name="Google Shape;5683;p20"/>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4" name="Google Shape;5684;p20"/>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5" name="Google Shape;5685;p20"/>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6" name="Google Shape;5686;p20"/>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7" name="Google Shape;5687;p20"/>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8" name="Google Shape;5688;p20"/>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9" name="Google Shape;5689;p20"/>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0" name="Google Shape;5690;p20"/>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1" name="Google Shape;5691;p20"/>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2" name="Google Shape;5692;p20"/>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3" name="Google Shape;5693;p20"/>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4" name="Google Shape;5694;p20"/>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5" name="Google Shape;5695;p20"/>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6" name="Google Shape;5696;p20"/>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7" name="Google Shape;5697;p20"/>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8" name="Google Shape;5698;p20"/>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9" name="Google Shape;5699;p20"/>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0" name="Google Shape;5700;p20"/>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1" name="Google Shape;5701;p20"/>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2" name="Google Shape;5702;p20"/>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3" name="Google Shape;5703;p20"/>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4" name="Google Shape;5704;p20"/>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5" name="Google Shape;5705;p20"/>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6" name="Google Shape;5706;p20"/>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7" name="Google Shape;5707;p20"/>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8" name="Google Shape;5708;p20"/>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9" name="Google Shape;5709;p20"/>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0" name="Google Shape;5710;p20"/>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1" name="Google Shape;5711;p20"/>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2" name="Google Shape;5712;p20"/>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3" name="Google Shape;5713;p20"/>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4" name="Google Shape;5714;p20"/>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5" name="Google Shape;5715;p20"/>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6" name="Google Shape;5716;p20"/>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7" name="Google Shape;5717;p20"/>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8" name="Google Shape;5718;p20"/>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9" name="Google Shape;5719;p20"/>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0" name="Google Shape;5720;p20"/>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1" name="Google Shape;5721;p20"/>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2" name="Google Shape;5722;p20"/>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3" name="Google Shape;5723;p20"/>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4" name="Google Shape;5724;p20"/>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5" name="Google Shape;5725;p20"/>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6" name="Google Shape;5726;p20"/>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7" name="Google Shape;5727;p20"/>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8" name="Google Shape;5728;p20"/>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9" name="Google Shape;5729;p20"/>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0" name="Google Shape;5730;p20"/>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1" name="Google Shape;5731;p20"/>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2" name="Google Shape;5732;p20"/>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3" name="Google Shape;5733;p20"/>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4" name="Google Shape;5734;p20"/>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5" name="Google Shape;5735;p20"/>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6" name="Google Shape;5736;p20"/>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7" name="Google Shape;5737;p20"/>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8" name="Google Shape;5738;p20"/>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9" name="Google Shape;5739;p20"/>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0" name="Google Shape;5740;p20"/>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1" name="Google Shape;5741;p20"/>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2" name="Google Shape;5742;p20"/>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3" name="Google Shape;5743;p20"/>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4" name="Google Shape;5744;p20"/>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5" name="Google Shape;5745;p20"/>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6" name="Google Shape;5746;p20"/>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7" name="Google Shape;5747;p20"/>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8" name="Google Shape;5748;p20"/>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9" name="Google Shape;5749;p20"/>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0" name="Google Shape;5750;p20"/>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1" name="Google Shape;5751;p20"/>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2" name="Google Shape;5752;p20"/>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3" name="Google Shape;5753;p20"/>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4" name="Google Shape;5754;p20"/>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5" name="Google Shape;5755;p20"/>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6" name="Google Shape;5756;p20"/>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7" name="Google Shape;5757;p20"/>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8" name="Google Shape;5758;p20"/>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9" name="Google Shape;5759;p20"/>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0" name="Google Shape;5760;p20"/>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1" name="Google Shape;5761;p20"/>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2" name="Google Shape;5762;p20"/>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3" name="Google Shape;5763;p20"/>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4" name="Google Shape;5764;p20"/>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5" name="Google Shape;5765;p20"/>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6" name="Google Shape;5766;p20"/>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7" name="Google Shape;5767;p20"/>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8" name="Google Shape;5768;p20"/>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9" name="Google Shape;5769;p20"/>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0" name="Google Shape;5770;p20"/>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1" name="Google Shape;5771;p20"/>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2" name="Google Shape;5772;p20"/>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3" name="Google Shape;5773;p20"/>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4" name="Google Shape;5774;p20"/>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5" name="Google Shape;5775;p20"/>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6" name="Google Shape;5776;p20"/>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7" name="Google Shape;5777;p20"/>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8" name="Google Shape;5778;p20"/>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9" name="Google Shape;5779;p20"/>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0" name="Google Shape;5780;p20"/>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1" name="Google Shape;5781;p20"/>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2" name="Google Shape;5782;p20"/>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3" name="Google Shape;5783;p20"/>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4" name="Google Shape;5784;p20"/>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5" name="Google Shape;5785;p20"/>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6" name="Google Shape;5786;p20"/>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7" name="Google Shape;5787;p20"/>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8" name="Google Shape;5788;p20"/>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9" name="Google Shape;5789;p20"/>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0" name="Google Shape;5790;p20"/>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1" name="Google Shape;5791;p20"/>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2" name="Google Shape;5792;p20"/>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3" name="Google Shape;5793;p20"/>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4" name="Google Shape;5794;p20"/>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5" name="Google Shape;5795;p20"/>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6" name="Google Shape;5796;p20"/>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7" name="Google Shape;5797;p20"/>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8" name="Google Shape;5798;p20"/>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9" name="Google Shape;5799;p20"/>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0" name="Google Shape;5800;p20"/>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1" name="Google Shape;5801;p20"/>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2" name="Google Shape;5802;p20"/>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3" name="Google Shape;5803;p20"/>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4" name="Google Shape;5804;p20"/>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5" name="Google Shape;5805;p20"/>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6" name="Google Shape;5806;p20"/>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7" name="Google Shape;5807;p20"/>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8" name="Google Shape;5808;p20"/>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9" name="Google Shape;5809;p20"/>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0" name="Google Shape;5810;p20"/>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1" name="Google Shape;5811;p20"/>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2" name="Google Shape;5812;p20"/>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3" name="Google Shape;5813;p20"/>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4" name="Google Shape;5814;p20"/>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5" name="Google Shape;5815;p20"/>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6" name="Google Shape;5816;p20"/>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7" name="Google Shape;5817;p20"/>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8" name="Google Shape;5818;p20"/>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9" name="Google Shape;5819;p20"/>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0" name="Google Shape;5820;p20"/>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1" name="Google Shape;5821;p20"/>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2" name="Google Shape;5822;p20"/>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3" name="Google Shape;5823;p20"/>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4" name="Google Shape;5824;p20"/>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5" name="Google Shape;5825;p20"/>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6" name="Google Shape;5826;p20"/>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7" name="Google Shape;5827;p20"/>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8" name="Google Shape;5828;p20"/>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9" name="Google Shape;5829;p20"/>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0" name="Google Shape;5830;p20"/>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1" name="Google Shape;5831;p20"/>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2" name="Google Shape;5832;p20"/>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3" name="Google Shape;5833;p20"/>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4" name="Google Shape;5834;p20"/>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5" name="Google Shape;5835;p20"/>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6" name="Google Shape;5836;p20"/>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7" name="Google Shape;5837;p20"/>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8" name="Google Shape;5838;p20"/>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9" name="Google Shape;5839;p20"/>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0" name="Google Shape;5840;p20"/>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1" name="Google Shape;5841;p20"/>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2" name="Google Shape;5842;p20"/>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3" name="Google Shape;5843;p20"/>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4" name="Google Shape;5844;p20"/>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5" name="Google Shape;5845;p20"/>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6" name="Google Shape;5846;p20"/>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7" name="Google Shape;5847;p20"/>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8" name="Google Shape;5848;p20"/>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9" name="Google Shape;5849;p20"/>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0" name="Google Shape;5850;p20"/>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1" name="Google Shape;5851;p20"/>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2" name="Google Shape;5852;p20"/>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3" name="Google Shape;5853;p20"/>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4" name="Google Shape;5854;p20"/>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5" name="Google Shape;5855;p20"/>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6" name="Google Shape;5856;p20"/>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7" name="Google Shape;5857;p20"/>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8" name="Google Shape;5858;p20"/>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9" name="Google Shape;5859;p20"/>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0" name="Google Shape;5860;p20"/>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1" name="Google Shape;5861;p20"/>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2" name="Google Shape;5862;p20"/>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3" name="Google Shape;5863;p20"/>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4" name="Google Shape;5864;p20"/>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5" name="Google Shape;5865;p20"/>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6" name="Google Shape;5866;p20"/>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7" name="Google Shape;5867;p20"/>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8" name="Google Shape;5868;p20"/>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9" name="Google Shape;5869;p20"/>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0" name="Google Shape;5870;p20"/>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1" name="Google Shape;5871;p20"/>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2" name="Google Shape;5872;p20"/>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3" name="Google Shape;5873;p20"/>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4" name="Google Shape;5874;p20"/>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5" name="Google Shape;5875;p20"/>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6" name="Google Shape;5876;p20"/>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7" name="Google Shape;5877;p20"/>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8" name="Google Shape;5878;p20"/>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9" name="Google Shape;5879;p20"/>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0" name="Google Shape;5880;p20"/>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1" name="Google Shape;5881;p20"/>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2" name="Google Shape;5882;p20"/>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3" name="Google Shape;5883;p20"/>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4" name="Google Shape;5884;p20"/>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5" name="Google Shape;5885;p20"/>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6" name="Google Shape;5886;p20"/>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7" name="Google Shape;5887;p20"/>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8" name="Google Shape;5888;p20"/>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9" name="Google Shape;5889;p20"/>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0" name="Google Shape;5890;p20"/>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1" name="Google Shape;5891;p20"/>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2" name="Google Shape;5892;p20"/>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3" name="Google Shape;5893;p20"/>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4" name="Google Shape;5894;p20"/>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5" name="Google Shape;5895;p20"/>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6" name="Google Shape;5896;p20"/>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7" name="Google Shape;5897;p20"/>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8" name="Google Shape;5898;p20"/>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9" name="Google Shape;5899;p20"/>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0" name="Google Shape;5900;p20"/>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1" name="Google Shape;5901;p20"/>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2" name="Google Shape;5902;p20"/>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3" name="Google Shape;5903;p20"/>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4" name="Google Shape;5904;p20"/>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5" name="Google Shape;5905;p20"/>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6" name="Google Shape;5906;p20"/>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7" name="Google Shape;5907;p20"/>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8" name="Google Shape;5908;p20"/>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9" name="Google Shape;5909;p20"/>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0" name="Google Shape;5910;p20"/>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1" name="Google Shape;5911;p20"/>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2" name="Google Shape;5912;p20"/>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3" name="Google Shape;5913;p20"/>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4" name="Google Shape;5914;p20"/>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5" name="Google Shape;5915;p20"/>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6" name="Google Shape;5916;p20"/>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7" name="Google Shape;5917;p20"/>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8" name="Google Shape;5918;p20"/>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9" name="Google Shape;5919;p20"/>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0" name="Google Shape;5920;p20"/>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1" name="Google Shape;5921;p20"/>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2" name="Google Shape;5922;p20"/>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3" name="Google Shape;5923;p20"/>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4" name="Google Shape;5924;p20"/>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5" name="Google Shape;5925;p20"/>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6" name="Google Shape;5926;p20"/>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7" name="Google Shape;5927;p20"/>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8" name="Google Shape;5928;p20"/>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9" name="Google Shape;5929;p20"/>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0" name="Google Shape;5930;p20"/>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1" name="Google Shape;5931;p20"/>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2" name="Google Shape;5932;p20"/>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3" name="Google Shape;5933;p20"/>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4" name="Google Shape;5934;p20"/>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5" name="Google Shape;5935;p20"/>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6" name="Google Shape;5936;p20"/>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7" name="Google Shape;5937;p20"/>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8" name="Google Shape;5938;p20"/>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9" name="Google Shape;5939;p20"/>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0" name="Google Shape;5940;p20"/>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1" name="Google Shape;5941;p20"/>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2" name="Google Shape;5942;p20"/>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3" name="Google Shape;5943;p20"/>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4" name="Google Shape;5944;p20"/>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5" name="Google Shape;5945;p20"/>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6" name="Google Shape;5946;p20"/>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7" name="Google Shape;5947;p20"/>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8" name="Google Shape;5948;p20"/>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9" name="Google Shape;5949;p20"/>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0" name="Google Shape;5950;p20"/>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1" name="Google Shape;5951;p20"/>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2" name="Google Shape;5952;p20"/>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3" name="Google Shape;5953;p20"/>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4" name="Google Shape;5954;p20"/>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5" name="Google Shape;5955;p20"/>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6" name="Google Shape;5956;p20"/>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7" name="Google Shape;5957;p20"/>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8" name="Google Shape;5958;p20"/>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9" name="Google Shape;5959;p20"/>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0" name="Google Shape;5960;p20"/>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1" name="Google Shape;5961;p20"/>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2" name="Google Shape;5962;p20"/>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3" name="Google Shape;5963;p20"/>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4" name="Google Shape;5964;p20"/>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5" name="Google Shape;5965;p20"/>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6" name="Google Shape;5966;p20"/>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7" name="Google Shape;5967;p20"/>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8" name="Google Shape;5968;p20"/>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9" name="Google Shape;5969;p20"/>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0" name="Google Shape;5970;p20"/>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1" name="Google Shape;5971;p20"/>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2" name="Google Shape;5972;p20"/>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3" name="Google Shape;5973;p20"/>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4" name="Google Shape;5974;p20"/>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5" name="Google Shape;5975;p20"/>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6" name="Google Shape;5976;p20"/>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7" name="Google Shape;5977;p20"/>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8" name="Google Shape;5978;p20"/>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9" name="Google Shape;5979;p20"/>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0" name="Google Shape;5980;p20"/>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1" name="Google Shape;5981;p20"/>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2" name="Google Shape;5982;p20"/>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3" name="Google Shape;5983;p20"/>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4" name="Google Shape;5984;p20"/>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5" name="Google Shape;5985;p20"/>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6" name="Google Shape;5986;p20"/>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7" name="Google Shape;5987;p20"/>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8" name="Google Shape;5988;p20"/>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9" name="Google Shape;5989;p20"/>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0" name="Google Shape;5990;p20"/>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1" name="Google Shape;5991;p20"/>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2" name="Google Shape;5992;p20"/>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3" name="Google Shape;5993;p20"/>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4" name="Google Shape;5994;p20"/>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5" name="Google Shape;5995;p20"/>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6" name="Google Shape;5996;p20"/>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7" name="Google Shape;5997;p20"/>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8" name="Google Shape;5998;p20"/>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9" name="Google Shape;5999;p20"/>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0" name="Google Shape;6000;p20"/>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1" name="Google Shape;6001;p20"/>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2" name="Google Shape;6002;p20"/>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3" name="Google Shape;6003;p20"/>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4" name="Google Shape;6004;p20"/>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5" name="Google Shape;6005;p20"/>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6" name="Google Shape;6006;p20"/>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7" name="Google Shape;6007;p20"/>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8" name="Google Shape;6008;p20"/>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9" name="Google Shape;6009;p20"/>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0" name="Google Shape;6010;p20"/>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1" name="Google Shape;6011;p20"/>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2" name="Google Shape;6012;p20"/>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3" name="Google Shape;6013;p20"/>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4" name="Google Shape;6014;p20"/>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15" name="Google Shape;6015;p20"/>
          <p:cNvSpPr/>
          <p:nvPr/>
        </p:nvSpPr>
        <p:spPr>
          <a:xfrm>
            <a:off x="8548595" y="1120055"/>
            <a:ext cx="1281912" cy="1162406"/>
          </a:xfrm>
          <a:custGeom>
            <a:avLst/>
            <a:gdLst/>
            <a:ahLst/>
            <a:cxnLst/>
            <a:rect l="l" t="t" r="r" b="b"/>
            <a:pathLst>
              <a:path w="10452" h="9478" extrusionOk="0">
                <a:moveTo>
                  <a:pt x="5225" y="0"/>
                </a:moveTo>
                <a:cubicBezTo>
                  <a:pt x="4038" y="0"/>
                  <a:pt x="2851" y="443"/>
                  <a:pt x="1932" y="1332"/>
                </a:cubicBezTo>
                <a:cubicBezTo>
                  <a:pt x="52" y="3150"/>
                  <a:pt x="0" y="6154"/>
                  <a:pt x="1819" y="8034"/>
                </a:cubicBezTo>
                <a:cubicBezTo>
                  <a:pt x="2748" y="8994"/>
                  <a:pt x="3985" y="9477"/>
                  <a:pt x="5224" y="9477"/>
                </a:cubicBezTo>
                <a:cubicBezTo>
                  <a:pt x="6409" y="9477"/>
                  <a:pt x="7597" y="9035"/>
                  <a:pt x="8521" y="8146"/>
                </a:cubicBezTo>
                <a:cubicBezTo>
                  <a:pt x="10400" y="6328"/>
                  <a:pt x="10452" y="3324"/>
                  <a:pt x="8633" y="1444"/>
                </a:cubicBezTo>
                <a:cubicBezTo>
                  <a:pt x="7704" y="484"/>
                  <a:pt x="6465" y="0"/>
                  <a:pt x="52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16" name="Google Shape;6016;p20"/>
          <p:cNvGrpSpPr/>
          <p:nvPr/>
        </p:nvGrpSpPr>
        <p:grpSpPr>
          <a:xfrm>
            <a:off x="294294" y="1120041"/>
            <a:ext cx="81758" cy="608663"/>
            <a:chOff x="-1154155" y="1061718"/>
            <a:chExt cx="36015" cy="268015"/>
          </a:xfrm>
        </p:grpSpPr>
        <p:sp>
          <p:nvSpPr>
            <p:cNvPr id="6017" name="Google Shape;6017;p20"/>
            <p:cNvSpPr/>
            <p:nvPr/>
          </p:nvSpPr>
          <p:spPr>
            <a:xfrm>
              <a:off x="-1154155" y="1061718"/>
              <a:ext cx="36015" cy="34445"/>
            </a:xfrm>
            <a:custGeom>
              <a:avLst/>
              <a:gdLst/>
              <a:ahLst/>
              <a:cxnLst/>
              <a:rect l="l" t="t" r="r" b="b"/>
              <a:pathLst>
                <a:path w="482" h="461" extrusionOk="0">
                  <a:moveTo>
                    <a:pt x="195" y="0"/>
                  </a:moveTo>
                  <a:cubicBezTo>
                    <a:pt x="175" y="0"/>
                    <a:pt x="164" y="11"/>
                    <a:pt x="144" y="11"/>
                  </a:cubicBezTo>
                  <a:cubicBezTo>
                    <a:pt x="134" y="21"/>
                    <a:pt x="123" y="31"/>
                    <a:pt x="103" y="31"/>
                  </a:cubicBezTo>
                  <a:lnTo>
                    <a:pt x="73" y="62"/>
                  </a:lnTo>
                  <a:cubicBezTo>
                    <a:pt x="62" y="72"/>
                    <a:pt x="52" y="82"/>
                    <a:pt x="42" y="103"/>
                  </a:cubicBezTo>
                  <a:cubicBezTo>
                    <a:pt x="32" y="113"/>
                    <a:pt x="32" y="123"/>
                    <a:pt x="21" y="143"/>
                  </a:cubicBezTo>
                  <a:cubicBezTo>
                    <a:pt x="21" y="154"/>
                    <a:pt x="11" y="164"/>
                    <a:pt x="11" y="184"/>
                  </a:cubicBezTo>
                  <a:cubicBezTo>
                    <a:pt x="1" y="195"/>
                    <a:pt x="1" y="215"/>
                    <a:pt x="1" y="225"/>
                  </a:cubicBezTo>
                  <a:cubicBezTo>
                    <a:pt x="1" y="286"/>
                    <a:pt x="32" y="348"/>
                    <a:pt x="73" y="389"/>
                  </a:cubicBezTo>
                  <a:cubicBezTo>
                    <a:pt x="114" y="440"/>
                    <a:pt x="175" y="461"/>
                    <a:pt x="236" y="461"/>
                  </a:cubicBezTo>
                  <a:cubicBezTo>
                    <a:pt x="297" y="461"/>
                    <a:pt x="359" y="440"/>
                    <a:pt x="400" y="389"/>
                  </a:cubicBezTo>
                  <a:lnTo>
                    <a:pt x="430" y="358"/>
                  </a:lnTo>
                  <a:cubicBezTo>
                    <a:pt x="440" y="348"/>
                    <a:pt x="440" y="327"/>
                    <a:pt x="450" y="318"/>
                  </a:cubicBezTo>
                  <a:cubicBezTo>
                    <a:pt x="461" y="307"/>
                    <a:pt x="461" y="286"/>
                    <a:pt x="461" y="277"/>
                  </a:cubicBezTo>
                  <a:cubicBezTo>
                    <a:pt x="481" y="195"/>
                    <a:pt x="450" y="123"/>
                    <a:pt x="400" y="62"/>
                  </a:cubicBezTo>
                  <a:cubicBezTo>
                    <a:pt x="359" y="21"/>
                    <a:pt x="297" y="0"/>
                    <a:pt x="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8" name="Google Shape;6018;p20"/>
            <p:cNvSpPr/>
            <p:nvPr/>
          </p:nvSpPr>
          <p:spPr>
            <a:xfrm>
              <a:off x="-1154155" y="1139575"/>
              <a:ext cx="35193" cy="112300"/>
            </a:xfrm>
            <a:custGeom>
              <a:avLst/>
              <a:gdLst/>
              <a:ahLst/>
              <a:cxnLst/>
              <a:rect l="l" t="t" r="r" b="b"/>
              <a:pathLst>
                <a:path w="471" h="1503" extrusionOk="0">
                  <a:moveTo>
                    <a:pt x="236" y="1"/>
                  </a:moveTo>
                  <a:cubicBezTo>
                    <a:pt x="114" y="1"/>
                    <a:pt x="1" y="103"/>
                    <a:pt x="1" y="225"/>
                  </a:cubicBezTo>
                  <a:cubicBezTo>
                    <a:pt x="1" y="358"/>
                    <a:pt x="114" y="461"/>
                    <a:pt x="236" y="461"/>
                  </a:cubicBezTo>
                  <a:cubicBezTo>
                    <a:pt x="369" y="461"/>
                    <a:pt x="471" y="358"/>
                    <a:pt x="471" y="225"/>
                  </a:cubicBezTo>
                  <a:cubicBezTo>
                    <a:pt x="471" y="103"/>
                    <a:pt x="369" y="1"/>
                    <a:pt x="236" y="1"/>
                  </a:cubicBezTo>
                  <a:close/>
                  <a:moveTo>
                    <a:pt x="236" y="1043"/>
                  </a:moveTo>
                  <a:cubicBezTo>
                    <a:pt x="114" y="1043"/>
                    <a:pt x="1" y="1145"/>
                    <a:pt x="1" y="1267"/>
                  </a:cubicBezTo>
                  <a:cubicBezTo>
                    <a:pt x="1" y="1401"/>
                    <a:pt x="114" y="1503"/>
                    <a:pt x="236" y="1503"/>
                  </a:cubicBezTo>
                  <a:cubicBezTo>
                    <a:pt x="369" y="1503"/>
                    <a:pt x="471" y="1401"/>
                    <a:pt x="471" y="1267"/>
                  </a:cubicBezTo>
                  <a:cubicBezTo>
                    <a:pt x="471" y="1145"/>
                    <a:pt x="369" y="1043"/>
                    <a:pt x="236" y="104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9" name="Google Shape;6019;p20"/>
            <p:cNvSpPr/>
            <p:nvPr/>
          </p:nvSpPr>
          <p:spPr>
            <a:xfrm>
              <a:off x="-1154155" y="1295289"/>
              <a:ext cx="36015" cy="34445"/>
            </a:xfrm>
            <a:custGeom>
              <a:avLst/>
              <a:gdLst/>
              <a:ahLst/>
              <a:cxnLst/>
              <a:rect l="l" t="t" r="r" b="b"/>
              <a:pathLst>
                <a:path w="482" h="461" extrusionOk="0">
                  <a:moveTo>
                    <a:pt x="236" y="1"/>
                  </a:moveTo>
                  <a:cubicBezTo>
                    <a:pt x="175" y="1"/>
                    <a:pt x="114" y="21"/>
                    <a:pt x="73" y="62"/>
                  </a:cubicBezTo>
                  <a:cubicBezTo>
                    <a:pt x="32" y="113"/>
                    <a:pt x="1" y="175"/>
                    <a:pt x="1" y="225"/>
                  </a:cubicBezTo>
                  <a:cubicBezTo>
                    <a:pt x="1" y="246"/>
                    <a:pt x="1" y="256"/>
                    <a:pt x="11" y="277"/>
                  </a:cubicBezTo>
                  <a:cubicBezTo>
                    <a:pt x="11" y="287"/>
                    <a:pt x="21" y="307"/>
                    <a:pt x="21" y="318"/>
                  </a:cubicBezTo>
                  <a:cubicBezTo>
                    <a:pt x="32" y="328"/>
                    <a:pt x="32" y="348"/>
                    <a:pt x="42" y="359"/>
                  </a:cubicBezTo>
                  <a:lnTo>
                    <a:pt x="73" y="389"/>
                  </a:lnTo>
                  <a:cubicBezTo>
                    <a:pt x="114" y="440"/>
                    <a:pt x="175" y="461"/>
                    <a:pt x="236" y="461"/>
                  </a:cubicBezTo>
                  <a:lnTo>
                    <a:pt x="277" y="461"/>
                  </a:lnTo>
                  <a:cubicBezTo>
                    <a:pt x="297" y="450"/>
                    <a:pt x="307" y="450"/>
                    <a:pt x="328" y="440"/>
                  </a:cubicBezTo>
                  <a:cubicBezTo>
                    <a:pt x="338" y="440"/>
                    <a:pt x="348" y="430"/>
                    <a:pt x="369" y="420"/>
                  </a:cubicBezTo>
                  <a:lnTo>
                    <a:pt x="400" y="389"/>
                  </a:lnTo>
                  <a:lnTo>
                    <a:pt x="430" y="359"/>
                  </a:lnTo>
                  <a:cubicBezTo>
                    <a:pt x="440" y="348"/>
                    <a:pt x="440" y="328"/>
                    <a:pt x="450" y="318"/>
                  </a:cubicBezTo>
                  <a:cubicBezTo>
                    <a:pt x="461" y="307"/>
                    <a:pt x="461" y="287"/>
                    <a:pt x="461" y="277"/>
                  </a:cubicBezTo>
                  <a:cubicBezTo>
                    <a:pt x="481" y="195"/>
                    <a:pt x="450" y="123"/>
                    <a:pt x="400" y="62"/>
                  </a:cubicBezTo>
                  <a:cubicBezTo>
                    <a:pt x="389" y="52"/>
                    <a:pt x="379" y="41"/>
                    <a:pt x="369" y="41"/>
                  </a:cubicBezTo>
                  <a:cubicBezTo>
                    <a:pt x="348" y="32"/>
                    <a:pt x="338" y="21"/>
                    <a:pt x="328" y="11"/>
                  </a:cubicBezTo>
                  <a:cubicBezTo>
                    <a:pt x="307" y="11"/>
                    <a:pt x="297" y="1"/>
                    <a:pt x="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6020"/>
        <p:cNvGrpSpPr/>
        <p:nvPr/>
      </p:nvGrpSpPr>
      <p:grpSpPr>
        <a:xfrm>
          <a:off x="0" y="0"/>
          <a:ext cx="0" cy="0"/>
          <a:chOff x="0" y="0"/>
          <a:chExt cx="0" cy="0"/>
        </a:xfrm>
      </p:grpSpPr>
      <p:sp>
        <p:nvSpPr>
          <p:cNvPr id="6021" name="Google Shape;6021;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022" name="Google Shape;6022;p21"/>
          <p:cNvSpPr txBox="1">
            <a:spLocks noGrp="1"/>
          </p:cNvSpPr>
          <p:nvPr>
            <p:ph type="subTitle" idx="1"/>
          </p:nvPr>
        </p:nvSpPr>
        <p:spPr>
          <a:xfrm>
            <a:off x="723900" y="171015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023" name="Google Shape;6023;p21"/>
          <p:cNvSpPr txBox="1">
            <a:spLocks noGrp="1"/>
          </p:cNvSpPr>
          <p:nvPr>
            <p:ph type="subTitle" idx="2"/>
          </p:nvPr>
        </p:nvSpPr>
        <p:spPr>
          <a:xfrm>
            <a:off x="3579000" y="171016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024" name="Google Shape;6024;p21"/>
          <p:cNvSpPr txBox="1">
            <a:spLocks noGrp="1"/>
          </p:cNvSpPr>
          <p:nvPr>
            <p:ph type="subTitle" idx="3"/>
          </p:nvPr>
        </p:nvSpPr>
        <p:spPr>
          <a:xfrm>
            <a:off x="723900"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025" name="Google Shape;6025;p21"/>
          <p:cNvSpPr txBox="1">
            <a:spLocks noGrp="1"/>
          </p:cNvSpPr>
          <p:nvPr>
            <p:ph type="subTitle" idx="4"/>
          </p:nvPr>
        </p:nvSpPr>
        <p:spPr>
          <a:xfrm>
            <a:off x="3578998"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026" name="Google Shape;6026;p21"/>
          <p:cNvSpPr txBox="1">
            <a:spLocks noGrp="1"/>
          </p:cNvSpPr>
          <p:nvPr>
            <p:ph type="subTitle" idx="5"/>
          </p:nvPr>
        </p:nvSpPr>
        <p:spPr>
          <a:xfrm>
            <a:off x="6434097" y="171016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027" name="Google Shape;6027;p21"/>
          <p:cNvSpPr txBox="1">
            <a:spLocks noGrp="1"/>
          </p:cNvSpPr>
          <p:nvPr>
            <p:ph type="subTitle" idx="6"/>
          </p:nvPr>
        </p:nvSpPr>
        <p:spPr>
          <a:xfrm>
            <a:off x="6434097"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028" name="Google Shape;6028;p21"/>
          <p:cNvSpPr txBox="1">
            <a:spLocks noGrp="1"/>
          </p:cNvSpPr>
          <p:nvPr>
            <p:ph type="subTitle" idx="7"/>
          </p:nvPr>
        </p:nvSpPr>
        <p:spPr>
          <a:xfrm>
            <a:off x="723900" y="1060275"/>
            <a:ext cx="1984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029" name="Google Shape;6029;p21"/>
          <p:cNvSpPr txBox="1">
            <a:spLocks noGrp="1"/>
          </p:cNvSpPr>
          <p:nvPr>
            <p:ph type="subTitle" idx="8"/>
          </p:nvPr>
        </p:nvSpPr>
        <p:spPr>
          <a:xfrm>
            <a:off x="3579000" y="1060284"/>
            <a:ext cx="1984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030" name="Google Shape;6030;p21"/>
          <p:cNvSpPr txBox="1">
            <a:spLocks noGrp="1"/>
          </p:cNvSpPr>
          <p:nvPr>
            <p:ph type="subTitle" idx="9"/>
          </p:nvPr>
        </p:nvSpPr>
        <p:spPr>
          <a:xfrm>
            <a:off x="6434097" y="1060284"/>
            <a:ext cx="1984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031" name="Google Shape;6031;p21"/>
          <p:cNvSpPr txBox="1">
            <a:spLocks noGrp="1"/>
          </p:cNvSpPr>
          <p:nvPr>
            <p:ph type="subTitle" idx="13"/>
          </p:nvPr>
        </p:nvSpPr>
        <p:spPr>
          <a:xfrm>
            <a:off x="723900" y="2845800"/>
            <a:ext cx="19860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032" name="Google Shape;6032;p21"/>
          <p:cNvSpPr txBox="1">
            <a:spLocks noGrp="1"/>
          </p:cNvSpPr>
          <p:nvPr>
            <p:ph type="subTitle" idx="14"/>
          </p:nvPr>
        </p:nvSpPr>
        <p:spPr>
          <a:xfrm>
            <a:off x="3579000" y="2845800"/>
            <a:ext cx="1984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033" name="Google Shape;6033;p21"/>
          <p:cNvSpPr txBox="1">
            <a:spLocks noGrp="1"/>
          </p:cNvSpPr>
          <p:nvPr>
            <p:ph type="subTitle" idx="15"/>
          </p:nvPr>
        </p:nvSpPr>
        <p:spPr>
          <a:xfrm>
            <a:off x="6434097" y="2845800"/>
            <a:ext cx="1984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a:solidFill>
                  <a:schemeClr val="dk1"/>
                </a:solidFill>
                <a:latin typeface="Audiowide"/>
                <a:ea typeface="Audiowide"/>
                <a:cs typeface="Audiowide"/>
                <a:sym typeface="Audiowid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034" name="Google Shape;6034;p21"/>
          <p:cNvSpPr/>
          <p:nvPr/>
        </p:nvSpPr>
        <p:spPr>
          <a:xfrm rot="10800000" flipH="1">
            <a:off x="6647978" y="-207740"/>
            <a:ext cx="2505593" cy="2448124"/>
          </a:xfrm>
          <a:custGeom>
            <a:avLst/>
            <a:gdLst/>
            <a:ahLst/>
            <a:cxnLst/>
            <a:rect l="l" t="t" r="r" b="b"/>
            <a:pathLst>
              <a:path w="18268" h="17849" extrusionOk="0">
                <a:moveTo>
                  <a:pt x="18267" y="1"/>
                </a:moveTo>
                <a:cubicBezTo>
                  <a:pt x="17123" y="1258"/>
                  <a:pt x="16296" y="2810"/>
                  <a:pt x="15908" y="4475"/>
                </a:cubicBezTo>
                <a:cubicBezTo>
                  <a:pt x="15417" y="6621"/>
                  <a:pt x="15652" y="9175"/>
                  <a:pt x="14253" y="11004"/>
                </a:cubicBezTo>
                <a:cubicBezTo>
                  <a:pt x="13299" y="12251"/>
                  <a:pt x="12062" y="12597"/>
                  <a:pt x="10735" y="12597"/>
                </a:cubicBezTo>
                <a:cubicBezTo>
                  <a:pt x="9162" y="12597"/>
                  <a:pt x="7463" y="12111"/>
                  <a:pt x="5967" y="12066"/>
                </a:cubicBezTo>
                <a:cubicBezTo>
                  <a:pt x="5889" y="12064"/>
                  <a:pt x="5810" y="12063"/>
                  <a:pt x="5732" y="12063"/>
                </a:cubicBezTo>
                <a:cubicBezTo>
                  <a:pt x="3213" y="12063"/>
                  <a:pt x="838" y="13342"/>
                  <a:pt x="184" y="15938"/>
                </a:cubicBezTo>
                <a:cubicBezTo>
                  <a:pt x="21" y="16562"/>
                  <a:pt x="1" y="17215"/>
                  <a:pt x="82" y="17849"/>
                </a:cubicBezTo>
                <a:lnTo>
                  <a:pt x="18267" y="17849"/>
                </a:lnTo>
                <a:lnTo>
                  <a:pt x="182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5" name="Google Shape;6035;p21"/>
          <p:cNvSpPr/>
          <p:nvPr/>
        </p:nvSpPr>
        <p:spPr>
          <a:xfrm rot="10800000" flipH="1">
            <a:off x="-232890" y="-8"/>
            <a:ext cx="922194" cy="913197"/>
          </a:xfrm>
          <a:custGeom>
            <a:avLst/>
            <a:gdLst/>
            <a:ahLst/>
            <a:cxnLst/>
            <a:rect l="l" t="t" r="r" b="b"/>
            <a:pathLst>
              <a:path w="12342" h="12222" extrusionOk="0">
                <a:moveTo>
                  <a:pt x="6166" y="3107"/>
                </a:moveTo>
                <a:cubicBezTo>
                  <a:pt x="6185" y="3107"/>
                  <a:pt x="6203" y="3107"/>
                  <a:pt x="6222" y="3107"/>
                </a:cubicBezTo>
                <a:cubicBezTo>
                  <a:pt x="7888" y="3138"/>
                  <a:pt x="9205" y="4507"/>
                  <a:pt x="9175" y="6162"/>
                </a:cubicBezTo>
                <a:cubicBezTo>
                  <a:pt x="9144" y="7808"/>
                  <a:pt x="7806" y="9115"/>
                  <a:pt x="6177" y="9115"/>
                </a:cubicBezTo>
                <a:cubicBezTo>
                  <a:pt x="6158" y="9115"/>
                  <a:pt x="6139" y="9115"/>
                  <a:pt x="6120" y="9114"/>
                </a:cubicBezTo>
                <a:cubicBezTo>
                  <a:pt x="4455" y="9084"/>
                  <a:pt x="3137" y="7715"/>
                  <a:pt x="3168" y="6060"/>
                </a:cubicBezTo>
                <a:cubicBezTo>
                  <a:pt x="3198" y="4413"/>
                  <a:pt x="4536" y="3107"/>
                  <a:pt x="6166" y="3107"/>
                </a:cubicBezTo>
                <a:close/>
                <a:moveTo>
                  <a:pt x="6160" y="0"/>
                </a:moveTo>
                <a:cubicBezTo>
                  <a:pt x="2840" y="0"/>
                  <a:pt x="123" y="2665"/>
                  <a:pt x="62" y="6009"/>
                </a:cubicBezTo>
                <a:cubicBezTo>
                  <a:pt x="1" y="9380"/>
                  <a:pt x="2698" y="12159"/>
                  <a:pt x="6069" y="12220"/>
                </a:cubicBezTo>
                <a:cubicBezTo>
                  <a:pt x="6107" y="12221"/>
                  <a:pt x="6144" y="12221"/>
                  <a:pt x="6182" y="12221"/>
                </a:cubicBezTo>
                <a:cubicBezTo>
                  <a:pt x="9502" y="12221"/>
                  <a:pt x="12220" y="9547"/>
                  <a:pt x="12281" y="6213"/>
                </a:cubicBezTo>
                <a:cubicBezTo>
                  <a:pt x="12342" y="2842"/>
                  <a:pt x="9655" y="63"/>
                  <a:pt x="6273" y="1"/>
                </a:cubicBezTo>
                <a:cubicBezTo>
                  <a:pt x="6236" y="1"/>
                  <a:pt x="6198" y="0"/>
                  <a:pt x="6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36" name="Google Shape;6036;p21"/>
          <p:cNvGrpSpPr/>
          <p:nvPr/>
        </p:nvGrpSpPr>
        <p:grpSpPr>
          <a:xfrm rot="10800000" flipH="1">
            <a:off x="8430782" y="68489"/>
            <a:ext cx="1517538" cy="1495345"/>
            <a:chOff x="-1517525" y="-541175"/>
            <a:chExt cx="1096725" cy="1080686"/>
          </a:xfrm>
        </p:grpSpPr>
        <p:sp>
          <p:nvSpPr>
            <p:cNvPr id="6037" name="Google Shape;6037;p21"/>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8" name="Google Shape;6038;p21"/>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9" name="Google Shape;6039;p21"/>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0" name="Google Shape;6040;p21"/>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1" name="Google Shape;6041;p21"/>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2" name="Google Shape;6042;p21"/>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3" name="Google Shape;6043;p21"/>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4" name="Google Shape;6044;p21"/>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5" name="Google Shape;6045;p21"/>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6" name="Google Shape;6046;p21"/>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7" name="Google Shape;6047;p21"/>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8" name="Google Shape;6048;p21"/>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9" name="Google Shape;6049;p21"/>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0" name="Google Shape;6050;p21"/>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1" name="Google Shape;6051;p21"/>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2" name="Google Shape;6052;p21"/>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3" name="Google Shape;6053;p21"/>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4" name="Google Shape;6054;p21"/>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5" name="Google Shape;6055;p21"/>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6" name="Google Shape;6056;p21"/>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7" name="Google Shape;6057;p21"/>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8" name="Google Shape;6058;p21"/>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9" name="Google Shape;6059;p21"/>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0" name="Google Shape;6060;p21"/>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1" name="Google Shape;6061;p21"/>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2" name="Google Shape;6062;p21"/>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3" name="Google Shape;6063;p21"/>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4" name="Google Shape;6064;p21"/>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5" name="Google Shape;6065;p21"/>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6" name="Google Shape;6066;p21"/>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7" name="Google Shape;6067;p21"/>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8" name="Google Shape;6068;p21"/>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9" name="Google Shape;6069;p21"/>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0" name="Google Shape;6070;p21"/>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1" name="Google Shape;6071;p21"/>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2" name="Google Shape;6072;p21"/>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3" name="Google Shape;6073;p21"/>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4" name="Google Shape;6074;p21"/>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5" name="Google Shape;6075;p21"/>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6" name="Google Shape;6076;p21"/>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7" name="Google Shape;6077;p21"/>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8" name="Google Shape;6078;p21"/>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9" name="Google Shape;6079;p21"/>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0" name="Google Shape;6080;p21"/>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1" name="Google Shape;6081;p21"/>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2" name="Google Shape;6082;p21"/>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3" name="Google Shape;6083;p21"/>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4" name="Google Shape;6084;p21"/>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5" name="Google Shape;6085;p21"/>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6" name="Google Shape;6086;p21"/>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7" name="Google Shape;6087;p21"/>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8" name="Google Shape;6088;p21"/>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9" name="Google Shape;6089;p21"/>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0" name="Google Shape;6090;p21"/>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1" name="Google Shape;6091;p21"/>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2" name="Google Shape;6092;p21"/>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3" name="Google Shape;6093;p21"/>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4" name="Google Shape;6094;p21"/>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5" name="Google Shape;6095;p21"/>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6" name="Google Shape;6096;p21"/>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7" name="Google Shape;6097;p21"/>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8" name="Google Shape;6098;p21"/>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9" name="Google Shape;6099;p21"/>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0" name="Google Shape;6100;p21"/>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1" name="Google Shape;6101;p21"/>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2" name="Google Shape;6102;p21"/>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3" name="Google Shape;6103;p21"/>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4" name="Google Shape;6104;p21"/>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5" name="Google Shape;6105;p21"/>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6" name="Google Shape;6106;p21"/>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7" name="Google Shape;6107;p21"/>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8" name="Google Shape;6108;p21"/>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9" name="Google Shape;6109;p21"/>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0" name="Google Shape;6110;p21"/>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1" name="Google Shape;6111;p21"/>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2" name="Google Shape;6112;p21"/>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3" name="Google Shape;6113;p21"/>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4" name="Google Shape;6114;p21"/>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5" name="Google Shape;6115;p21"/>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6" name="Google Shape;6116;p21"/>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7" name="Google Shape;6117;p21"/>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8" name="Google Shape;6118;p21"/>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9" name="Google Shape;6119;p21"/>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0" name="Google Shape;6120;p21"/>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1" name="Google Shape;6121;p21"/>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2" name="Google Shape;6122;p21"/>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3" name="Google Shape;6123;p21"/>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4" name="Google Shape;6124;p21"/>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5" name="Google Shape;6125;p21"/>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6" name="Google Shape;6126;p21"/>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7" name="Google Shape;6127;p21"/>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8" name="Google Shape;6128;p21"/>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9" name="Google Shape;6129;p21"/>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0" name="Google Shape;6130;p21"/>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1" name="Google Shape;6131;p21"/>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2" name="Google Shape;6132;p21"/>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3" name="Google Shape;6133;p21"/>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4" name="Google Shape;6134;p21"/>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5" name="Google Shape;6135;p21"/>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6" name="Google Shape;6136;p21"/>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7" name="Google Shape;6137;p21"/>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8" name="Google Shape;6138;p21"/>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9" name="Google Shape;6139;p21"/>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0" name="Google Shape;6140;p21"/>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1" name="Google Shape;6141;p21"/>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2" name="Google Shape;6142;p21"/>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3" name="Google Shape;6143;p21"/>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4" name="Google Shape;6144;p21"/>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5" name="Google Shape;6145;p21"/>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6" name="Google Shape;6146;p21"/>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7" name="Google Shape;6147;p21"/>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8" name="Google Shape;6148;p21"/>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9" name="Google Shape;6149;p21"/>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0" name="Google Shape;6150;p21"/>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1" name="Google Shape;6151;p21"/>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2" name="Google Shape;6152;p21"/>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3" name="Google Shape;6153;p21"/>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4" name="Google Shape;6154;p21"/>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5" name="Google Shape;6155;p21"/>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6" name="Google Shape;6156;p21"/>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7" name="Google Shape;6157;p21"/>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8" name="Google Shape;6158;p21"/>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9" name="Google Shape;6159;p21"/>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0" name="Google Shape;6160;p21"/>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1" name="Google Shape;6161;p21"/>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2" name="Google Shape;6162;p21"/>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3" name="Google Shape;6163;p21"/>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4" name="Google Shape;6164;p21"/>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5" name="Google Shape;6165;p21"/>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6" name="Google Shape;6166;p21"/>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7" name="Google Shape;6167;p21"/>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8" name="Google Shape;6168;p21"/>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9" name="Google Shape;6169;p21"/>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0" name="Google Shape;6170;p21"/>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1" name="Google Shape;6171;p21"/>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2" name="Google Shape;6172;p21"/>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3" name="Google Shape;6173;p21"/>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4" name="Google Shape;6174;p21"/>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5" name="Google Shape;6175;p21"/>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6" name="Google Shape;6176;p21"/>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7" name="Google Shape;6177;p21"/>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8" name="Google Shape;6178;p21"/>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9" name="Google Shape;6179;p21"/>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0" name="Google Shape;6180;p21"/>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1" name="Google Shape;6181;p21"/>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2" name="Google Shape;6182;p21"/>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3" name="Google Shape;6183;p21"/>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4" name="Google Shape;6184;p21"/>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5" name="Google Shape;6185;p21"/>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6" name="Google Shape;6186;p21"/>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7" name="Google Shape;6187;p21"/>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8" name="Google Shape;6188;p21"/>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9" name="Google Shape;6189;p21"/>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0" name="Google Shape;6190;p21"/>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1" name="Google Shape;6191;p21"/>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2" name="Google Shape;6192;p21"/>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3" name="Google Shape;6193;p21"/>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4" name="Google Shape;6194;p21"/>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5" name="Google Shape;6195;p21"/>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6" name="Google Shape;6196;p21"/>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7" name="Google Shape;6197;p21"/>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8" name="Google Shape;6198;p21"/>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9" name="Google Shape;6199;p21"/>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0" name="Google Shape;6200;p21"/>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1" name="Google Shape;6201;p21"/>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2" name="Google Shape;6202;p21"/>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3" name="Google Shape;6203;p21"/>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4" name="Google Shape;6204;p21"/>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5" name="Google Shape;6205;p21"/>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6" name="Google Shape;6206;p21"/>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7" name="Google Shape;6207;p21"/>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8" name="Google Shape;6208;p21"/>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9" name="Google Shape;6209;p21"/>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0" name="Google Shape;6210;p21"/>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1" name="Google Shape;6211;p21"/>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2" name="Google Shape;6212;p21"/>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3" name="Google Shape;6213;p21"/>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4" name="Google Shape;6214;p21"/>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5" name="Google Shape;6215;p21"/>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6" name="Google Shape;6216;p21"/>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7" name="Google Shape;6217;p21"/>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8" name="Google Shape;6218;p21"/>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9" name="Google Shape;6219;p21"/>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0" name="Google Shape;6220;p21"/>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1" name="Google Shape;6221;p21"/>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2" name="Google Shape;6222;p21"/>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3" name="Google Shape;6223;p21"/>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4" name="Google Shape;6224;p21"/>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5" name="Google Shape;6225;p21"/>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6" name="Google Shape;6226;p21"/>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7" name="Google Shape;6227;p21"/>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8" name="Google Shape;6228;p21"/>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9" name="Google Shape;6229;p21"/>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0" name="Google Shape;6230;p21"/>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1" name="Google Shape;6231;p21"/>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2" name="Google Shape;6232;p21"/>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3" name="Google Shape;6233;p21"/>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4" name="Google Shape;6234;p21"/>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5" name="Google Shape;6235;p21"/>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6" name="Google Shape;6236;p21"/>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7" name="Google Shape;6237;p21"/>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8" name="Google Shape;6238;p21"/>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9" name="Google Shape;6239;p21"/>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0" name="Google Shape;6240;p21"/>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1" name="Google Shape;6241;p21"/>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2" name="Google Shape;6242;p21"/>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3" name="Google Shape;6243;p21"/>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4" name="Google Shape;6244;p21"/>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5" name="Google Shape;6245;p21"/>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6" name="Google Shape;6246;p21"/>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7" name="Google Shape;6247;p21"/>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8" name="Google Shape;6248;p21"/>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9" name="Google Shape;6249;p21"/>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0" name="Google Shape;6250;p21"/>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1" name="Google Shape;6251;p21"/>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2" name="Google Shape;6252;p21"/>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3" name="Google Shape;6253;p21"/>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4" name="Google Shape;6254;p21"/>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5" name="Google Shape;6255;p21"/>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6" name="Google Shape;6256;p21"/>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7" name="Google Shape;6257;p21"/>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8" name="Google Shape;6258;p21"/>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9" name="Google Shape;6259;p21"/>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0" name="Google Shape;6260;p21"/>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1" name="Google Shape;6261;p21"/>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2" name="Google Shape;6262;p21"/>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3" name="Google Shape;6263;p21"/>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4" name="Google Shape;6264;p21"/>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5" name="Google Shape;6265;p21"/>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6" name="Google Shape;6266;p21"/>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7" name="Google Shape;6267;p21"/>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8" name="Google Shape;6268;p21"/>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9" name="Google Shape;6269;p21"/>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0" name="Google Shape;6270;p21"/>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1" name="Google Shape;6271;p21"/>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2" name="Google Shape;6272;p21"/>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3" name="Google Shape;6273;p21"/>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4" name="Google Shape;6274;p21"/>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5" name="Google Shape;6275;p21"/>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6" name="Google Shape;6276;p21"/>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7" name="Google Shape;6277;p21"/>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8" name="Google Shape;6278;p21"/>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9" name="Google Shape;6279;p21"/>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0" name="Google Shape;6280;p21"/>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1" name="Google Shape;6281;p21"/>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2" name="Google Shape;6282;p21"/>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3" name="Google Shape;6283;p21"/>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4" name="Google Shape;6284;p21"/>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5" name="Google Shape;6285;p21"/>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6" name="Google Shape;6286;p21"/>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7" name="Google Shape;6287;p21"/>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8" name="Google Shape;6288;p21"/>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9" name="Google Shape;6289;p21"/>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0" name="Google Shape;6290;p21"/>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1" name="Google Shape;6291;p21"/>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2" name="Google Shape;6292;p21"/>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3" name="Google Shape;6293;p21"/>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4" name="Google Shape;6294;p21"/>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5" name="Google Shape;6295;p21"/>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6" name="Google Shape;6296;p21"/>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7" name="Google Shape;6297;p21"/>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8" name="Google Shape;6298;p21"/>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9" name="Google Shape;6299;p21"/>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0" name="Google Shape;6300;p21"/>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1" name="Google Shape;6301;p21"/>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2" name="Google Shape;6302;p21"/>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3" name="Google Shape;6303;p21"/>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4" name="Google Shape;6304;p21"/>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5" name="Google Shape;6305;p21"/>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6" name="Google Shape;6306;p21"/>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7" name="Google Shape;6307;p21"/>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8" name="Google Shape;6308;p21"/>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9" name="Google Shape;6309;p21"/>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0" name="Google Shape;6310;p21"/>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1" name="Google Shape;6311;p21"/>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2" name="Google Shape;6312;p21"/>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3" name="Google Shape;6313;p21"/>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4" name="Google Shape;6314;p21"/>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5" name="Google Shape;6315;p21"/>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6" name="Google Shape;6316;p21"/>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7" name="Google Shape;6317;p21"/>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8" name="Google Shape;6318;p21"/>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9" name="Google Shape;6319;p21"/>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0" name="Google Shape;6320;p21"/>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1" name="Google Shape;6321;p21"/>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2" name="Google Shape;6322;p21"/>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3" name="Google Shape;6323;p21"/>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4" name="Google Shape;6324;p21"/>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5" name="Google Shape;6325;p21"/>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6" name="Google Shape;6326;p21"/>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7" name="Google Shape;6327;p21"/>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8" name="Google Shape;6328;p21"/>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9" name="Google Shape;6329;p21"/>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0" name="Google Shape;6330;p21"/>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1" name="Google Shape;6331;p21"/>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2" name="Google Shape;6332;p21"/>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3" name="Google Shape;6333;p21"/>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4" name="Google Shape;6334;p21"/>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5" name="Google Shape;6335;p21"/>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6" name="Google Shape;6336;p21"/>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7" name="Google Shape;6337;p21"/>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8" name="Google Shape;6338;p21"/>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9" name="Google Shape;6339;p21"/>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0" name="Google Shape;6340;p21"/>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1" name="Google Shape;6341;p21"/>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2" name="Google Shape;6342;p21"/>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3" name="Google Shape;6343;p21"/>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4" name="Google Shape;6344;p21"/>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5" name="Google Shape;6345;p21"/>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6" name="Google Shape;6346;p21"/>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7" name="Google Shape;6347;p21"/>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8" name="Google Shape;6348;p21"/>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9" name="Google Shape;6349;p21"/>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0" name="Google Shape;6350;p21"/>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1" name="Google Shape;6351;p21"/>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2" name="Google Shape;6352;p21"/>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3" name="Google Shape;6353;p21"/>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4" name="Google Shape;6354;p21"/>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5" name="Google Shape;6355;p21"/>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6" name="Google Shape;6356;p21"/>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7" name="Google Shape;6357;p21"/>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8" name="Google Shape;6358;p21"/>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9" name="Google Shape;6359;p21"/>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0" name="Google Shape;6360;p21"/>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1" name="Google Shape;6361;p21"/>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2" name="Google Shape;6362;p21"/>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3" name="Google Shape;6363;p21"/>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4" name="Google Shape;6364;p21"/>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5" name="Google Shape;6365;p21"/>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6" name="Google Shape;6366;p21"/>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7" name="Google Shape;6367;p21"/>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8" name="Google Shape;6368;p21"/>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9" name="Google Shape;6369;p21"/>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0" name="Google Shape;6370;p21"/>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1" name="Google Shape;6371;p21"/>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2" name="Google Shape;6372;p21"/>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3" name="Google Shape;6373;p21"/>
          <p:cNvGrpSpPr/>
          <p:nvPr/>
        </p:nvGrpSpPr>
        <p:grpSpPr>
          <a:xfrm rot="10800000" flipH="1">
            <a:off x="-828243" y="3924827"/>
            <a:ext cx="1517538" cy="1495345"/>
            <a:chOff x="-1517525" y="-541175"/>
            <a:chExt cx="1096725" cy="1080686"/>
          </a:xfrm>
        </p:grpSpPr>
        <p:sp>
          <p:nvSpPr>
            <p:cNvPr id="6374" name="Google Shape;6374;p21"/>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5" name="Google Shape;6375;p21"/>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6" name="Google Shape;6376;p21"/>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7" name="Google Shape;6377;p21"/>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8" name="Google Shape;6378;p21"/>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9" name="Google Shape;6379;p21"/>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0" name="Google Shape;6380;p21"/>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1" name="Google Shape;6381;p21"/>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2" name="Google Shape;6382;p21"/>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3" name="Google Shape;6383;p21"/>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4" name="Google Shape;6384;p21"/>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5" name="Google Shape;6385;p21"/>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6" name="Google Shape;6386;p21"/>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7" name="Google Shape;6387;p21"/>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8" name="Google Shape;6388;p21"/>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9" name="Google Shape;6389;p21"/>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0" name="Google Shape;6390;p21"/>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1" name="Google Shape;6391;p21"/>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2" name="Google Shape;6392;p21"/>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3" name="Google Shape;6393;p21"/>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4" name="Google Shape;6394;p21"/>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5" name="Google Shape;6395;p21"/>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6" name="Google Shape;6396;p21"/>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7" name="Google Shape;6397;p21"/>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8" name="Google Shape;6398;p21"/>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9" name="Google Shape;6399;p21"/>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0" name="Google Shape;6400;p21"/>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1" name="Google Shape;6401;p21"/>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2" name="Google Shape;6402;p21"/>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3" name="Google Shape;6403;p21"/>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4" name="Google Shape;6404;p21"/>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5" name="Google Shape;6405;p21"/>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6" name="Google Shape;6406;p21"/>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7" name="Google Shape;6407;p21"/>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8" name="Google Shape;6408;p21"/>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9" name="Google Shape;6409;p21"/>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0" name="Google Shape;6410;p21"/>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1" name="Google Shape;6411;p21"/>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2" name="Google Shape;6412;p21"/>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3" name="Google Shape;6413;p21"/>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4" name="Google Shape;6414;p21"/>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5" name="Google Shape;6415;p21"/>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6" name="Google Shape;6416;p21"/>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7" name="Google Shape;6417;p21"/>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8" name="Google Shape;6418;p21"/>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9" name="Google Shape;6419;p21"/>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0" name="Google Shape;6420;p21"/>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1" name="Google Shape;6421;p21"/>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2" name="Google Shape;6422;p21"/>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3" name="Google Shape;6423;p21"/>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4" name="Google Shape;6424;p21"/>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5" name="Google Shape;6425;p21"/>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6" name="Google Shape;6426;p21"/>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7" name="Google Shape;6427;p21"/>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8" name="Google Shape;6428;p21"/>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9" name="Google Shape;6429;p21"/>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0" name="Google Shape;6430;p21"/>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1" name="Google Shape;6431;p21"/>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2" name="Google Shape;6432;p21"/>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3" name="Google Shape;6433;p21"/>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4" name="Google Shape;6434;p21"/>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5" name="Google Shape;6435;p21"/>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6" name="Google Shape;6436;p21"/>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7" name="Google Shape;6437;p21"/>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8" name="Google Shape;6438;p21"/>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9" name="Google Shape;6439;p21"/>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0" name="Google Shape;6440;p21"/>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1" name="Google Shape;6441;p21"/>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2" name="Google Shape;6442;p21"/>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3" name="Google Shape;6443;p21"/>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4" name="Google Shape;6444;p21"/>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5" name="Google Shape;6445;p21"/>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6" name="Google Shape;6446;p21"/>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7" name="Google Shape;6447;p21"/>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8" name="Google Shape;6448;p21"/>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9" name="Google Shape;6449;p21"/>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0" name="Google Shape;6450;p21"/>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1" name="Google Shape;6451;p21"/>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2" name="Google Shape;6452;p21"/>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3" name="Google Shape;6453;p21"/>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4" name="Google Shape;6454;p21"/>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5" name="Google Shape;6455;p21"/>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6" name="Google Shape;6456;p21"/>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7" name="Google Shape;6457;p21"/>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8" name="Google Shape;6458;p21"/>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9" name="Google Shape;6459;p21"/>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0" name="Google Shape;6460;p21"/>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1" name="Google Shape;6461;p21"/>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2" name="Google Shape;6462;p21"/>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3" name="Google Shape;6463;p21"/>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4" name="Google Shape;6464;p21"/>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5" name="Google Shape;6465;p21"/>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6" name="Google Shape;6466;p21"/>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7" name="Google Shape;6467;p21"/>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8" name="Google Shape;6468;p21"/>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9" name="Google Shape;6469;p21"/>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0" name="Google Shape;6470;p21"/>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1" name="Google Shape;6471;p21"/>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2" name="Google Shape;6472;p21"/>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3" name="Google Shape;6473;p21"/>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4" name="Google Shape;6474;p21"/>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5" name="Google Shape;6475;p21"/>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6" name="Google Shape;6476;p21"/>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7" name="Google Shape;6477;p21"/>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8" name="Google Shape;6478;p21"/>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9" name="Google Shape;6479;p21"/>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0" name="Google Shape;6480;p21"/>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1" name="Google Shape;6481;p21"/>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2" name="Google Shape;6482;p21"/>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3" name="Google Shape;6483;p21"/>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4" name="Google Shape;6484;p21"/>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5" name="Google Shape;6485;p21"/>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6" name="Google Shape;6486;p21"/>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7" name="Google Shape;6487;p21"/>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8" name="Google Shape;6488;p21"/>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9" name="Google Shape;6489;p21"/>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0" name="Google Shape;6490;p21"/>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1" name="Google Shape;6491;p21"/>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2" name="Google Shape;6492;p21"/>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3" name="Google Shape;6493;p21"/>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4" name="Google Shape;6494;p21"/>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5" name="Google Shape;6495;p21"/>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6" name="Google Shape;6496;p21"/>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7" name="Google Shape;6497;p21"/>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8" name="Google Shape;6498;p21"/>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9" name="Google Shape;6499;p21"/>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0" name="Google Shape;6500;p21"/>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1" name="Google Shape;6501;p21"/>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2" name="Google Shape;6502;p21"/>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3" name="Google Shape;6503;p21"/>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4" name="Google Shape;6504;p21"/>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5" name="Google Shape;6505;p21"/>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6" name="Google Shape;6506;p21"/>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7" name="Google Shape;6507;p21"/>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8" name="Google Shape;6508;p21"/>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9" name="Google Shape;6509;p21"/>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0" name="Google Shape;6510;p21"/>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1" name="Google Shape;6511;p21"/>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2" name="Google Shape;6512;p21"/>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3" name="Google Shape;6513;p21"/>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4" name="Google Shape;6514;p21"/>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5" name="Google Shape;6515;p21"/>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6" name="Google Shape;6516;p21"/>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7" name="Google Shape;6517;p21"/>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8" name="Google Shape;6518;p21"/>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9" name="Google Shape;6519;p21"/>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0" name="Google Shape;6520;p21"/>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1" name="Google Shape;6521;p21"/>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2" name="Google Shape;6522;p21"/>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3" name="Google Shape;6523;p21"/>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4" name="Google Shape;6524;p21"/>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5" name="Google Shape;6525;p21"/>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6" name="Google Shape;6526;p21"/>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7" name="Google Shape;6527;p21"/>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8" name="Google Shape;6528;p21"/>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9" name="Google Shape;6529;p21"/>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0" name="Google Shape;6530;p21"/>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1" name="Google Shape;6531;p21"/>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2" name="Google Shape;6532;p21"/>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3" name="Google Shape;6533;p21"/>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4" name="Google Shape;6534;p21"/>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5" name="Google Shape;6535;p21"/>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6" name="Google Shape;6536;p21"/>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7" name="Google Shape;6537;p21"/>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8" name="Google Shape;6538;p21"/>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9" name="Google Shape;6539;p21"/>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0" name="Google Shape;6540;p21"/>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1" name="Google Shape;6541;p21"/>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2" name="Google Shape;6542;p21"/>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3" name="Google Shape;6543;p21"/>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4" name="Google Shape;6544;p21"/>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5" name="Google Shape;6545;p21"/>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6" name="Google Shape;6546;p21"/>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7" name="Google Shape;6547;p21"/>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8" name="Google Shape;6548;p21"/>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9" name="Google Shape;6549;p21"/>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0" name="Google Shape;6550;p21"/>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1" name="Google Shape;6551;p21"/>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2" name="Google Shape;6552;p21"/>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3" name="Google Shape;6553;p21"/>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4" name="Google Shape;6554;p21"/>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5" name="Google Shape;6555;p21"/>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6" name="Google Shape;6556;p21"/>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7" name="Google Shape;6557;p21"/>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8" name="Google Shape;6558;p21"/>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9" name="Google Shape;6559;p21"/>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0" name="Google Shape;6560;p21"/>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1" name="Google Shape;6561;p21"/>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2" name="Google Shape;6562;p21"/>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3" name="Google Shape;6563;p21"/>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4" name="Google Shape;6564;p21"/>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5" name="Google Shape;6565;p21"/>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6" name="Google Shape;6566;p21"/>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7" name="Google Shape;6567;p21"/>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8" name="Google Shape;6568;p21"/>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9" name="Google Shape;6569;p21"/>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0" name="Google Shape;6570;p21"/>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1" name="Google Shape;6571;p21"/>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2" name="Google Shape;6572;p21"/>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3" name="Google Shape;6573;p21"/>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4" name="Google Shape;6574;p21"/>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5" name="Google Shape;6575;p21"/>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6" name="Google Shape;6576;p21"/>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7" name="Google Shape;6577;p21"/>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8" name="Google Shape;6578;p21"/>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9" name="Google Shape;6579;p21"/>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0" name="Google Shape;6580;p21"/>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1" name="Google Shape;6581;p21"/>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2" name="Google Shape;6582;p21"/>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3" name="Google Shape;6583;p21"/>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4" name="Google Shape;6584;p21"/>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5" name="Google Shape;6585;p21"/>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6" name="Google Shape;6586;p21"/>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7" name="Google Shape;6587;p21"/>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8" name="Google Shape;6588;p21"/>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9" name="Google Shape;6589;p21"/>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0" name="Google Shape;6590;p21"/>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1" name="Google Shape;6591;p21"/>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2" name="Google Shape;6592;p21"/>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3" name="Google Shape;6593;p21"/>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4" name="Google Shape;6594;p21"/>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5" name="Google Shape;6595;p21"/>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6" name="Google Shape;6596;p21"/>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7" name="Google Shape;6597;p21"/>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8" name="Google Shape;6598;p21"/>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9" name="Google Shape;6599;p21"/>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0" name="Google Shape;6600;p21"/>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1" name="Google Shape;6601;p21"/>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2" name="Google Shape;6602;p21"/>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3" name="Google Shape;6603;p21"/>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4" name="Google Shape;6604;p21"/>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5" name="Google Shape;6605;p21"/>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6" name="Google Shape;6606;p21"/>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7" name="Google Shape;6607;p21"/>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8" name="Google Shape;6608;p21"/>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9" name="Google Shape;6609;p21"/>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0" name="Google Shape;6610;p21"/>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1" name="Google Shape;6611;p21"/>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2" name="Google Shape;6612;p21"/>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3" name="Google Shape;6613;p21"/>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4" name="Google Shape;6614;p21"/>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5" name="Google Shape;6615;p21"/>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6" name="Google Shape;6616;p21"/>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7" name="Google Shape;6617;p21"/>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8" name="Google Shape;6618;p21"/>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9" name="Google Shape;6619;p21"/>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0" name="Google Shape;6620;p21"/>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1" name="Google Shape;6621;p21"/>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2" name="Google Shape;6622;p21"/>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3" name="Google Shape;6623;p21"/>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4" name="Google Shape;6624;p21"/>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5" name="Google Shape;6625;p21"/>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6" name="Google Shape;6626;p21"/>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7" name="Google Shape;6627;p21"/>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8" name="Google Shape;6628;p21"/>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9" name="Google Shape;6629;p21"/>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0" name="Google Shape;6630;p21"/>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1" name="Google Shape;6631;p21"/>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2" name="Google Shape;6632;p21"/>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3" name="Google Shape;6633;p21"/>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4" name="Google Shape;6634;p21"/>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5" name="Google Shape;6635;p21"/>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6" name="Google Shape;6636;p21"/>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7" name="Google Shape;6637;p21"/>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8" name="Google Shape;6638;p21"/>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9" name="Google Shape;6639;p21"/>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0" name="Google Shape;6640;p21"/>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1" name="Google Shape;6641;p21"/>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2" name="Google Shape;6642;p21"/>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3" name="Google Shape;6643;p21"/>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4" name="Google Shape;6644;p21"/>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5" name="Google Shape;6645;p21"/>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6" name="Google Shape;6646;p21"/>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7" name="Google Shape;6647;p21"/>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8" name="Google Shape;6648;p21"/>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9" name="Google Shape;6649;p21"/>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0" name="Google Shape;6650;p21"/>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1" name="Google Shape;6651;p21"/>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2" name="Google Shape;6652;p21"/>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3" name="Google Shape;6653;p21"/>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4" name="Google Shape;6654;p21"/>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5" name="Google Shape;6655;p21"/>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6" name="Google Shape;6656;p21"/>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7" name="Google Shape;6657;p21"/>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8" name="Google Shape;6658;p21"/>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9" name="Google Shape;6659;p21"/>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0" name="Google Shape;6660;p21"/>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1" name="Google Shape;6661;p21"/>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2" name="Google Shape;6662;p21"/>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3" name="Google Shape;6663;p21"/>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4" name="Google Shape;6664;p21"/>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5" name="Google Shape;6665;p21"/>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6" name="Google Shape;6666;p21"/>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7" name="Google Shape;6667;p21"/>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8" name="Google Shape;6668;p21"/>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9" name="Google Shape;6669;p21"/>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0" name="Google Shape;6670;p21"/>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1" name="Google Shape;6671;p21"/>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2" name="Google Shape;6672;p21"/>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3" name="Google Shape;6673;p21"/>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4" name="Google Shape;6674;p21"/>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5" name="Google Shape;6675;p21"/>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6" name="Google Shape;6676;p21"/>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7" name="Google Shape;6677;p21"/>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8" name="Google Shape;6678;p21"/>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9" name="Google Shape;6679;p21"/>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0" name="Google Shape;6680;p21"/>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1" name="Google Shape;6681;p21"/>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2" name="Google Shape;6682;p21"/>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3" name="Google Shape;6683;p21"/>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4" name="Google Shape;6684;p21"/>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5" name="Google Shape;6685;p21"/>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6" name="Google Shape;6686;p21"/>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7" name="Google Shape;6687;p21"/>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8" name="Google Shape;6688;p21"/>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9" name="Google Shape;6689;p21"/>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0" name="Google Shape;6690;p21"/>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1" name="Google Shape;6691;p21"/>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2" name="Google Shape;6692;p21"/>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3" name="Google Shape;6693;p21"/>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4" name="Google Shape;6694;p21"/>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5" name="Google Shape;6695;p21"/>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6" name="Google Shape;6696;p21"/>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7" name="Google Shape;6697;p21"/>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8" name="Google Shape;6698;p21"/>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9" name="Google Shape;6699;p21"/>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0" name="Google Shape;6700;p21"/>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1" name="Google Shape;6701;p21"/>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2" name="Google Shape;6702;p21"/>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3" name="Google Shape;6703;p21"/>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4" name="Google Shape;6704;p21"/>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5" name="Google Shape;6705;p21"/>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6" name="Google Shape;6706;p21"/>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7" name="Google Shape;6707;p21"/>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8" name="Google Shape;6708;p21"/>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9" name="Google Shape;6709;p21"/>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10" name="Google Shape;6710;p21"/>
          <p:cNvSpPr/>
          <p:nvPr/>
        </p:nvSpPr>
        <p:spPr>
          <a:xfrm rot="10800000" flipH="1">
            <a:off x="0" y="4672501"/>
            <a:ext cx="9220167" cy="539499"/>
          </a:xfrm>
          <a:custGeom>
            <a:avLst/>
            <a:gdLst/>
            <a:ahLst/>
            <a:cxnLst/>
            <a:rect l="l" t="t" r="r" b="b"/>
            <a:pathLst>
              <a:path w="43869" h="8659" extrusionOk="0">
                <a:moveTo>
                  <a:pt x="0" y="1"/>
                </a:moveTo>
                <a:lnTo>
                  <a:pt x="0" y="3076"/>
                </a:lnTo>
                <a:cubicBezTo>
                  <a:pt x="572" y="2811"/>
                  <a:pt x="1185" y="2637"/>
                  <a:pt x="1808" y="2504"/>
                </a:cubicBezTo>
                <a:cubicBezTo>
                  <a:pt x="2757" y="2309"/>
                  <a:pt x="3718" y="2221"/>
                  <a:pt x="4682" y="2221"/>
                </a:cubicBezTo>
                <a:cubicBezTo>
                  <a:pt x="7038" y="2221"/>
                  <a:pt x="9409" y="2743"/>
                  <a:pt x="11656" y="3475"/>
                </a:cubicBezTo>
                <a:cubicBezTo>
                  <a:pt x="14834" y="4507"/>
                  <a:pt x="17858" y="5967"/>
                  <a:pt x="21014" y="7040"/>
                </a:cubicBezTo>
                <a:cubicBezTo>
                  <a:pt x="23870" y="8002"/>
                  <a:pt x="26864" y="8658"/>
                  <a:pt x="29877" y="8658"/>
                </a:cubicBezTo>
                <a:cubicBezTo>
                  <a:pt x="30130" y="8658"/>
                  <a:pt x="30384" y="8653"/>
                  <a:pt x="30638" y="8644"/>
                </a:cubicBezTo>
                <a:cubicBezTo>
                  <a:pt x="33898" y="8532"/>
                  <a:pt x="37187" y="7572"/>
                  <a:pt x="39792" y="5590"/>
                </a:cubicBezTo>
                <a:cubicBezTo>
                  <a:pt x="41651" y="4169"/>
                  <a:pt x="43123" y="2198"/>
                  <a:pt x="43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1" name="Google Shape;6711;p21"/>
          <p:cNvSpPr/>
          <p:nvPr/>
        </p:nvSpPr>
        <p:spPr>
          <a:xfrm rot="10800000" flipH="1">
            <a:off x="200501" y="1189889"/>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2" name="Google Shape;6712;p21"/>
          <p:cNvSpPr/>
          <p:nvPr/>
        </p:nvSpPr>
        <p:spPr>
          <a:xfrm rot="10800000" flipH="1">
            <a:off x="8502150" y="3654815"/>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3" name="Google Shape;6713;p21"/>
          <p:cNvSpPr/>
          <p:nvPr/>
        </p:nvSpPr>
        <p:spPr>
          <a:xfrm rot="10800000" flipH="1">
            <a:off x="5992451" y="4818739"/>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6714"/>
        <p:cNvGrpSpPr/>
        <p:nvPr/>
      </p:nvGrpSpPr>
      <p:grpSpPr>
        <a:xfrm>
          <a:off x="0" y="0"/>
          <a:ext cx="0" cy="0"/>
          <a:chOff x="0" y="0"/>
          <a:chExt cx="0" cy="0"/>
        </a:xfrm>
      </p:grpSpPr>
      <p:sp>
        <p:nvSpPr>
          <p:cNvPr id="6715" name="Google Shape;6715;p22"/>
          <p:cNvSpPr txBox="1">
            <a:spLocks noGrp="1"/>
          </p:cNvSpPr>
          <p:nvPr>
            <p:ph type="title" hasCustomPrompt="1"/>
          </p:nvPr>
        </p:nvSpPr>
        <p:spPr>
          <a:xfrm>
            <a:off x="4938169" y="1981488"/>
            <a:ext cx="3492600" cy="768900"/>
          </a:xfrm>
          <a:prstGeom prst="rect">
            <a:avLst/>
          </a:prstGeom>
          <a:solidFill>
            <a:schemeClr val="accent2"/>
          </a:solid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35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716" name="Google Shape;6716;p22"/>
          <p:cNvSpPr txBox="1">
            <a:spLocks noGrp="1"/>
          </p:cNvSpPr>
          <p:nvPr>
            <p:ph type="subTitle" idx="1"/>
          </p:nvPr>
        </p:nvSpPr>
        <p:spPr>
          <a:xfrm>
            <a:off x="4938169" y="2748298"/>
            <a:ext cx="3492600" cy="41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6717" name="Google Shape;6717;p22"/>
          <p:cNvSpPr txBox="1">
            <a:spLocks noGrp="1"/>
          </p:cNvSpPr>
          <p:nvPr>
            <p:ph type="title" idx="2" hasCustomPrompt="1"/>
          </p:nvPr>
        </p:nvSpPr>
        <p:spPr>
          <a:xfrm>
            <a:off x="4938169" y="539489"/>
            <a:ext cx="3492600" cy="768900"/>
          </a:xfrm>
          <a:prstGeom prst="rect">
            <a:avLst/>
          </a:prstGeom>
          <a:solidFill>
            <a:schemeClr val="accent2"/>
          </a:solid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35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718" name="Google Shape;6718;p22"/>
          <p:cNvSpPr txBox="1">
            <a:spLocks noGrp="1"/>
          </p:cNvSpPr>
          <p:nvPr>
            <p:ph type="subTitle" idx="3"/>
          </p:nvPr>
        </p:nvSpPr>
        <p:spPr>
          <a:xfrm>
            <a:off x="4938169" y="1304184"/>
            <a:ext cx="3492600" cy="41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6719" name="Google Shape;6719;p22"/>
          <p:cNvSpPr txBox="1">
            <a:spLocks noGrp="1"/>
          </p:cNvSpPr>
          <p:nvPr>
            <p:ph type="title" idx="4" hasCustomPrompt="1"/>
          </p:nvPr>
        </p:nvSpPr>
        <p:spPr>
          <a:xfrm>
            <a:off x="4938169" y="3423488"/>
            <a:ext cx="3492600" cy="768900"/>
          </a:xfrm>
          <a:prstGeom prst="rect">
            <a:avLst/>
          </a:prstGeom>
          <a:solidFill>
            <a:schemeClr val="accent2"/>
          </a:solid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35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6720" name="Google Shape;6720;p22"/>
          <p:cNvSpPr txBox="1">
            <a:spLocks noGrp="1"/>
          </p:cNvSpPr>
          <p:nvPr>
            <p:ph type="subTitle" idx="5"/>
          </p:nvPr>
        </p:nvSpPr>
        <p:spPr>
          <a:xfrm>
            <a:off x="4938169" y="4192411"/>
            <a:ext cx="3492600" cy="41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6721" name="Google Shape;6721;p22"/>
          <p:cNvSpPr/>
          <p:nvPr/>
        </p:nvSpPr>
        <p:spPr>
          <a:xfrm>
            <a:off x="5791269" y="2102249"/>
            <a:ext cx="3352726" cy="3041317"/>
          </a:xfrm>
          <a:custGeom>
            <a:avLst/>
            <a:gdLst/>
            <a:ahLst/>
            <a:cxnLst/>
            <a:rect l="l" t="t" r="r" b="b"/>
            <a:pathLst>
              <a:path w="18268" h="16571" extrusionOk="0">
                <a:moveTo>
                  <a:pt x="18267" y="0"/>
                </a:moveTo>
                <a:cubicBezTo>
                  <a:pt x="17011" y="685"/>
                  <a:pt x="15979" y="1778"/>
                  <a:pt x="15438" y="3106"/>
                </a:cubicBezTo>
                <a:cubicBezTo>
                  <a:pt x="14743" y="4812"/>
                  <a:pt x="14896" y="6733"/>
                  <a:pt x="14937" y="8572"/>
                </a:cubicBezTo>
                <a:cubicBezTo>
                  <a:pt x="14937" y="9083"/>
                  <a:pt x="14937" y="9603"/>
                  <a:pt x="14773" y="10084"/>
                </a:cubicBezTo>
                <a:cubicBezTo>
                  <a:pt x="14318" y="11360"/>
                  <a:pt x="12827" y="11974"/>
                  <a:pt x="11468" y="11974"/>
                </a:cubicBezTo>
                <a:cubicBezTo>
                  <a:pt x="11456" y="11974"/>
                  <a:pt x="11444" y="11974"/>
                  <a:pt x="11433" y="11974"/>
                </a:cubicBezTo>
                <a:cubicBezTo>
                  <a:pt x="10074" y="11974"/>
                  <a:pt x="8746" y="11524"/>
                  <a:pt x="7387" y="11412"/>
                </a:cubicBezTo>
                <a:cubicBezTo>
                  <a:pt x="7166" y="11393"/>
                  <a:pt x="6944" y="11383"/>
                  <a:pt x="6721" y="11383"/>
                </a:cubicBezTo>
                <a:cubicBezTo>
                  <a:pt x="4806" y="11383"/>
                  <a:pt x="2877" y="12088"/>
                  <a:pt x="1512" y="13424"/>
                </a:cubicBezTo>
                <a:cubicBezTo>
                  <a:pt x="849" y="14078"/>
                  <a:pt x="327" y="14875"/>
                  <a:pt x="0" y="15733"/>
                </a:cubicBezTo>
                <a:lnTo>
                  <a:pt x="0" y="16571"/>
                </a:lnTo>
                <a:lnTo>
                  <a:pt x="18267" y="16571"/>
                </a:lnTo>
                <a:lnTo>
                  <a:pt x="182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2" name="Google Shape;6722;p22"/>
          <p:cNvSpPr/>
          <p:nvPr/>
        </p:nvSpPr>
        <p:spPr>
          <a:xfrm rot="10800000" flipH="1">
            <a:off x="3" y="8"/>
            <a:ext cx="2628891" cy="2425217"/>
          </a:xfrm>
          <a:custGeom>
            <a:avLst/>
            <a:gdLst/>
            <a:ahLst/>
            <a:cxnLst/>
            <a:rect l="l" t="t" r="r" b="b"/>
            <a:pathLst>
              <a:path w="16857" h="15551" extrusionOk="0">
                <a:moveTo>
                  <a:pt x="0" y="1"/>
                </a:moveTo>
                <a:lnTo>
                  <a:pt x="0" y="15550"/>
                </a:lnTo>
                <a:lnTo>
                  <a:pt x="14845" y="15550"/>
                </a:lnTo>
                <a:cubicBezTo>
                  <a:pt x="15324" y="14334"/>
                  <a:pt x="15856" y="12679"/>
                  <a:pt x="15958" y="12372"/>
                </a:cubicBezTo>
                <a:cubicBezTo>
                  <a:pt x="16489" y="10758"/>
                  <a:pt x="16857" y="9032"/>
                  <a:pt x="16469" y="7336"/>
                </a:cubicBezTo>
                <a:cubicBezTo>
                  <a:pt x="15274" y="2187"/>
                  <a:pt x="9614" y="2544"/>
                  <a:pt x="5507" y="2238"/>
                </a:cubicBezTo>
                <a:cubicBezTo>
                  <a:pt x="3402" y="2085"/>
                  <a:pt x="1349" y="1329"/>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3" name="Google Shape;6723;p22"/>
          <p:cNvSpPr/>
          <p:nvPr/>
        </p:nvSpPr>
        <p:spPr>
          <a:xfrm flipH="1">
            <a:off x="-563226" y="2396455"/>
            <a:ext cx="1281912" cy="1162406"/>
          </a:xfrm>
          <a:custGeom>
            <a:avLst/>
            <a:gdLst/>
            <a:ahLst/>
            <a:cxnLst/>
            <a:rect l="l" t="t" r="r" b="b"/>
            <a:pathLst>
              <a:path w="10452" h="9478" extrusionOk="0">
                <a:moveTo>
                  <a:pt x="5225" y="0"/>
                </a:moveTo>
                <a:cubicBezTo>
                  <a:pt x="4038" y="0"/>
                  <a:pt x="2851" y="443"/>
                  <a:pt x="1932" y="1332"/>
                </a:cubicBezTo>
                <a:cubicBezTo>
                  <a:pt x="52" y="3150"/>
                  <a:pt x="0" y="6154"/>
                  <a:pt x="1819" y="8034"/>
                </a:cubicBezTo>
                <a:cubicBezTo>
                  <a:pt x="2748" y="8994"/>
                  <a:pt x="3985" y="9477"/>
                  <a:pt x="5224" y="9477"/>
                </a:cubicBezTo>
                <a:cubicBezTo>
                  <a:pt x="6409" y="9477"/>
                  <a:pt x="7597" y="9035"/>
                  <a:pt x="8521" y="8146"/>
                </a:cubicBezTo>
                <a:cubicBezTo>
                  <a:pt x="10400" y="6328"/>
                  <a:pt x="10452" y="3324"/>
                  <a:pt x="8633" y="1444"/>
                </a:cubicBezTo>
                <a:cubicBezTo>
                  <a:pt x="7704" y="484"/>
                  <a:pt x="6465" y="0"/>
                  <a:pt x="52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4" name="Google Shape;6724;p22"/>
          <p:cNvSpPr/>
          <p:nvPr/>
        </p:nvSpPr>
        <p:spPr>
          <a:xfrm flipH="1">
            <a:off x="462695" y="1223150"/>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25" name="Google Shape;6725;p22"/>
          <p:cNvGrpSpPr/>
          <p:nvPr/>
        </p:nvGrpSpPr>
        <p:grpSpPr>
          <a:xfrm rot="-5400000" flipH="1">
            <a:off x="3311842" y="-38934"/>
            <a:ext cx="81758" cy="608663"/>
            <a:chOff x="-1154155" y="1061718"/>
            <a:chExt cx="36015" cy="268015"/>
          </a:xfrm>
        </p:grpSpPr>
        <p:sp>
          <p:nvSpPr>
            <p:cNvPr id="6726" name="Google Shape;6726;p22"/>
            <p:cNvSpPr/>
            <p:nvPr/>
          </p:nvSpPr>
          <p:spPr>
            <a:xfrm>
              <a:off x="-1154155" y="1061718"/>
              <a:ext cx="36015" cy="34445"/>
            </a:xfrm>
            <a:custGeom>
              <a:avLst/>
              <a:gdLst/>
              <a:ahLst/>
              <a:cxnLst/>
              <a:rect l="l" t="t" r="r" b="b"/>
              <a:pathLst>
                <a:path w="482" h="461" extrusionOk="0">
                  <a:moveTo>
                    <a:pt x="195" y="0"/>
                  </a:moveTo>
                  <a:cubicBezTo>
                    <a:pt x="175" y="0"/>
                    <a:pt x="164" y="11"/>
                    <a:pt x="144" y="11"/>
                  </a:cubicBezTo>
                  <a:cubicBezTo>
                    <a:pt x="134" y="21"/>
                    <a:pt x="123" y="31"/>
                    <a:pt x="103" y="31"/>
                  </a:cubicBezTo>
                  <a:lnTo>
                    <a:pt x="73" y="62"/>
                  </a:lnTo>
                  <a:cubicBezTo>
                    <a:pt x="62" y="72"/>
                    <a:pt x="52" y="82"/>
                    <a:pt x="42" y="103"/>
                  </a:cubicBezTo>
                  <a:cubicBezTo>
                    <a:pt x="32" y="113"/>
                    <a:pt x="32" y="123"/>
                    <a:pt x="21" y="143"/>
                  </a:cubicBezTo>
                  <a:cubicBezTo>
                    <a:pt x="21" y="154"/>
                    <a:pt x="11" y="164"/>
                    <a:pt x="11" y="184"/>
                  </a:cubicBezTo>
                  <a:cubicBezTo>
                    <a:pt x="1" y="195"/>
                    <a:pt x="1" y="215"/>
                    <a:pt x="1" y="225"/>
                  </a:cubicBezTo>
                  <a:cubicBezTo>
                    <a:pt x="1" y="286"/>
                    <a:pt x="32" y="348"/>
                    <a:pt x="73" y="389"/>
                  </a:cubicBezTo>
                  <a:cubicBezTo>
                    <a:pt x="114" y="440"/>
                    <a:pt x="175" y="461"/>
                    <a:pt x="236" y="461"/>
                  </a:cubicBezTo>
                  <a:cubicBezTo>
                    <a:pt x="297" y="461"/>
                    <a:pt x="359" y="440"/>
                    <a:pt x="400" y="389"/>
                  </a:cubicBezTo>
                  <a:lnTo>
                    <a:pt x="430" y="358"/>
                  </a:lnTo>
                  <a:cubicBezTo>
                    <a:pt x="440" y="348"/>
                    <a:pt x="440" y="327"/>
                    <a:pt x="450" y="318"/>
                  </a:cubicBezTo>
                  <a:cubicBezTo>
                    <a:pt x="461" y="307"/>
                    <a:pt x="461" y="286"/>
                    <a:pt x="461" y="277"/>
                  </a:cubicBezTo>
                  <a:cubicBezTo>
                    <a:pt x="481" y="195"/>
                    <a:pt x="450" y="123"/>
                    <a:pt x="400" y="62"/>
                  </a:cubicBezTo>
                  <a:cubicBezTo>
                    <a:pt x="359" y="21"/>
                    <a:pt x="297" y="0"/>
                    <a:pt x="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7" name="Google Shape;6727;p22"/>
            <p:cNvSpPr/>
            <p:nvPr/>
          </p:nvSpPr>
          <p:spPr>
            <a:xfrm>
              <a:off x="-1154155" y="1139575"/>
              <a:ext cx="35193" cy="112300"/>
            </a:xfrm>
            <a:custGeom>
              <a:avLst/>
              <a:gdLst/>
              <a:ahLst/>
              <a:cxnLst/>
              <a:rect l="l" t="t" r="r" b="b"/>
              <a:pathLst>
                <a:path w="471" h="1503" extrusionOk="0">
                  <a:moveTo>
                    <a:pt x="236" y="1"/>
                  </a:moveTo>
                  <a:cubicBezTo>
                    <a:pt x="114" y="1"/>
                    <a:pt x="1" y="103"/>
                    <a:pt x="1" y="225"/>
                  </a:cubicBezTo>
                  <a:cubicBezTo>
                    <a:pt x="1" y="358"/>
                    <a:pt x="114" y="461"/>
                    <a:pt x="236" y="461"/>
                  </a:cubicBezTo>
                  <a:cubicBezTo>
                    <a:pt x="369" y="461"/>
                    <a:pt x="471" y="358"/>
                    <a:pt x="471" y="225"/>
                  </a:cubicBezTo>
                  <a:cubicBezTo>
                    <a:pt x="471" y="103"/>
                    <a:pt x="369" y="1"/>
                    <a:pt x="236" y="1"/>
                  </a:cubicBezTo>
                  <a:close/>
                  <a:moveTo>
                    <a:pt x="236" y="1043"/>
                  </a:moveTo>
                  <a:cubicBezTo>
                    <a:pt x="114" y="1043"/>
                    <a:pt x="1" y="1145"/>
                    <a:pt x="1" y="1267"/>
                  </a:cubicBezTo>
                  <a:cubicBezTo>
                    <a:pt x="1" y="1401"/>
                    <a:pt x="114" y="1503"/>
                    <a:pt x="236" y="1503"/>
                  </a:cubicBezTo>
                  <a:cubicBezTo>
                    <a:pt x="369" y="1503"/>
                    <a:pt x="471" y="1401"/>
                    <a:pt x="471" y="1267"/>
                  </a:cubicBezTo>
                  <a:cubicBezTo>
                    <a:pt x="471" y="1145"/>
                    <a:pt x="369" y="1043"/>
                    <a:pt x="236" y="104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8" name="Google Shape;6728;p22"/>
            <p:cNvSpPr/>
            <p:nvPr/>
          </p:nvSpPr>
          <p:spPr>
            <a:xfrm>
              <a:off x="-1154155" y="1295289"/>
              <a:ext cx="36015" cy="34445"/>
            </a:xfrm>
            <a:custGeom>
              <a:avLst/>
              <a:gdLst/>
              <a:ahLst/>
              <a:cxnLst/>
              <a:rect l="l" t="t" r="r" b="b"/>
              <a:pathLst>
                <a:path w="482" h="461" extrusionOk="0">
                  <a:moveTo>
                    <a:pt x="236" y="1"/>
                  </a:moveTo>
                  <a:cubicBezTo>
                    <a:pt x="175" y="1"/>
                    <a:pt x="114" y="21"/>
                    <a:pt x="73" y="62"/>
                  </a:cubicBezTo>
                  <a:cubicBezTo>
                    <a:pt x="32" y="113"/>
                    <a:pt x="1" y="175"/>
                    <a:pt x="1" y="225"/>
                  </a:cubicBezTo>
                  <a:cubicBezTo>
                    <a:pt x="1" y="246"/>
                    <a:pt x="1" y="256"/>
                    <a:pt x="11" y="277"/>
                  </a:cubicBezTo>
                  <a:cubicBezTo>
                    <a:pt x="11" y="287"/>
                    <a:pt x="21" y="307"/>
                    <a:pt x="21" y="318"/>
                  </a:cubicBezTo>
                  <a:cubicBezTo>
                    <a:pt x="32" y="328"/>
                    <a:pt x="32" y="348"/>
                    <a:pt x="42" y="359"/>
                  </a:cubicBezTo>
                  <a:lnTo>
                    <a:pt x="73" y="389"/>
                  </a:lnTo>
                  <a:cubicBezTo>
                    <a:pt x="114" y="440"/>
                    <a:pt x="175" y="461"/>
                    <a:pt x="236" y="461"/>
                  </a:cubicBezTo>
                  <a:lnTo>
                    <a:pt x="277" y="461"/>
                  </a:lnTo>
                  <a:cubicBezTo>
                    <a:pt x="297" y="450"/>
                    <a:pt x="307" y="450"/>
                    <a:pt x="328" y="440"/>
                  </a:cubicBezTo>
                  <a:cubicBezTo>
                    <a:pt x="338" y="440"/>
                    <a:pt x="348" y="430"/>
                    <a:pt x="369" y="420"/>
                  </a:cubicBezTo>
                  <a:lnTo>
                    <a:pt x="400" y="389"/>
                  </a:lnTo>
                  <a:lnTo>
                    <a:pt x="430" y="359"/>
                  </a:lnTo>
                  <a:cubicBezTo>
                    <a:pt x="440" y="348"/>
                    <a:pt x="440" y="328"/>
                    <a:pt x="450" y="318"/>
                  </a:cubicBezTo>
                  <a:cubicBezTo>
                    <a:pt x="461" y="307"/>
                    <a:pt x="461" y="287"/>
                    <a:pt x="461" y="277"/>
                  </a:cubicBezTo>
                  <a:cubicBezTo>
                    <a:pt x="481" y="195"/>
                    <a:pt x="450" y="123"/>
                    <a:pt x="400" y="62"/>
                  </a:cubicBezTo>
                  <a:cubicBezTo>
                    <a:pt x="389" y="52"/>
                    <a:pt x="379" y="41"/>
                    <a:pt x="369" y="41"/>
                  </a:cubicBezTo>
                  <a:cubicBezTo>
                    <a:pt x="348" y="32"/>
                    <a:pt x="338" y="21"/>
                    <a:pt x="328" y="11"/>
                  </a:cubicBezTo>
                  <a:cubicBezTo>
                    <a:pt x="307" y="11"/>
                    <a:pt x="297" y="1"/>
                    <a:pt x="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29" name="Google Shape;6729;p22"/>
          <p:cNvGrpSpPr/>
          <p:nvPr/>
        </p:nvGrpSpPr>
        <p:grpSpPr>
          <a:xfrm>
            <a:off x="8607257" y="224527"/>
            <a:ext cx="1517538" cy="1495345"/>
            <a:chOff x="-1517525" y="-541175"/>
            <a:chExt cx="1096725" cy="1080686"/>
          </a:xfrm>
        </p:grpSpPr>
        <p:sp>
          <p:nvSpPr>
            <p:cNvPr id="6730" name="Google Shape;6730;p22"/>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1" name="Google Shape;6731;p22"/>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2" name="Google Shape;6732;p22"/>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3" name="Google Shape;6733;p22"/>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4" name="Google Shape;6734;p22"/>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5" name="Google Shape;6735;p22"/>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6" name="Google Shape;6736;p22"/>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7" name="Google Shape;6737;p22"/>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8" name="Google Shape;6738;p22"/>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9" name="Google Shape;6739;p22"/>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0" name="Google Shape;6740;p22"/>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1" name="Google Shape;6741;p22"/>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2" name="Google Shape;6742;p22"/>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3" name="Google Shape;6743;p22"/>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4" name="Google Shape;6744;p22"/>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5" name="Google Shape;6745;p22"/>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6" name="Google Shape;6746;p22"/>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7" name="Google Shape;6747;p22"/>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8" name="Google Shape;6748;p22"/>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9" name="Google Shape;6749;p22"/>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0" name="Google Shape;6750;p22"/>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1" name="Google Shape;6751;p22"/>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2" name="Google Shape;6752;p22"/>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3" name="Google Shape;6753;p22"/>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4" name="Google Shape;6754;p22"/>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5" name="Google Shape;6755;p22"/>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6" name="Google Shape;6756;p22"/>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7" name="Google Shape;6757;p22"/>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8" name="Google Shape;6758;p22"/>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9" name="Google Shape;6759;p22"/>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0" name="Google Shape;6760;p22"/>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1" name="Google Shape;6761;p22"/>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2" name="Google Shape;6762;p22"/>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3" name="Google Shape;6763;p22"/>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4" name="Google Shape;6764;p22"/>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5" name="Google Shape;6765;p22"/>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6" name="Google Shape;6766;p22"/>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7" name="Google Shape;6767;p22"/>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8" name="Google Shape;6768;p22"/>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9" name="Google Shape;6769;p22"/>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0" name="Google Shape;6770;p22"/>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1" name="Google Shape;6771;p22"/>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2" name="Google Shape;6772;p22"/>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3" name="Google Shape;6773;p22"/>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4" name="Google Shape;6774;p22"/>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5" name="Google Shape;6775;p22"/>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6" name="Google Shape;6776;p22"/>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7" name="Google Shape;6777;p22"/>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8" name="Google Shape;6778;p22"/>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9" name="Google Shape;6779;p22"/>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0" name="Google Shape;6780;p22"/>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1" name="Google Shape;6781;p22"/>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2" name="Google Shape;6782;p22"/>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3" name="Google Shape;6783;p22"/>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4" name="Google Shape;6784;p22"/>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5" name="Google Shape;6785;p22"/>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6" name="Google Shape;6786;p22"/>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7" name="Google Shape;6787;p22"/>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8" name="Google Shape;6788;p22"/>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9" name="Google Shape;6789;p22"/>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0" name="Google Shape;6790;p22"/>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1" name="Google Shape;6791;p22"/>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2" name="Google Shape;6792;p22"/>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3" name="Google Shape;6793;p22"/>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4" name="Google Shape;6794;p22"/>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5" name="Google Shape;6795;p22"/>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6" name="Google Shape;6796;p22"/>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7" name="Google Shape;6797;p22"/>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8" name="Google Shape;6798;p22"/>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9" name="Google Shape;6799;p22"/>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0" name="Google Shape;6800;p22"/>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1" name="Google Shape;6801;p22"/>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2" name="Google Shape;6802;p22"/>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3" name="Google Shape;6803;p22"/>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4" name="Google Shape;6804;p22"/>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5" name="Google Shape;6805;p22"/>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6" name="Google Shape;6806;p22"/>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7" name="Google Shape;6807;p22"/>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8" name="Google Shape;6808;p22"/>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9" name="Google Shape;6809;p22"/>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0" name="Google Shape;6810;p22"/>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1" name="Google Shape;6811;p22"/>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2" name="Google Shape;6812;p22"/>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3" name="Google Shape;6813;p22"/>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4" name="Google Shape;6814;p22"/>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5" name="Google Shape;6815;p22"/>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6" name="Google Shape;6816;p22"/>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7" name="Google Shape;6817;p22"/>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8" name="Google Shape;6818;p22"/>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9" name="Google Shape;6819;p22"/>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0" name="Google Shape;6820;p22"/>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1" name="Google Shape;6821;p22"/>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2" name="Google Shape;6822;p22"/>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3" name="Google Shape;6823;p22"/>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4" name="Google Shape;6824;p22"/>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5" name="Google Shape;6825;p22"/>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6" name="Google Shape;6826;p22"/>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7" name="Google Shape;6827;p22"/>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8" name="Google Shape;6828;p22"/>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9" name="Google Shape;6829;p22"/>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0" name="Google Shape;6830;p22"/>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1" name="Google Shape;6831;p22"/>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2" name="Google Shape;6832;p22"/>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3" name="Google Shape;6833;p22"/>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4" name="Google Shape;6834;p22"/>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5" name="Google Shape;6835;p22"/>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6" name="Google Shape;6836;p22"/>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7" name="Google Shape;6837;p22"/>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8" name="Google Shape;6838;p22"/>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9" name="Google Shape;6839;p22"/>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0" name="Google Shape;6840;p22"/>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1" name="Google Shape;6841;p22"/>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2" name="Google Shape;6842;p22"/>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3" name="Google Shape;6843;p22"/>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4" name="Google Shape;6844;p22"/>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5" name="Google Shape;6845;p22"/>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6" name="Google Shape;6846;p22"/>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7" name="Google Shape;6847;p22"/>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8" name="Google Shape;6848;p22"/>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9" name="Google Shape;6849;p22"/>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0" name="Google Shape;6850;p22"/>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1" name="Google Shape;6851;p22"/>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2" name="Google Shape;6852;p22"/>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3" name="Google Shape;6853;p22"/>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4" name="Google Shape;6854;p22"/>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5" name="Google Shape;6855;p22"/>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6" name="Google Shape;6856;p22"/>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7" name="Google Shape;6857;p22"/>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8" name="Google Shape;6858;p22"/>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9" name="Google Shape;6859;p22"/>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0" name="Google Shape;6860;p22"/>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1" name="Google Shape;6861;p22"/>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2" name="Google Shape;6862;p22"/>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3" name="Google Shape;6863;p22"/>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4" name="Google Shape;6864;p22"/>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5" name="Google Shape;6865;p22"/>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6" name="Google Shape;6866;p22"/>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7" name="Google Shape;6867;p22"/>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8" name="Google Shape;6868;p22"/>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9" name="Google Shape;6869;p22"/>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0" name="Google Shape;6870;p22"/>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1" name="Google Shape;6871;p22"/>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2" name="Google Shape;6872;p22"/>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3" name="Google Shape;6873;p22"/>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4" name="Google Shape;6874;p22"/>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5" name="Google Shape;6875;p22"/>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6" name="Google Shape;6876;p22"/>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7" name="Google Shape;6877;p22"/>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8" name="Google Shape;6878;p22"/>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9" name="Google Shape;6879;p22"/>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0" name="Google Shape;6880;p22"/>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1" name="Google Shape;6881;p22"/>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2" name="Google Shape;6882;p22"/>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3" name="Google Shape;6883;p22"/>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4" name="Google Shape;6884;p22"/>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5" name="Google Shape;6885;p22"/>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6" name="Google Shape;6886;p22"/>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7" name="Google Shape;6887;p22"/>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8" name="Google Shape;6888;p22"/>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9" name="Google Shape;6889;p22"/>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0" name="Google Shape;6890;p22"/>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1" name="Google Shape;6891;p22"/>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2" name="Google Shape;6892;p22"/>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3" name="Google Shape;6893;p22"/>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4" name="Google Shape;6894;p22"/>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5" name="Google Shape;6895;p22"/>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6" name="Google Shape;6896;p22"/>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7" name="Google Shape;6897;p22"/>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8" name="Google Shape;6898;p22"/>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9" name="Google Shape;6899;p22"/>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0" name="Google Shape;6900;p22"/>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1" name="Google Shape;6901;p22"/>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2" name="Google Shape;6902;p22"/>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3" name="Google Shape;6903;p22"/>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4" name="Google Shape;6904;p22"/>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5" name="Google Shape;6905;p22"/>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6" name="Google Shape;6906;p22"/>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7" name="Google Shape;6907;p22"/>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8" name="Google Shape;6908;p22"/>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9" name="Google Shape;6909;p22"/>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0" name="Google Shape;6910;p22"/>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1" name="Google Shape;6911;p22"/>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2" name="Google Shape;6912;p22"/>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3" name="Google Shape;6913;p22"/>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4" name="Google Shape;6914;p22"/>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5" name="Google Shape;6915;p22"/>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6" name="Google Shape;6916;p22"/>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7" name="Google Shape;6917;p22"/>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8" name="Google Shape;6918;p22"/>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9" name="Google Shape;6919;p22"/>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0" name="Google Shape;6920;p22"/>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1" name="Google Shape;6921;p22"/>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2" name="Google Shape;6922;p22"/>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3" name="Google Shape;6923;p22"/>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4" name="Google Shape;6924;p22"/>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5" name="Google Shape;6925;p22"/>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6" name="Google Shape;6926;p22"/>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7" name="Google Shape;6927;p22"/>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8" name="Google Shape;6928;p22"/>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9" name="Google Shape;6929;p22"/>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0" name="Google Shape;6930;p22"/>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1" name="Google Shape;6931;p22"/>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2" name="Google Shape;6932;p22"/>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3" name="Google Shape;6933;p22"/>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4" name="Google Shape;6934;p22"/>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5" name="Google Shape;6935;p22"/>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6" name="Google Shape;6936;p22"/>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7" name="Google Shape;6937;p22"/>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8" name="Google Shape;6938;p22"/>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9" name="Google Shape;6939;p22"/>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0" name="Google Shape;6940;p22"/>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1" name="Google Shape;6941;p22"/>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2" name="Google Shape;6942;p22"/>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3" name="Google Shape;6943;p22"/>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4" name="Google Shape;6944;p22"/>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5" name="Google Shape;6945;p22"/>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6" name="Google Shape;6946;p22"/>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7" name="Google Shape;6947;p22"/>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8" name="Google Shape;6948;p22"/>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9" name="Google Shape;6949;p22"/>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0" name="Google Shape;6950;p22"/>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1" name="Google Shape;6951;p22"/>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2" name="Google Shape;6952;p22"/>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3" name="Google Shape;6953;p22"/>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4" name="Google Shape;6954;p22"/>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5" name="Google Shape;6955;p22"/>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6" name="Google Shape;6956;p22"/>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7" name="Google Shape;6957;p22"/>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8" name="Google Shape;6958;p22"/>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9" name="Google Shape;6959;p22"/>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0" name="Google Shape;6960;p22"/>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1" name="Google Shape;6961;p22"/>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2" name="Google Shape;6962;p22"/>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3" name="Google Shape;6963;p22"/>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4" name="Google Shape;6964;p22"/>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5" name="Google Shape;6965;p22"/>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6" name="Google Shape;6966;p22"/>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7" name="Google Shape;6967;p22"/>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8" name="Google Shape;6968;p22"/>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9" name="Google Shape;6969;p22"/>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0" name="Google Shape;6970;p22"/>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1" name="Google Shape;6971;p22"/>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2" name="Google Shape;6972;p22"/>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3" name="Google Shape;6973;p22"/>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4" name="Google Shape;6974;p22"/>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5" name="Google Shape;6975;p22"/>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6" name="Google Shape;6976;p22"/>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7" name="Google Shape;6977;p22"/>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8" name="Google Shape;6978;p22"/>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9" name="Google Shape;6979;p22"/>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0" name="Google Shape;6980;p22"/>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1" name="Google Shape;6981;p22"/>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2" name="Google Shape;6982;p22"/>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3" name="Google Shape;6983;p22"/>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4" name="Google Shape;6984;p22"/>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5" name="Google Shape;6985;p22"/>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6" name="Google Shape;6986;p22"/>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7" name="Google Shape;6987;p22"/>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8" name="Google Shape;6988;p22"/>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9" name="Google Shape;6989;p22"/>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0" name="Google Shape;6990;p22"/>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1" name="Google Shape;6991;p22"/>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2" name="Google Shape;6992;p22"/>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3" name="Google Shape;6993;p22"/>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4" name="Google Shape;6994;p22"/>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5" name="Google Shape;6995;p22"/>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6" name="Google Shape;6996;p22"/>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7" name="Google Shape;6997;p22"/>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8" name="Google Shape;6998;p22"/>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9" name="Google Shape;6999;p22"/>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0" name="Google Shape;7000;p22"/>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1" name="Google Shape;7001;p22"/>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2" name="Google Shape;7002;p22"/>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3" name="Google Shape;7003;p22"/>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4" name="Google Shape;7004;p22"/>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5" name="Google Shape;7005;p22"/>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6" name="Google Shape;7006;p22"/>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7" name="Google Shape;7007;p22"/>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8" name="Google Shape;7008;p22"/>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9" name="Google Shape;7009;p22"/>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0" name="Google Shape;7010;p22"/>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1" name="Google Shape;7011;p22"/>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2" name="Google Shape;7012;p22"/>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3" name="Google Shape;7013;p22"/>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4" name="Google Shape;7014;p22"/>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5" name="Google Shape;7015;p22"/>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6" name="Google Shape;7016;p22"/>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7" name="Google Shape;7017;p22"/>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8" name="Google Shape;7018;p22"/>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9" name="Google Shape;7019;p22"/>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0" name="Google Shape;7020;p22"/>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1" name="Google Shape;7021;p22"/>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2" name="Google Shape;7022;p22"/>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3" name="Google Shape;7023;p22"/>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4" name="Google Shape;7024;p22"/>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5" name="Google Shape;7025;p22"/>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6" name="Google Shape;7026;p22"/>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7" name="Google Shape;7027;p22"/>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8" name="Google Shape;7028;p22"/>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9" name="Google Shape;7029;p22"/>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0" name="Google Shape;7030;p22"/>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1" name="Google Shape;7031;p22"/>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2" name="Google Shape;7032;p22"/>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3" name="Google Shape;7033;p22"/>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4" name="Google Shape;7034;p22"/>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5" name="Google Shape;7035;p22"/>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6" name="Google Shape;7036;p22"/>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7" name="Google Shape;7037;p22"/>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8" name="Google Shape;7038;p22"/>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9" name="Google Shape;7039;p22"/>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0" name="Google Shape;7040;p22"/>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1" name="Google Shape;7041;p22"/>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2" name="Google Shape;7042;p22"/>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3" name="Google Shape;7043;p22"/>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4" name="Google Shape;7044;p22"/>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5" name="Google Shape;7045;p22"/>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6" name="Google Shape;7046;p22"/>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7" name="Google Shape;7047;p22"/>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8" name="Google Shape;7048;p22"/>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9" name="Google Shape;7049;p22"/>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0" name="Google Shape;7050;p22"/>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1" name="Google Shape;7051;p22"/>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2" name="Google Shape;7052;p22"/>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3" name="Google Shape;7053;p22"/>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4" name="Google Shape;7054;p22"/>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5" name="Google Shape;7055;p22"/>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6" name="Google Shape;7056;p22"/>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7" name="Google Shape;7057;p22"/>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8" name="Google Shape;7058;p22"/>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9" name="Google Shape;7059;p22"/>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0" name="Google Shape;7060;p22"/>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1" name="Google Shape;7061;p22"/>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2" name="Google Shape;7062;p22"/>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3" name="Google Shape;7063;p22"/>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4" name="Google Shape;7064;p22"/>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5" name="Google Shape;7065;p22"/>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66" name="Google Shape;7066;p22"/>
          <p:cNvSpPr/>
          <p:nvPr/>
        </p:nvSpPr>
        <p:spPr>
          <a:xfrm flipH="1">
            <a:off x="296420" y="3821625"/>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418"/>
        <p:cNvGrpSpPr/>
        <p:nvPr/>
      </p:nvGrpSpPr>
      <p:grpSpPr>
        <a:xfrm>
          <a:off x="0" y="0"/>
          <a:ext cx="0" cy="0"/>
          <a:chOff x="0" y="0"/>
          <a:chExt cx="0" cy="0"/>
        </a:xfrm>
      </p:grpSpPr>
      <p:sp>
        <p:nvSpPr>
          <p:cNvPr id="7419" name="Google Shape;7419;p24"/>
          <p:cNvSpPr/>
          <p:nvPr/>
        </p:nvSpPr>
        <p:spPr>
          <a:xfrm>
            <a:off x="5791269" y="2102249"/>
            <a:ext cx="3352726" cy="3041317"/>
          </a:xfrm>
          <a:custGeom>
            <a:avLst/>
            <a:gdLst/>
            <a:ahLst/>
            <a:cxnLst/>
            <a:rect l="l" t="t" r="r" b="b"/>
            <a:pathLst>
              <a:path w="18268" h="16571" extrusionOk="0">
                <a:moveTo>
                  <a:pt x="18267" y="0"/>
                </a:moveTo>
                <a:cubicBezTo>
                  <a:pt x="17011" y="685"/>
                  <a:pt x="15979" y="1778"/>
                  <a:pt x="15438" y="3106"/>
                </a:cubicBezTo>
                <a:cubicBezTo>
                  <a:pt x="14743" y="4812"/>
                  <a:pt x="14896" y="6733"/>
                  <a:pt x="14937" y="8572"/>
                </a:cubicBezTo>
                <a:cubicBezTo>
                  <a:pt x="14937" y="9083"/>
                  <a:pt x="14937" y="9603"/>
                  <a:pt x="14773" y="10084"/>
                </a:cubicBezTo>
                <a:cubicBezTo>
                  <a:pt x="14318" y="11360"/>
                  <a:pt x="12827" y="11974"/>
                  <a:pt x="11468" y="11974"/>
                </a:cubicBezTo>
                <a:cubicBezTo>
                  <a:pt x="11456" y="11974"/>
                  <a:pt x="11444" y="11974"/>
                  <a:pt x="11433" y="11974"/>
                </a:cubicBezTo>
                <a:cubicBezTo>
                  <a:pt x="10074" y="11974"/>
                  <a:pt x="8746" y="11524"/>
                  <a:pt x="7387" y="11412"/>
                </a:cubicBezTo>
                <a:cubicBezTo>
                  <a:pt x="7166" y="11393"/>
                  <a:pt x="6944" y="11383"/>
                  <a:pt x="6721" y="11383"/>
                </a:cubicBezTo>
                <a:cubicBezTo>
                  <a:pt x="4806" y="11383"/>
                  <a:pt x="2877" y="12088"/>
                  <a:pt x="1512" y="13424"/>
                </a:cubicBezTo>
                <a:cubicBezTo>
                  <a:pt x="849" y="14078"/>
                  <a:pt x="327" y="14875"/>
                  <a:pt x="0" y="15733"/>
                </a:cubicBezTo>
                <a:lnTo>
                  <a:pt x="0" y="16571"/>
                </a:lnTo>
                <a:lnTo>
                  <a:pt x="18267" y="16571"/>
                </a:lnTo>
                <a:lnTo>
                  <a:pt x="182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0" name="Google Shape;7420;p24"/>
          <p:cNvSpPr/>
          <p:nvPr/>
        </p:nvSpPr>
        <p:spPr>
          <a:xfrm rot="5400000" flipH="1">
            <a:off x="-190497" y="2732533"/>
            <a:ext cx="2628891" cy="2425217"/>
          </a:xfrm>
          <a:custGeom>
            <a:avLst/>
            <a:gdLst/>
            <a:ahLst/>
            <a:cxnLst/>
            <a:rect l="l" t="t" r="r" b="b"/>
            <a:pathLst>
              <a:path w="16857" h="15551" extrusionOk="0">
                <a:moveTo>
                  <a:pt x="0" y="1"/>
                </a:moveTo>
                <a:lnTo>
                  <a:pt x="0" y="15550"/>
                </a:lnTo>
                <a:lnTo>
                  <a:pt x="14845" y="15550"/>
                </a:lnTo>
                <a:cubicBezTo>
                  <a:pt x="15324" y="14334"/>
                  <a:pt x="15856" y="12679"/>
                  <a:pt x="15958" y="12372"/>
                </a:cubicBezTo>
                <a:cubicBezTo>
                  <a:pt x="16489" y="10758"/>
                  <a:pt x="16857" y="9032"/>
                  <a:pt x="16469" y="7336"/>
                </a:cubicBezTo>
                <a:cubicBezTo>
                  <a:pt x="15274" y="2187"/>
                  <a:pt x="9614" y="2544"/>
                  <a:pt x="5507" y="2238"/>
                </a:cubicBezTo>
                <a:cubicBezTo>
                  <a:pt x="3402" y="2085"/>
                  <a:pt x="1349" y="1329"/>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1" name="Google Shape;7421;p24"/>
          <p:cNvSpPr/>
          <p:nvPr/>
        </p:nvSpPr>
        <p:spPr>
          <a:xfrm flipH="1">
            <a:off x="-610726" y="2564030"/>
            <a:ext cx="1281912" cy="1162406"/>
          </a:xfrm>
          <a:custGeom>
            <a:avLst/>
            <a:gdLst/>
            <a:ahLst/>
            <a:cxnLst/>
            <a:rect l="l" t="t" r="r" b="b"/>
            <a:pathLst>
              <a:path w="10452" h="9478" extrusionOk="0">
                <a:moveTo>
                  <a:pt x="5225" y="0"/>
                </a:moveTo>
                <a:cubicBezTo>
                  <a:pt x="4038" y="0"/>
                  <a:pt x="2851" y="443"/>
                  <a:pt x="1932" y="1332"/>
                </a:cubicBezTo>
                <a:cubicBezTo>
                  <a:pt x="52" y="3150"/>
                  <a:pt x="0" y="6154"/>
                  <a:pt x="1819" y="8034"/>
                </a:cubicBezTo>
                <a:cubicBezTo>
                  <a:pt x="2748" y="8994"/>
                  <a:pt x="3985" y="9477"/>
                  <a:pt x="5224" y="9477"/>
                </a:cubicBezTo>
                <a:cubicBezTo>
                  <a:pt x="6409" y="9477"/>
                  <a:pt x="7597" y="9035"/>
                  <a:pt x="8521" y="8146"/>
                </a:cubicBezTo>
                <a:cubicBezTo>
                  <a:pt x="10400" y="6328"/>
                  <a:pt x="10452" y="3324"/>
                  <a:pt x="8633" y="1444"/>
                </a:cubicBezTo>
                <a:cubicBezTo>
                  <a:pt x="7704" y="484"/>
                  <a:pt x="6465" y="0"/>
                  <a:pt x="52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2" name="Google Shape;7422;p24"/>
          <p:cNvSpPr/>
          <p:nvPr/>
        </p:nvSpPr>
        <p:spPr>
          <a:xfrm flipH="1">
            <a:off x="253145" y="1994675"/>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23" name="Google Shape;7423;p24"/>
          <p:cNvGrpSpPr/>
          <p:nvPr/>
        </p:nvGrpSpPr>
        <p:grpSpPr>
          <a:xfrm rot="-5400000" flipH="1">
            <a:off x="8085567" y="-38934"/>
            <a:ext cx="81758" cy="608663"/>
            <a:chOff x="-1154155" y="1061718"/>
            <a:chExt cx="36015" cy="268015"/>
          </a:xfrm>
        </p:grpSpPr>
        <p:sp>
          <p:nvSpPr>
            <p:cNvPr id="7424" name="Google Shape;7424;p24"/>
            <p:cNvSpPr/>
            <p:nvPr/>
          </p:nvSpPr>
          <p:spPr>
            <a:xfrm>
              <a:off x="-1154155" y="1061718"/>
              <a:ext cx="36015" cy="34445"/>
            </a:xfrm>
            <a:custGeom>
              <a:avLst/>
              <a:gdLst/>
              <a:ahLst/>
              <a:cxnLst/>
              <a:rect l="l" t="t" r="r" b="b"/>
              <a:pathLst>
                <a:path w="482" h="461" extrusionOk="0">
                  <a:moveTo>
                    <a:pt x="195" y="0"/>
                  </a:moveTo>
                  <a:cubicBezTo>
                    <a:pt x="175" y="0"/>
                    <a:pt x="164" y="11"/>
                    <a:pt x="144" y="11"/>
                  </a:cubicBezTo>
                  <a:cubicBezTo>
                    <a:pt x="134" y="21"/>
                    <a:pt x="123" y="31"/>
                    <a:pt x="103" y="31"/>
                  </a:cubicBezTo>
                  <a:lnTo>
                    <a:pt x="73" y="62"/>
                  </a:lnTo>
                  <a:cubicBezTo>
                    <a:pt x="62" y="72"/>
                    <a:pt x="52" y="82"/>
                    <a:pt x="42" y="103"/>
                  </a:cubicBezTo>
                  <a:cubicBezTo>
                    <a:pt x="32" y="113"/>
                    <a:pt x="32" y="123"/>
                    <a:pt x="21" y="143"/>
                  </a:cubicBezTo>
                  <a:cubicBezTo>
                    <a:pt x="21" y="154"/>
                    <a:pt x="11" y="164"/>
                    <a:pt x="11" y="184"/>
                  </a:cubicBezTo>
                  <a:cubicBezTo>
                    <a:pt x="1" y="195"/>
                    <a:pt x="1" y="215"/>
                    <a:pt x="1" y="225"/>
                  </a:cubicBezTo>
                  <a:cubicBezTo>
                    <a:pt x="1" y="286"/>
                    <a:pt x="32" y="348"/>
                    <a:pt x="73" y="389"/>
                  </a:cubicBezTo>
                  <a:cubicBezTo>
                    <a:pt x="114" y="440"/>
                    <a:pt x="175" y="461"/>
                    <a:pt x="236" y="461"/>
                  </a:cubicBezTo>
                  <a:cubicBezTo>
                    <a:pt x="297" y="461"/>
                    <a:pt x="359" y="440"/>
                    <a:pt x="400" y="389"/>
                  </a:cubicBezTo>
                  <a:lnTo>
                    <a:pt x="430" y="358"/>
                  </a:lnTo>
                  <a:cubicBezTo>
                    <a:pt x="440" y="348"/>
                    <a:pt x="440" y="327"/>
                    <a:pt x="450" y="318"/>
                  </a:cubicBezTo>
                  <a:cubicBezTo>
                    <a:pt x="461" y="307"/>
                    <a:pt x="461" y="286"/>
                    <a:pt x="461" y="277"/>
                  </a:cubicBezTo>
                  <a:cubicBezTo>
                    <a:pt x="481" y="195"/>
                    <a:pt x="450" y="123"/>
                    <a:pt x="400" y="62"/>
                  </a:cubicBezTo>
                  <a:cubicBezTo>
                    <a:pt x="359" y="21"/>
                    <a:pt x="297" y="0"/>
                    <a:pt x="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5" name="Google Shape;7425;p24"/>
            <p:cNvSpPr/>
            <p:nvPr/>
          </p:nvSpPr>
          <p:spPr>
            <a:xfrm>
              <a:off x="-1154155" y="1139575"/>
              <a:ext cx="35193" cy="112300"/>
            </a:xfrm>
            <a:custGeom>
              <a:avLst/>
              <a:gdLst/>
              <a:ahLst/>
              <a:cxnLst/>
              <a:rect l="l" t="t" r="r" b="b"/>
              <a:pathLst>
                <a:path w="471" h="1503" extrusionOk="0">
                  <a:moveTo>
                    <a:pt x="236" y="1"/>
                  </a:moveTo>
                  <a:cubicBezTo>
                    <a:pt x="114" y="1"/>
                    <a:pt x="1" y="103"/>
                    <a:pt x="1" y="225"/>
                  </a:cubicBezTo>
                  <a:cubicBezTo>
                    <a:pt x="1" y="358"/>
                    <a:pt x="114" y="461"/>
                    <a:pt x="236" y="461"/>
                  </a:cubicBezTo>
                  <a:cubicBezTo>
                    <a:pt x="369" y="461"/>
                    <a:pt x="471" y="358"/>
                    <a:pt x="471" y="225"/>
                  </a:cubicBezTo>
                  <a:cubicBezTo>
                    <a:pt x="471" y="103"/>
                    <a:pt x="369" y="1"/>
                    <a:pt x="236" y="1"/>
                  </a:cubicBezTo>
                  <a:close/>
                  <a:moveTo>
                    <a:pt x="236" y="1043"/>
                  </a:moveTo>
                  <a:cubicBezTo>
                    <a:pt x="114" y="1043"/>
                    <a:pt x="1" y="1145"/>
                    <a:pt x="1" y="1267"/>
                  </a:cubicBezTo>
                  <a:cubicBezTo>
                    <a:pt x="1" y="1401"/>
                    <a:pt x="114" y="1503"/>
                    <a:pt x="236" y="1503"/>
                  </a:cubicBezTo>
                  <a:cubicBezTo>
                    <a:pt x="369" y="1503"/>
                    <a:pt x="471" y="1401"/>
                    <a:pt x="471" y="1267"/>
                  </a:cubicBezTo>
                  <a:cubicBezTo>
                    <a:pt x="471" y="1145"/>
                    <a:pt x="369" y="1043"/>
                    <a:pt x="236" y="104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6" name="Google Shape;7426;p24"/>
            <p:cNvSpPr/>
            <p:nvPr/>
          </p:nvSpPr>
          <p:spPr>
            <a:xfrm>
              <a:off x="-1154155" y="1295289"/>
              <a:ext cx="36015" cy="34445"/>
            </a:xfrm>
            <a:custGeom>
              <a:avLst/>
              <a:gdLst/>
              <a:ahLst/>
              <a:cxnLst/>
              <a:rect l="l" t="t" r="r" b="b"/>
              <a:pathLst>
                <a:path w="482" h="461" extrusionOk="0">
                  <a:moveTo>
                    <a:pt x="236" y="1"/>
                  </a:moveTo>
                  <a:cubicBezTo>
                    <a:pt x="175" y="1"/>
                    <a:pt x="114" y="21"/>
                    <a:pt x="73" y="62"/>
                  </a:cubicBezTo>
                  <a:cubicBezTo>
                    <a:pt x="32" y="113"/>
                    <a:pt x="1" y="175"/>
                    <a:pt x="1" y="225"/>
                  </a:cubicBezTo>
                  <a:cubicBezTo>
                    <a:pt x="1" y="246"/>
                    <a:pt x="1" y="256"/>
                    <a:pt x="11" y="277"/>
                  </a:cubicBezTo>
                  <a:cubicBezTo>
                    <a:pt x="11" y="287"/>
                    <a:pt x="21" y="307"/>
                    <a:pt x="21" y="318"/>
                  </a:cubicBezTo>
                  <a:cubicBezTo>
                    <a:pt x="32" y="328"/>
                    <a:pt x="32" y="348"/>
                    <a:pt x="42" y="359"/>
                  </a:cubicBezTo>
                  <a:lnTo>
                    <a:pt x="73" y="389"/>
                  </a:lnTo>
                  <a:cubicBezTo>
                    <a:pt x="114" y="440"/>
                    <a:pt x="175" y="461"/>
                    <a:pt x="236" y="461"/>
                  </a:cubicBezTo>
                  <a:lnTo>
                    <a:pt x="277" y="461"/>
                  </a:lnTo>
                  <a:cubicBezTo>
                    <a:pt x="297" y="450"/>
                    <a:pt x="307" y="450"/>
                    <a:pt x="328" y="440"/>
                  </a:cubicBezTo>
                  <a:cubicBezTo>
                    <a:pt x="338" y="440"/>
                    <a:pt x="348" y="430"/>
                    <a:pt x="369" y="420"/>
                  </a:cubicBezTo>
                  <a:lnTo>
                    <a:pt x="400" y="389"/>
                  </a:lnTo>
                  <a:lnTo>
                    <a:pt x="430" y="359"/>
                  </a:lnTo>
                  <a:cubicBezTo>
                    <a:pt x="440" y="348"/>
                    <a:pt x="440" y="328"/>
                    <a:pt x="450" y="318"/>
                  </a:cubicBezTo>
                  <a:cubicBezTo>
                    <a:pt x="461" y="307"/>
                    <a:pt x="461" y="287"/>
                    <a:pt x="461" y="277"/>
                  </a:cubicBezTo>
                  <a:cubicBezTo>
                    <a:pt x="481" y="195"/>
                    <a:pt x="450" y="123"/>
                    <a:pt x="400" y="62"/>
                  </a:cubicBezTo>
                  <a:cubicBezTo>
                    <a:pt x="389" y="52"/>
                    <a:pt x="379" y="41"/>
                    <a:pt x="369" y="41"/>
                  </a:cubicBezTo>
                  <a:cubicBezTo>
                    <a:pt x="348" y="32"/>
                    <a:pt x="338" y="21"/>
                    <a:pt x="328" y="11"/>
                  </a:cubicBezTo>
                  <a:cubicBezTo>
                    <a:pt x="307" y="11"/>
                    <a:pt x="297" y="1"/>
                    <a:pt x="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27" name="Google Shape;7427;p24"/>
          <p:cNvGrpSpPr/>
          <p:nvPr/>
        </p:nvGrpSpPr>
        <p:grpSpPr>
          <a:xfrm>
            <a:off x="8731082" y="2630702"/>
            <a:ext cx="1517538" cy="1495345"/>
            <a:chOff x="-1517525" y="-541175"/>
            <a:chExt cx="1096725" cy="1080686"/>
          </a:xfrm>
        </p:grpSpPr>
        <p:sp>
          <p:nvSpPr>
            <p:cNvPr id="7428" name="Google Shape;7428;p24"/>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9" name="Google Shape;7429;p24"/>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0" name="Google Shape;7430;p24"/>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1" name="Google Shape;7431;p24"/>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2" name="Google Shape;7432;p24"/>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3" name="Google Shape;7433;p24"/>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4" name="Google Shape;7434;p24"/>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5" name="Google Shape;7435;p24"/>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6" name="Google Shape;7436;p24"/>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7" name="Google Shape;7437;p24"/>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8" name="Google Shape;7438;p24"/>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9" name="Google Shape;7439;p24"/>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0" name="Google Shape;7440;p24"/>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1" name="Google Shape;7441;p24"/>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2" name="Google Shape;7442;p24"/>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3" name="Google Shape;7443;p24"/>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4" name="Google Shape;7444;p24"/>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5" name="Google Shape;7445;p24"/>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6" name="Google Shape;7446;p24"/>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7" name="Google Shape;7447;p24"/>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8" name="Google Shape;7448;p24"/>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9" name="Google Shape;7449;p24"/>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0" name="Google Shape;7450;p24"/>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1" name="Google Shape;7451;p24"/>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2" name="Google Shape;7452;p24"/>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3" name="Google Shape;7453;p24"/>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4" name="Google Shape;7454;p24"/>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5" name="Google Shape;7455;p24"/>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6" name="Google Shape;7456;p24"/>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7" name="Google Shape;7457;p24"/>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8" name="Google Shape;7458;p24"/>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9" name="Google Shape;7459;p24"/>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0" name="Google Shape;7460;p24"/>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1" name="Google Shape;7461;p24"/>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2" name="Google Shape;7462;p24"/>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3" name="Google Shape;7463;p24"/>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4" name="Google Shape;7464;p24"/>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5" name="Google Shape;7465;p24"/>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6" name="Google Shape;7466;p24"/>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7" name="Google Shape;7467;p24"/>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8" name="Google Shape;7468;p24"/>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9" name="Google Shape;7469;p24"/>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0" name="Google Shape;7470;p24"/>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1" name="Google Shape;7471;p24"/>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2" name="Google Shape;7472;p24"/>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3" name="Google Shape;7473;p24"/>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4" name="Google Shape;7474;p24"/>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5" name="Google Shape;7475;p24"/>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6" name="Google Shape;7476;p24"/>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7" name="Google Shape;7477;p24"/>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8" name="Google Shape;7478;p24"/>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9" name="Google Shape;7479;p24"/>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0" name="Google Shape;7480;p24"/>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1" name="Google Shape;7481;p24"/>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2" name="Google Shape;7482;p24"/>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3" name="Google Shape;7483;p24"/>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4" name="Google Shape;7484;p24"/>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5" name="Google Shape;7485;p24"/>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6" name="Google Shape;7486;p24"/>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7" name="Google Shape;7487;p24"/>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8" name="Google Shape;7488;p24"/>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9" name="Google Shape;7489;p24"/>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0" name="Google Shape;7490;p24"/>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1" name="Google Shape;7491;p24"/>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2" name="Google Shape;7492;p24"/>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3" name="Google Shape;7493;p24"/>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4" name="Google Shape;7494;p24"/>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5" name="Google Shape;7495;p24"/>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6" name="Google Shape;7496;p24"/>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7" name="Google Shape;7497;p24"/>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8" name="Google Shape;7498;p24"/>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9" name="Google Shape;7499;p24"/>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0" name="Google Shape;7500;p24"/>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1" name="Google Shape;7501;p24"/>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2" name="Google Shape;7502;p24"/>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3" name="Google Shape;7503;p24"/>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4" name="Google Shape;7504;p24"/>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5" name="Google Shape;7505;p24"/>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6" name="Google Shape;7506;p24"/>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7" name="Google Shape;7507;p24"/>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8" name="Google Shape;7508;p24"/>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9" name="Google Shape;7509;p24"/>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0" name="Google Shape;7510;p24"/>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1" name="Google Shape;7511;p24"/>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2" name="Google Shape;7512;p24"/>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3" name="Google Shape;7513;p24"/>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4" name="Google Shape;7514;p24"/>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5" name="Google Shape;7515;p24"/>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6" name="Google Shape;7516;p24"/>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7" name="Google Shape;7517;p24"/>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8" name="Google Shape;7518;p24"/>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9" name="Google Shape;7519;p24"/>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0" name="Google Shape;7520;p24"/>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1" name="Google Shape;7521;p24"/>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2" name="Google Shape;7522;p24"/>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3" name="Google Shape;7523;p24"/>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4" name="Google Shape;7524;p24"/>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5" name="Google Shape;7525;p24"/>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6" name="Google Shape;7526;p24"/>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7" name="Google Shape;7527;p24"/>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8" name="Google Shape;7528;p24"/>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9" name="Google Shape;7529;p24"/>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0" name="Google Shape;7530;p24"/>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1" name="Google Shape;7531;p24"/>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2" name="Google Shape;7532;p24"/>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3" name="Google Shape;7533;p24"/>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4" name="Google Shape;7534;p24"/>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5" name="Google Shape;7535;p24"/>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6" name="Google Shape;7536;p24"/>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7" name="Google Shape;7537;p24"/>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8" name="Google Shape;7538;p24"/>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9" name="Google Shape;7539;p24"/>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0" name="Google Shape;7540;p24"/>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1" name="Google Shape;7541;p24"/>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2" name="Google Shape;7542;p24"/>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3" name="Google Shape;7543;p24"/>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4" name="Google Shape;7544;p24"/>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5" name="Google Shape;7545;p24"/>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6" name="Google Shape;7546;p24"/>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7" name="Google Shape;7547;p24"/>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8" name="Google Shape;7548;p24"/>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9" name="Google Shape;7549;p24"/>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0" name="Google Shape;7550;p24"/>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1" name="Google Shape;7551;p24"/>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2" name="Google Shape;7552;p24"/>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3" name="Google Shape;7553;p24"/>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4" name="Google Shape;7554;p24"/>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5" name="Google Shape;7555;p24"/>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6" name="Google Shape;7556;p24"/>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7" name="Google Shape;7557;p24"/>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8" name="Google Shape;7558;p24"/>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9" name="Google Shape;7559;p24"/>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0" name="Google Shape;7560;p24"/>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1" name="Google Shape;7561;p24"/>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2" name="Google Shape;7562;p24"/>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3" name="Google Shape;7563;p24"/>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4" name="Google Shape;7564;p24"/>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5" name="Google Shape;7565;p24"/>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6" name="Google Shape;7566;p24"/>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7" name="Google Shape;7567;p24"/>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8" name="Google Shape;7568;p24"/>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9" name="Google Shape;7569;p24"/>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0" name="Google Shape;7570;p24"/>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1" name="Google Shape;7571;p24"/>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2" name="Google Shape;7572;p24"/>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3" name="Google Shape;7573;p24"/>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4" name="Google Shape;7574;p24"/>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5" name="Google Shape;7575;p24"/>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6" name="Google Shape;7576;p24"/>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7" name="Google Shape;7577;p24"/>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8" name="Google Shape;7578;p24"/>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9" name="Google Shape;7579;p24"/>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0" name="Google Shape;7580;p24"/>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1" name="Google Shape;7581;p24"/>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2" name="Google Shape;7582;p24"/>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3" name="Google Shape;7583;p24"/>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4" name="Google Shape;7584;p24"/>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5" name="Google Shape;7585;p24"/>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6" name="Google Shape;7586;p24"/>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7" name="Google Shape;7587;p24"/>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8" name="Google Shape;7588;p24"/>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9" name="Google Shape;7589;p24"/>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0" name="Google Shape;7590;p24"/>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1" name="Google Shape;7591;p24"/>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2" name="Google Shape;7592;p24"/>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3" name="Google Shape;7593;p24"/>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4" name="Google Shape;7594;p24"/>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5" name="Google Shape;7595;p24"/>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6" name="Google Shape;7596;p24"/>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7" name="Google Shape;7597;p24"/>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8" name="Google Shape;7598;p24"/>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9" name="Google Shape;7599;p24"/>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0" name="Google Shape;7600;p24"/>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1" name="Google Shape;7601;p24"/>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2" name="Google Shape;7602;p24"/>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3" name="Google Shape;7603;p24"/>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4" name="Google Shape;7604;p24"/>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5" name="Google Shape;7605;p24"/>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6" name="Google Shape;7606;p24"/>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7" name="Google Shape;7607;p24"/>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8" name="Google Shape;7608;p24"/>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9" name="Google Shape;7609;p24"/>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0" name="Google Shape;7610;p24"/>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1" name="Google Shape;7611;p24"/>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2" name="Google Shape;7612;p24"/>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3" name="Google Shape;7613;p24"/>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4" name="Google Shape;7614;p24"/>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5" name="Google Shape;7615;p24"/>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6" name="Google Shape;7616;p24"/>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7" name="Google Shape;7617;p24"/>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8" name="Google Shape;7618;p24"/>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9" name="Google Shape;7619;p24"/>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0" name="Google Shape;7620;p24"/>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1" name="Google Shape;7621;p24"/>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2" name="Google Shape;7622;p24"/>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3" name="Google Shape;7623;p24"/>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4" name="Google Shape;7624;p24"/>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5" name="Google Shape;7625;p24"/>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6" name="Google Shape;7626;p24"/>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7" name="Google Shape;7627;p24"/>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8" name="Google Shape;7628;p24"/>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9" name="Google Shape;7629;p24"/>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0" name="Google Shape;7630;p24"/>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1" name="Google Shape;7631;p24"/>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2" name="Google Shape;7632;p24"/>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3" name="Google Shape;7633;p24"/>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4" name="Google Shape;7634;p24"/>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5" name="Google Shape;7635;p24"/>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6" name="Google Shape;7636;p24"/>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7" name="Google Shape;7637;p24"/>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8" name="Google Shape;7638;p24"/>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9" name="Google Shape;7639;p24"/>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0" name="Google Shape;7640;p24"/>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1" name="Google Shape;7641;p24"/>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2" name="Google Shape;7642;p24"/>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3" name="Google Shape;7643;p24"/>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4" name="Google Shape;7644;p24"/>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5" name="Google Shape;7645;p24"/>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6" name="Google Shape;7646;p24"/>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7" name="Google Shape;7647;p24"/>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8" name="Google Shape;7648;p24"/>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9" name="Google Shape;7649;p24"/>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0" name="Google Shape;7650;p24"/>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1" name="Google Shape;7651;p24"/>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2" name="Google Shape;7652;p24"/>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3" name="Google Shape;7653;p24"/>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4" name="Google Shape;7654;p24"/>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5" name="Google Shape;7655;p24"/>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6" name="Google Shape;7656;p24"/>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7" name="Google Shape;7657;p24"/>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8" name="Google Shape;7658;p24"/>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9" name="Google Shape;7659;p24"/>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0" name="Google Shape;7660;p24"/>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1" name="Google Shape;7661;p24"/>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2" name="Google Shape;7662;p24"/>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3" name="Google Shape;7663;p24"/>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4" name="Google Shape;7664;p24"/>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5" name="Google Shape;7665;p24"/>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6" name="Google Shape;7666;p24"/>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7" name="Google Shape;7667;p24"/>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8" name="Google Shape;7668;p24"/>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9" name="Google Shape;7669;p24"/>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0" name="Google Shape;7670;p24"/>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1" name="Google Shape;7671;p24"/>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2" name="Google Shape;7672;p24"/>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3" name="Google Shape;7673;p24"/>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4" name="Google Shape;7674;p24"/>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5" name="Google Shape;7675;p24"/>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6" name="Google Shape;7676;p24"/>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7" name="Google Shape;7677;p24"/>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8" name="Google Shape;7678;p24"/>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9" name="Google Shape;7679;p24"/>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0" name="Google Shape;7680;p24"/>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1" name="Google Shape;7681;p24"/>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2" name="Google Shape;7682;p24"/>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3" name="Google Shape;7683;p24"/>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4" name="Google Shape;7684;p24"/>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5" name="Google Shape;7685;p24"/>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6" name="Google Shape;7686;p24"/>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7" name="Google Shape;7687;p24"/>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8" name="Google Shape;7688;p24"/>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9" name="Google Shape;7689;p24"/>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0" name="Google Shape;7690;p24"/>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1" name="Google Shape;7691;p24"/>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2" name="Google Shape;7692;p24"/>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3" name="Google Shape;7693;p24"/>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4" name="Google Shape;7694;p24"/>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5" name="Google Shape;7695;p24"/>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6" name="Google Shape;7696;p24"/>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7" name="Google Shape;7697;p24"/>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8" name="Google Shape;7698;p24"/>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9" name="Google Shape;7699;p24"/>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0" name="Google Shape;7700;p24"/>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1" name="Google Shape;7701;p24"/>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2" name="Google Shape;7702;p24"/>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3" name="Google Shape;7703;p24"/>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4" name="Google Shape;7704;p24"/>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5" name="Google Shape;7705;p24"/>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6" name="Google Shape;7706;p24"/>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7" name="Google Shape;7707;p24"/>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8" name="Google Shape;7708;p24"/>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9" name="Google Shape;7709;p24"/>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0" name="Google Shape;7710;p24"/>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1" name="Google Shape;7711;p24"/>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2" name="Google Shape;7712;p24"/>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3" name="Google Shape;7713;p24"/>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4" name="Google Shape;7714;p24"/>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5" name="Google Shape;7715;p24"/>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6" name="Google Shape;7716;p24"/>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7" name="Google Shape;7717;p24"/>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8" name="Google Shape;7718;p24"/>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9" name="Google Shape;7719;p24"/>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0" name="Google Shape;7720;p24"/>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1" name="Google Shape;7721;p24"/>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2" name="Google Shape;7722;p24"/>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3" name="Google Shape;7723;p24"/>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4" name="Google Shape;7724;p24"/>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5" name="Google Shape;7725;p24"/>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6" name="Google Shape;7726;p24"/>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7" name="Google Shape;7727;p24"/>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8" name="Google Shape;7728;p24"/>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9" name="Google Shape;7729;p24"/>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0" name="Google Shape;7730;p24"/>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1" name="Google Shape;7731;p24"/>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2" name="Google Shape;7732;p24"/>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3" name="Google Shape;7733;p24"/>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4" name="Google Shape;7734;p24"/>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5" name="Google Shape;7735;p24"/>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6" name="Google Shape;7736;p24"/>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7" name="Google Shape;7737;p24"/>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8" name="Google Shape;7738;p24"/>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9" name="Google Shape;7739;p24"/>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0" name="Google Shape;7740;p24"/>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1" name="Google Shape;7741;p24"/>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2" name="Google Shape;7742;p24"/>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3" name="Google Shape;7743;p24"/>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4" name="Google Shape;7744;p24"/>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5" name="Google Shape;7745;p24"/>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6" name="Google Shape;7746;p24"/>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7" name="Google Shape;7747;p24"/>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8" name="Google Shape;7748;p24"/>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9" name="Google Shape;7749;p24"/>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0" name="Google Shape;7750;p24"/>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1" name="Google Shape;7751;p24"/>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2" name="Google Shape;7752;p24"/>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3" name="Google Shape;7753;p24"/>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4" name="Google Shape;7754;p24"/>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5" name="Google Shape;7755;p24"/>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6" name="Google Shape;7756;p24"/>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7" name="Google Shape;7757;p24"/>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8" name="Google Shape;7758;p24"/>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9" name="Google Shape;7759;p24"/>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0" name="Google Shape;7760;p24"/>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1" name="Google Shape;7761;p24"/>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2" name="Google Shape;7762;p24"/>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3" name="Google Shape;7763;p24"/>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64" name="Google Shape;7764;p24"/>
          <p:cNvSpPr/>
          <p:nvPr/>
        </p:nvSpPr>
        <p:spPr>
          <a:xfrm flipH="1">
            <a:off x="8687945" y="4480487"/>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65" name="Google Shape;7765;p24"/>
          <p:cNvGrpSpPr/>
          <p:nvPr/>
        </p:nvGrpSpPr>
        <p:grpSpPr>
          <a:xfrm rot="4264295" flipH="1">
            <a:off x="18467" y="3986027"/>
            <a:ext cx="1389528" cy="1145536"/>
            <a:chOff x="1794050" y="1659850"/>
            <a:chExt cx="464350" cy="382825"/>
          </a:xfrm>
        </p:grpSpPr>
        <p:sp>
          <p:nvSpPr>
            <p:cNvPr id="7766" name="Google Shape;7766;p24"/>
            <p:cNvSpPr/>
            <p:nvPr/>
          </p:nvSpPr>
          <p:spPr>
            <a:xfrm>
              <a:off x="1794050" y="1750250"/>
              <a:ext cx="464350" cy="292425"/>
            </a:xfrm>
            <a:custGeom>
              <a:avLst/>
              <a:gdLst/>
              <a:ahLst/>
              <a:cxnLst/>
              <a:rect l="l" t="t" r="r" b="b"/>
              <a:pathLst>
                <a:path w="18574" h="11697" extrusionOk="0">
                  <a:moveTo>
                    <a:pt x="2034" y="2023"/>
                  </a:moveTo>
                  <a:cubicBezTo>
                    <a:pt x="2075" y="2023"/>
                    <a:pt x="2117" y="2027"/>
                    <a:pt x="2157" y="2034"/>
                  </a:cubicBezTo>
                  <a:cubicBezTo>
                    <a:pt x="2341" y="2065"/>
                    <a:pt x="2494" y="2147"/>
                    <a:pt x="2657" y="2238"/>
                  </a:cubicBezTo>
                  <a:cubicBezTo>
                    <a:pt x="3301" y="2617"/>
                    <a:pt x="3883" y="3096"/>
                    <a:pt x="4445" y="3587"/>
                  </a:cubicBezTo>
                  <a:cubicBezTo>
                    <a:pt x="4650" y="3761"/>
                    <a:pt x="4854" y="3945"/>
                    <a:pt x="4956" y="4190"/>
                  </a:cubicBezTo>
                  <a:cubicBezTo>
                    <a:pt x="5058" y="4435"/>
                    <a:pt x="5017" y="4752"/>
                    <a:pt x="4793" y="4895"/>
                  </a:cubicBezTo>
                  <a:cubicBezTo>
                    <a:pt x="4715" y="4944"/>
                    <a:pt x="4631" y="4964"/>
                    <a:pt x="4544" y="4964"/>
                  </a:cubicBezTo>
                  <a:cubicBezTo>
                    <a:pt x="4322" y="4964"/>
                    <a:pt x="4084" y="4830"/>
                    <a:pt x="3894" y="4690"/>
                  </a:cubicBezTo>
                  <a:cubicBezTo>
                    <a:pt x="3188" y="4200"/>
                    <a:pt x="2525" y="3648"/>
                    <a:pt x="1901" y="3066"/>
                  </a:cubicBezTo>
                  <a:cubicBezTo>
                    <a:pt x="1605" y="2790"/>
                    <a:pt x="1411" y="2402"/>
                    <a:pt x="1656" y="2167"/>
                  </a:cubicBezTo>
                  <a:cubicBezTo>
                    <a:pt x="1758" y="2065"/>
                    <a:pt x="1896" y="2023"/>
                    <a:pt x="2034" y="2023"/>
                  </a:cubicBezTo>
                  <a:close/>
                  <a:moveTo>
                    <a:pt x="1527" y="1"/>
                  </a:moveTo>
                  <a:cubicBezTo>
                    <a:pt x="1408" y="1"/>
                    <a:pt x="1287" y="23"/>
                    <a:pt x="1165" y="72"/>
                  </a:cubicBezTo>
                  <a:lnTo>
                    <a:pt x="1145" y="72"/>
                  </a:lnTo>
                  <a:cubicBezTo>
                    <a:pt x="420" y="369"/>
                    <a:pt x="1" y="1217"/>
                    <a:pt x="42" y="1993"/>
                  </a:cubicBezTo>
                  <a:cubicBezTo>
                    <a:pt x="82" y="2790"/>
                    <a:pt x="532" y="3516"/>
                    <a:pt x="1104" y="4067"/>
                  </a:cubicBezTo>
                  <a:cubicBezTo>
                    <a:pt x="1676" y="4609"/>
                    <a:pt x="2371" y="5007"/>
                    <a:pt x="3066" y="5396"/>
                  </a:cubicBezTo>
                  <a:cubicBezTo>
                    <a:pt x="5783" y="6938"/>
                    <a:pt x="8511" y="8470"/>
                    <a:pt x="11229" y="10003"/>
                  </a:cubicBezTo>
                  <a:cubicBezTo>
                    <a:pt x="12702" y="10837"/>
                    <a:pt x="14293" y="11696"/>
                    <a:pt x="15956" y="11696"/>
                  </a:cubicBezTo>
                  <a:cubicBezTo>
                    <a:pt x="16127" y="11696"/>
                    <a:pt x="16298" y="11687"/>
                    <a:pt x="16469" y="11668"/>
                  </a:cubicBezTo>
                  <a:cubicBezTo>
                    <a:pt x="17144" y="11596"/>
                    <a:pt x="17838" y="11351"/>
                    <a:pt x="18288" y="10851"/>
                  </a:cubicBezTo>
                  <a:cubicBezTo>
                    <a:pt x="18442" y="10657"/>
                    <a:pt x="18574" y="10371"/>
                    <a:pt x="18410" y="10187"/>
                  </a:cubicBezTo>
                  <a:cubicBezTo>
                    <a:pt x="18380" y="10146"/>
                    <a:pt x="18339" y="10125"/>
                    <a:pt x="18299" y="10105"/>
                  </a:cubicBezTo>
                  <a:cubicBezTo>
                    <a:pt x="18240" y="10083"/>
                    <a:pt x="18177" y="10074"/>
                    <a:pt x="18111" y="10074"/>
                  </a:cubicBezTo>
                  <a:cubicBezTo>
                    <a:pt x="17994" y="10074"/>
                    <a:pt x="17872" y="10103"/>
                    <a:pt x="17767" y="10136"/>
                  </a:cubicBezTo>
                  <a:cubicBezTo>
                    <a:pt x="17314" y="10258"/>
                    <a:pt x="16851" y="10314"/>
                    <a:pt x="16387" y="10314"/>
                  </a:cubicBezTo>
                  <a:cubicBezTo>
                    <a:pt x="15178" y="10314"/>
                    <a:pt x="13962" y="9935"/>
                    <a:pt x="12884" y="9360"/>
                  </a:cubicBezTo>
                  <a:cubicBezTo>
                    <a:pt x="11402" y="8563"/>
                    <a:pt x="10146" y="7418"/>
                    <a:pt x="8900" y="6274"/>
                  </a:cubicBezTo>
                  <a:lnTo>
                    <a:pt x="5467" y="3117"/>
                  </a:lnTo>
                  <a:cubicBezTo>
                    <a:pt x="5385" y="3046"/>
                    <a:pt x="5303" y="2974"/>
                    <a:pt x="5222" y="2892"/>
                  </a:cubicBezTo>
                  <a:cubicBezTo>
                    <a:pt x="4445" y="2177"/>
                    <a:pt x="3669" y="1462"/>
                    <a:pt x="2882" y="747"/>
                  </a:cubicBezTo>
                  <a:cubicBezTo>
                    <a:pt x="2487" y="377"/>
                    <a:pt x="2020" y="1"/>
                    <a:pt x="1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7" name="Google Shape;7767;p24"/>
            <p:cNvSpPr/>
            <p:nvPr/>
          </p:nvSpPr>
          <p:spPr>
            <a:xfrm>
              <a:off x="1930700" y="1784725"/>
              <a:ext cx="320825" cy="223375"/>
            </a:xfrm>
            <a:custGeom>
              <a:avLst/>
              <a:gdLst/>
              <a:ahLst/>
              <a:cxnLst/>
              <a:rect l="l" t="t" r="r" b="b"/>
              <a:pathLst>
                <a:path w="12833" h="8935" extrusionOk="0">
                  <a:moveTo>
                    <a:pt x="3969" y="0"/>
                  </a:moveTo>
                  <a:cubicBezTo>
                    <a:pt x="3788" y="0"/>
                    <a:pt x="3616" y="67"/>
                    <a:pt x="3443" y="134"/>
                  </a:cubicBezTo>
                  <a:cubicBezTo>
                    <a:pt x="2269" y="594"/>
                    <a:pt x="1114" y="1125"/>
                    <a:pt x="11" y="1728"/>
                  </a:cubicBezTo>
                  <a:lnTo>
                    <a:pt x="1" y="1738"/>
                  </a:lnTo>
                  <a:lnTo>
                    <a:pt x="3434" y="4895"/>
                  </a:lnTo>
                  <a:cubicBezTo>
                    <a:pt x="4680" y="6039"/>
                    <a:pt x="5936" y="7184"/>
                    <a:pt x="7418" y="7981"/>
                  </a:cubicBezTo>
                  <a:cubicBezTo>
                    <a:pt x="8496" y="8556"/>
                    <a:pt x="9712" y="8935"/>
                    <a:pt x="10921" y="8935"/>
                  </a:cubicBezTo>
                  <a:cubicBezTo>
                    <a:pt x="11385" y="8935"/>
                    <a:pt x="11848" y="8879"/>
                    <a:pt x="12301" y="8757"/>
                  </a:cubicBezTo>
                  <a:cubicBezTo>
                    <a:pt x="12406" y="8724"/>
                    <a:pt x="12528" y="8695"/>
                    <a:pt x="12645" y="8695"/>
                  </a:cubicBezTo>
                  <a:cubicBezTo>
                    <a:pt x="12711" y="8695"/>
                    <a:pt x="12774" y="8704"/>
                    <a:pt x="12833" y="8726"/>
                  </a:cubicBezTo>
                  <a:lnTo>
                    <a:pt x="12833" y="8716"/>
                  </a:lnTo>
                  <a:cubicBezTo>
                    <a:pt x="12301" y="8246"/>
                    <a:pt x="11800" y="7745"/>
                    <a:pt x="11320" y="7225"/>
                  </a:cubicBezTo>
                  <a:lnTo>
                    <a:pt x="11310" y="7234"/>
                  </a:lnTo>
                  <a:cubicBezTo>
                    <a:pt x="11202" y="7243"/>
                    <a:pt x="11093" y="7248"/>
                    <a:pt x="10985" y="7248"/>
                  </a:cubicBezTo>
                  <a:cubicBezTo>
                    <a:pt x="10099" y="7248"/>
                    <a:pt x="9213" y="6953"/>
                    <a:pt x="8521" y="6407"/>
                  </a:cubicBezTo>
                  <a:cubicBezTo>
                    <a:pt x="8113" y="6090"/>
                    <a:pt x="7765" y="5681"/>
                    <a:pt x="7509" y="5232"/>
                  </a:cubicBezTo>
                  <a:cubicBezTo>
                    <a:pt x="7275" y="4823"/>
                    <a:pt x="7111" y="4364"/>
                    <a:pt x="7039" y="3894"/>
                  </a:cubicBezTo>
                  <a:cubicBezTo>
                    <a:pt x="7019" y="3761"/>
                    <a:pt x="6999" y="3628"/>
                    <a:pt x="6968" y="3495"/>
                  </a:cubicBezTo>
                  <a:cubicBezTo>
                    <a:pt x="6927" y="3342"/>
                    <a:pt x="6866" y="3199"/>
                    <a:pt x="6753" y="3097"/>
                  </a:cubicBezTo>
                  <a:cubicBezTo>
                    <a:pt x="6633" y="2982"/>
                    <a:pt x="6466" y="2932"/>
                    <a:pt x="6297" y="2932"/>
                  </a:cubicBezTo>
                  <a:cubicBezTo>
                    <a:pt x="6165" y="2932"/>
                    <a:pt x="6032" y="2962"/>
                    <a:pt x="5916" y="3015"/>
                  </a:cubicBezTo>
                  <a:cubicBezTo>
                    <a:pt x="5650" y="3148"/>
                    <a:pt x="5436" y="3363"/>
                    <a:pt x="5232" y="3577"/>
                  </a:cubicBezTo>
                  <a:cubicBezTo>
                    <a:pt x="5027" y="3792"/>
                    <a:pt x="4803" y="4006"/>
                    <a:pt x="4516" y="4119"/>
                  </a:cubicBezTo>
                  <a:cubicBezTo>
                    <a:pt x="4447" y="4144"/>
                    <a:pt x="4369" y="4158"/>
                    <a:pt x="4291" y="4158"/>
                  </a:cubicBezTo>
                  <a:cubicBezTo>
                    <a:pt x="4119" y="4158"/>
                    <a:pt x="3953" y="4090"/>
                    <a:pt x="3903" y="3935"/>
                  </a:cubicBezTo>
                  <a:cubicBezTo>
                    <a:pt x="3822" y="3690"/>
                    <a:pt x="4077" y="3475"/>
                    <a:pt x="4281" y="3332"/>
                  </a:cubicBezTo>
                  <a:cubicBezTo>
                    <a:pt x="4721" y="3036"/>
                    <a:pt x="5129" y="2688"/>
                    <a:pt x="5507" y="2310"/>
                  </a:cubicBezTo>
                  <a:cubicBezTo>
                    <a:pt x="5640" y="2187"/>
                    <a:pt x="5773" y="2035"/>
                    <a:pt x="5783" y="1851"/>
                  </a:cubicBezTo>
                  <a:cubicBezTo>
                    <a:pt x="5793" y="1779"/>
                    <a:pt x="5783" y="1717"/>
                    <a:pt x="5763" y="1646"/>
                  </a:cubicBezTo>
                  <a:cubicBezTo>
                    <a:pt x="5742" y="1585"/>
                    <a:pt x="5722" y="1534"/>
                    <a:pt x="5702" y="1472"/>
                  </a:cubicBezTo>
                  <a:cubicBezTo>
                    <a:pt x="5559" y="1166"/>
                    <a:pt x="5364" y="890"/>
                    <a:pt x="5129" y="655"/>
                  </a:cubicBezTo>
                  <a:cubicBezTo>
                    <a:pt x="4955" y="482"/>
                    <a:pt x="4771" y="328"/>
                    <a:pt x="4557" y="205"/>
                  </a:cubicBezTo>
                  <a:cubicBezTo>
                    <a:pt x="4394" y="94"/>
                    <a:pt x="4199" y="12"/>
                    <a:pt x="4006" y="1"/>
                  </a:cubicBezTo>
                  <a:cubicBezTo>
                    <a:pt x="3993" y="1"/>
                    <a:pt x="3981" y="0"/>
                    <a:pt x="39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8" name="Google Shape;7768;p24"/>
            <p:cNvSpPr/>
            <p:nvPr/>
          </p:nvSpPr>
          <p:spPr>
            <a:xfrm>
              <a:off x="2118425" y="1907850"/>
              <a:ext cx="95300" cy="58075"/>
            </a:xfrm>
            <a:custGeom>
              <a:avLst/>
              <a:gdLst/>
              <a:ahLst/>
              <a:cxnLst/>
              <a:rect l="l" t="t" r="r" b="b"/>
              <a:pathLst>
                <a:path w="3812" h="2323" extrusionOk="0">
                  <a:moveTo>
                    <a:pt x="1952" y="0"/>
                  </a:moveTo>
                  <a:cubicBezTo>
                    <a:pt x="1288" y="31"/>
                    <a:pt x="634" y="134"/>
                    <a:pt x="0" y="307"/>
                  </a:cubicBezTo>
                  <a:cubicBezTo>
                    <a:pt x="256" y="756"/>
                    <a:pt x="604" y="1165"/>
                    <a:pt x="1012" y="1482"/>
                  </a:cubicBezTo>
                  <a:cubicBezTo>
                    <a:pt x="1704" y="2028"/>
                    <a:pt x="2590" y="2323"/>
                    <a:pt x="3476" y="2323"/>
                  </a:cubicBezTo>
                  <a:cubicBezTo>
                    <a:pt x="3584" y="2323"/>
                    <a:pt x="3693" y="2318"/>
                    <a:pt x="3801" y="2309"/>
                  </a:cubicBezTo>
                  <a:lnTo>
                    <a:pt x="3811" y="2300"/>
                  </a:lnTo>
                  <a:cubicBezTo>
                    <a:pt x="3137" y="1574"/>
                    <a:pt x="2524" y="808"/>
                    <a:pt x="19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9" name="Google Shape;7769;p24"/>
            <p:cNvSpPr/>
            <p:nvPr/>
          </p:nvSpPr>
          <p:spPr>
            <a:xfrm>
              <a:off x="2104900" y="1868225"/>
              <a:ext cx="62350" cy="47300"/>
            </a:xfrm>
            <a:custGeom>
              <a:avLst/>
              <a:gdLst/>
              <a:ahLst/>
              <a:cxnLst/>
              <a:rect l="l" t="t" r="r" b="b"/>
              <a:pathLst>
                <a:path w="2494" h="1892" extrusionOk="0">
                  <a:moveTo>
                    <a:pt x="1325" y="1"/>
                  </a:moveTo>
                  <a:cubicBezTo>
                    <a:pt x="877" y="1"/>
                    <a:pt x="430" y="53"/>
                    <a:pt x="0" y="155"/>
                  </a:cubicBezTo>
                  <a:cubicBezTo>
                    <a:pt x="31" y="288"/>
                    <a:pt x="51" y="421"/>
                    <a:pt x="71" y="554"/>
                  </a:cubicBezTo>
                  <a:cubicBezTo>
                    <a:pt x="143" y="1024"/>
                    <a:pt x="307" y="1483"/>
                    <a:pt x="541" y="1892"/>
                  </a:cubicBezTo>
                  <a:cubicBezTo>
                    <a:pt x="1175" y="1719"/>
                    <a:pt x="1829" y="1616"/>
                    <a:pt x="2493" y="1585"/>
                  </a:cubicBezTo>
                  <a:cubicBezTo>
                    <a:pt x="2125" y="1075"/>
                    <a:pt x="1778" y="543"/>
                    <a:pt x="1451" y="2"/>
                  </a:cubicBezTo>
                  <a:cubicBezTo>
                    <a:pt x="1409" y="1"/>
                    <a:pt x="1367" y="1"/>
                    <a:pt x="13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0" name="Google Shape;7770;p24"/>
            <p:cNvSpPr/>
            <p:nvPr/>
          </p:nvSpPr>
          <p:spPr>
            <a:xfrm>
              <a:off x="2026225" y="1822950"/>
              <a:ext cx="114975" cy="65725"/>
            </a:xfrm>
            <a:custGeom>
              <a:avLst/>
              <a:gdLst/>
              <a:ahLst/>
              <a:cxnLst/>
              <a:rect l="l" t="t" r="r" b="b"/>
              <a:pathLst>
                <a:path w="4599" h="2629" extrusionOk="0">
                  <a:moveTo>
                    <a:pt x="3174" y="1"/>
                  </a:moveTo>
                  <a:cubicBezTo>
                    <a:pt x="2766" y="1"/>
                    <a:pt x="2354" y="47"/>
                    <a:pt x="1942" y="117"/>
                  </a:cubicBezTo>
                  <a:cubicBezTo>
                    <a:pt x="1962" y="188"/>
                    <a:pt x="1972" y="250"/>
                    <a:pt x="1962" y="322"/>
                  </a:cubicBezTo>
                  <a:cubicBezTo>
                    <a:pt x="1952" y="506"/>
                    <a:pt x="1819" y="658"/>
                    <a:pt x="1686" y="781"/>
                  </a:cubicBezTo>
                  <a:cubicBezTo>
                    <a:pt x="1308" y="1159"/>
                    <a:pt x="900" y="1507"/>
                    <a:pt x="460" y="1803"/>
                  </a:cubicBezTo>
                  <a:cubicBezTo>
                    <a:pt x="256" y="1946"/>
                    <a:pt x="1" y="2161"/>
                    <a:pt x="82" y="2406"/>
                  </a:cubicBezTo>
                  <a:cubicBezTo>
                    <a:pt x="132" y="2561"/>
                    <a:pt x="298" y="2629"/>
                    <a:pt x="470" y="2629"/>
                  </a:cubicBezTo>
                  <a:cubicBezTo>
                    <a:pt x="548" y="2629"/>
                    <a:pt x="626" y="2615"/>
                    <a:pt x="695" y="2590"/>
                  </a:cubicBezTo>
                  <a:cubicBezTo>
                    <a:pt x="982" y="2477"/>
                    <a:pt x="1206" y="2263"/>
                    <a:pt x="1411" y="2048"/>
                  </a:cubicBezTo>
                  <a:cubicBezTo>
                    <a:pt x="1615" y="1834"/>
                    <a:pt x="1829" y="1619"/>
                    <a:pt x="2095" y="1486"/>
                  </a:cubicBezTo>
                  <a:cubicBezTo>
                    <a:pt x="2211" y="1433"/>
                    <a:pt x="2344" y="1403"/>
                    <a:pt x="2476" y="1403"/>
                  </a:cubicBezTo>
                  <a:cubicBezTo>
                    <a:pt x="2645" y="1403"/>
                    <a:pt x="2812" y="1453"/>
                    <a:pt x="2932" y="1568"/>
                  </a:cubicBezTo>
                  <a:cubicBezTo>
                    <a:pt x="3045" y="1670"/>
                    <a:pt x="3106" y="1813"/>
                    <a:pt x="3147" y="1966"/>
                  </a:cubicBezTo>
                  <a:cubicBezTo>
                    <a:pt x="3577" y="1864"/>
                    <a:pt x="4024" y="1812"/>
                    <a:pt x="4472" y="1812"/>
                  </a:cubicBezTo>
                  <a:cubicBezTo>
                    <a:pt x="4514" y="1812"/>
                    <a:pt x="4556" y="1812"/>
                    <a:pt x="4598" y="1813"/>
                  </a:cubicBezTo>
                  <a:cubicBezTo>
                    <a:pt x="4230" y="1231"/>
                    <a:pt x="3883" y="628"/>
                    <a:pt x="3556" y="15"/>
                  </a:cubicBezTo>
                  <a:cubicBezTo>
                    <a:pt x="3429" y="5"/>
                    <a:pt x="3302" y="1"/>
                    <a:pt x="31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1" name="Google Shape;7771;p24"/>
            <p:cNvSpPr/>
            <p:nvPr/>
          </p:nvSpPr>
          <p:spPr>
            <a:xfrm>
              <a:off x="2058925" y="1798750"/>
              <a:ext cx="56200" cy="27150"/>
            </a:xfrm>
            <a:custGeom>
              <a:avLst/>
              <a:gdLst/>
              <a:ahLst/>
              <a:cxnLst/>
              <a:rect l="l" t="t" r="r" b="b"/>
              <a:pathLst>
                <a:path w="2248" h="1086" extrusionOk="0">
                  <a:moveTo>
                    <a:pt x="1060" y="1"/>
                  </a:moveTo>
                  <a:cubicBezTo>
                    <a:pt x="704" y="1"/>
                    <a:pt x="350" y="33"/>
                    <a:pt x="0" y="94"/>
                  </a:cubicBezTo>
                  <a:cubicBezTo>
                    <a:pt x="235" y="329"/>
                    <a:pt x="430" y="605"/>
                    <a:pt x="573" y="911"/>
                  </a:cubicBezTo>
                  <a:cubicBezTo>
                    <a:pt x="593" y="973"/>
                    <a:pt x="613" y="1024"/>
                    <a:pt x="634" y="1085"/>
                  </a:cubicBezTo>
                  <a:cubicBezTo>
                    <a:pt x="1046" y="1015"/>
                    <a:pt x="1458" y="969"/>
                    <a:pt x="1866" y="969"/>
                  </a:cubicBezTo>
                  <a:cubicBezTo>
                    <a:pt x="1994" y="969"/>
                    <a:pt x="2121" y="973"/>
                    <a:pt x="2248" y="983"/>
                  </a:cubicBezTo>
                  <a:cubicBezTo>
                    <a:pt x="2085" y="677"/>
                    <a:pt x="1921" y="360"/>
                    <a:pt x="1767" y="43"/>
                  </a:cubicBezTo>
                  <a:cubicBezTo>
                    <a:pt x="1531" y="15"/>
                    <a:pt x="1295" y="1"/>
                    <a:pt x="10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2" name="Google Shape;7772;p24"/>
            <p:cNvSpPr/>
            <p:nvPr/>
          </p:nvSpPr>
          <p:spPr>
            <a:xfrm>
              <a:off x="1890875" y="1665200"/>
              <a:ext cx="212250" cy="162975"/>
            </a:xfrm>
            <a:custGeom>
              <a:avLst/>
              <a:gdLst/>
              <a:ahLst/>
              <a:cxnLst/>
              <a:rect l="l" t="t" r="r" b="b"/>
              <a:pathLst>
                <a:path w="8490" h="6519" extrusionOk="0">
                  <a:moveTo>
                    <a:pt x="1072" y="1"/>
                  </a:moveTo>
                  <a:cubicBezTo>
                    <a:pt x="695" y="216"/>
                    <a:pt x="337" y="481"/>
                    <a:pt x="10" y="788"/>
                  </a:cubicBezTo>
                  <a:lnTo>
                    <a:pt x="0" y="829"/>
                  </a:lnTo>
                  <a:cubicBezTo>
                    <a:pt x="316" y="870"/>
                    <a:pt x="582" y="1084"/>
                    <a:pt x="766" y="1340"/>
                  </a:cubicBezTo>
                  <a:cubicBezTo>
                    <a:pt x="950" y="1615"/>
                    <a:pt x="1042" y="1922"/>
                    <a:pt x="1124" y="2239"/>
                  </a:cubicBezTo>
                  <a:cubicBezTo>
                    <a:pt x="1461" y="3556"/>
                    <a:pt x="1533" y="4946"/>
                    <a:pt x="1349" y="6294"/>
                  </a:cubicBezTo>
                  <a:cubicBezTo>
                    <a:pt x="1430" y="6376"/>
                    <a:pt x="1512" y="6448"/>
                    <a:pt x="1594" y="6519"/>
                  </a:cubicBezTo>
                  <a:lnTo>
                    <a:pt x="1604" y="6509"/>
                  </a:lnTo>
                  <a:cubicBezTo>
                    <a:pt x="2707" y="5906"/>
                    <a:pt x="3862" y="5375"/>
                    <a:pt x="5036" y="4915"/>
                  </a:cubicBezTo>
                  <a:cubicBezTo>
                    <a:pt x="5209" y="4848"/>
                    <a:pt x="5381" y="4781"/>
                    <a:pt x="5562" y="4781"/>
                  </a:cubicBezTo>
                  <a:cubicBezTo>
                    <a:pt x="5574" y="4781"/>
                    <a:pt x="5586" y="4782"/>
                    <a:pt x="5599" y="4782"/>
                  </a:cubicBezTo>
                  <a:cubicBezTo>
                    <a:pt x="5792" y="4793"/>
                    <a:pt x="5987" y="4875"/>
                    <a:pt x="6150" y="4986"/>
                  </a:cubicBezTo>
                  <a:cubicBezTo>
                    <a:pt x="6364" y="5109"/>
                    <a:pt x="6548" y="5263"/>
                    <a:pt x="6722" y="5436"/>
                  </a:cubicBezTo>
                  <a:cubicBezTo>
                    <a:pt x="7072" y="5375"/>
                    <a:pt x="7426" y="5343"/>
                    <a:pt x="7782" y="5343"/>
                  </a:cubicBezTo>
                  <a:cubicBezTo>
                    <a:pt x="8017" y="5343"/>
                    <a:pt x="8253" y="5357"/>
                    <a:pt x="8489" y="5385"/>
                  </a:cubicBezTo>
                  <a:cubicBezTo>
                    <a:pt x="8010" y="4435"/>
                    <a:pt x="7581" y="3474"/>
                    <a:pt x="7172" y="2494"/>
                  </a:cubicBezTo>
                  <a:cubicBezTo>
                    <a:pt x="7059" y="2228"/>
                    <a:pt x="6947" y="1953"/>
                    <a:pt x="6722" y="1769"/>
                  </a:cubicBezTo>
                  <a:cubicBezTo>
                    <a:pt x="6607" y="1674"/>
                    <a:pt x="6451" y="1620"/>
                    <a:pt x="6302" y="1620"/>
                  </a:cubicBezTo>
                  <a:cubicBezTo>
                    <a:pt x="6161" y="1620"/>
                    <a:pt x="6025" y="1669"/>
                    <a:pt x="5935" y="1779"/>
                  </a:cubicBezTo>
                  <a:cubicBezTo>
                    <a:pt x="5833" y="1901"/>
                    <a:pt x="5813" y="2085"/>
                    <a:pt x="5803" y="2249"/>
                  </a:cubicBezTo>
                  <a:cubicBezTo>
                    <a:pt x="5792" y="2371"/>
                    <a:pt x="5792" y="2504"/>
                    <a:pt x="5803" y="2627"/>
                  </a:cubicBezTo>
                  <a:cubicBezTo>
                    <a:pt x="5803" y="2821"/>
                    <a:pt x="5823" y="3025"/>
                    <a:pt x="5854" y="3219"/>
                  </a:cubicBezTo>
                  <a:cubicBezTo>
                    <a:pt x="5497" y="3771"/>
                    <a:pt x="4824" y="4065"/>
                    <a:pt x="4157" y="4065"/>
                  </a:cubicBezTo>
                  <a:cubicBezTo>
                    <a:pt x="3985" y="4065"/>
                    <a:pt x="3813" y="4046"/>
                    <a:pt x="3647" y="4006"/>
                  </a:cubicBezTo>
                  <a:cubicBezTo>
                    <a:pt x="2830" y="3801"/>
                    <a:pt x="2166" y="3179"/>
                    <a:pt x="1767" y="2443"/>
                  </a:cubicBezTo>
                  <a:cubicBezTo>
                    <a:pt x="1358" y="1707"/>
                    <a:pt x="1185" y="870"/>
                    <a:pt x="1103" y="42"/>
                  </a:cubicBezTo>
                  <a:lnTo>
                    <a:pt x="107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3" name="Google Shape;7773;p24"/>
            <p:cNvSpPr/>
            <p:nvPr/>
          </p:nvSpPr>
          <p:spPr>
            <a:xfrm>
              <a:off x="1917675" y="1659850"/>
              <a:ext cx="119550" cy="107000"/>
            </a:xfrm>
            <a:custGeom>
              <a:avLst/>
              <a:gdLst/>
              <a:ahLst/>
              <a:cxnLst/>
              <a:rect l="l" t="t" r="r" b="b"/>
              <a:pathLst>
                <a:path w="4782" h="4280" extrusionOk="0">
                  <a:moveTo>
                    <a:pt x="613" y="1"/>
                  </a:moveTo>
                  <a:cubicBezTo>
                    <a:pt x="420" y="1"/>
                    <a:pt x="225" y="92"/>
                    <a:pt x="52" y="185"/>
                  </a:cubicBezTo>
                  <a:cubicBezTo>
                    <a:pt x="31" y="194"/>
                    <a:pt x="21" y="205"/>
                    <a:pt x="0" y="215"/>
                  </a:cubicBezTo>
                  <a:lnTo>
                    <a:pt x="31" y="256"/>
                  </a:lnTo>
                  <a:cubicBezTo>
                    <a:pt x="113" y="1084"/>
                    <a:pt x="286" y="1921"/>
                    <a:pt x="695" y="2657"/>
                  </a:cubicBezTo>
                  <a:cubicBezTo>
                    <a:pt x="1094" y="3393"/>
                    <a:pt x="1758" y="4015"/>
                    <a:pt x="2575" y="4220"/>
                  </a:cubicBezTo>
                  <a:cubicBezTo>
                    <a:pt x="2741" y="4260"/>
                    <a:pt x="2913" y="4279"/>
                    <a:pt x="3085" y="4279"/>
                  </a:cubicBezTo>
                  <a:cubicBezTo>
                    <a:pt x="3752" y="4279"/>
                    <a:pt x="4425" y="3985"/>
                    <a:pt x="4782" y="3433"/>
                  </a:cubicBezTo>
                  <a:cubicBezTo>
                    <a:pt x="4751" y="3239"/>
                    <a:pt x="4731" y="3035"/>
                    <a:pt x="4731" y="2841"/>
                  </a:cubicBezTo>
                  <a:cubicBezTo>
                    <a:pt x="4417" y="3154"/>
                    <a:pt x="3973" y="3317"/>
                    <a:pt x="3532" y="3317"/>
                  </a:cubicBezTo>
                  <a:cubicBezTo>
                    <a:pt x="3212" y="3317"/>
                    <a:pt x="2893" y="3231"/>
                    <a:pt x="2626" y="3055"/>
                  </a:cubicBezTo>
                  <a:cubicBezTo>
                    <a:pt x="2054" y="2677"/>
                    <a:pt x="1778" y="1993"/>
                    <a:pt x="1615" y="1339"/>
                  </a:cubicBezTo>
                  <a:cubicBezTo>
                    <a:pt x="1543" y="1043"/>
                    <a:pt x="1482" y="746"/>
                    <a:pt x="1329" y="481"/>
                  </a:cubicBezTo>
                  <a:cubicBezTo>
                    <a:pt x="1176" y="226"/>
                    <a:pt x="910" y="1"/>
                    <a:pt x="6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4" name="Google Shape;7774;p24"/>
            <p:cNvSpPr/>
            <p:nvPr/>
          </p:nvSpPr>
          <p:spPr>
            <a:xfrm>
              <a:off x="1822650" y="1685775"/>
              <a:ext cx="106550" cy="136800"/>
            </a:xfrm>
            <a:custGeom>
              <a:avLst/>
              <a:gdLst/>
              <a:ahLst/>
              <a:cxnLst/>
              <a:rect l="l" t="t" r="r" b="b"/>
              <a:pathLst>
                <a:path w="4262" h="5472" extrusionOk="0">
                  <a:moveTo>
                    <a:pt x="2613" y="1"/>
                  </a:moveTo>
                  <a:cubicBezTo>
                    <a:pt x="2172" y="1"/>
                    <a:pt x="1786" y="324"/>
                    <a:pt x="1462" y="639"/>
                  </a:cubicBezTo>
                  <a:cubicBezTo>
                    <a:pt x="870" y="1221"/>
                    <a:pt x="277" y="1865"/>
                    <a:pt x="1" y="2651"/>
                  </a:cubicBezTo>
                  <a:lnTo>
                    <a:pt x="21" y="2651"/>
                  </a:lnTo>
                  <a:cubicBezTo>
                    <a:pt x="143" y="2602"/>
                    <a:pt x="264" y="2580"/>
                    <a:pt x="383" y="2580"/>
                  </a:cubicBezTo>
                  <a:cubicBezTo>
                    <a:pt x="876" y="2580"/>
                    <a:pt x="1343" y="2956"/>
                    <a:pt x="1738" y="3326"/>
                  </a:cubicBezTo>
                  <a:cubicBezTo>
                    <a:pt x="2525" y="4041"/>
                    <a:pt x="3301" y="4756"/>
                    <a:pt x="4078" y="5471"/>
                  </a:cubicBezTo>
                  <a:cubicBezTo>
                    <a:pt x="4262" y="4123"/>
                    <a:pt x="4190" y="2733"/>
                    <a:pt x="3853" y="1416"/>
                  </a:cubicBezTo>
                  <a:cubicBezTo>
                    <a:pt x="3771" y="1099"/>
                    <a:pt x="3679" y="792"/>
                    <a:pt x="3495" y="517"/>
                  </a:cubicBezTo>
                  <a:cubicBezTo>
                    <a:pt x="3311" y="261"/>
                    <a:pt x="3045" y="47"/>
                    <a:pt x="2729" y="6"/>
                  </a:cubicBezTo>
                  <a:lnTo>
                    <a:pt x="2709" y="6"/>
                  </a:lnTo>
                  <a:cubicBezTo>
                    <a:pt x="2677" y="2"/>
                    <a:pt x="2645" y="1"/>
                    <a:pt x="26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5" name="Google Shape;7775;p24"/>
            <p:cNvSpPr/>
            <p:nvPr/>
          </p:nvSpPr>
          <p:spPr>
            <a:xfrm>
              <a:off x="1829300" y="1800825"/>
              <a:ext cx="91225" cy="73550"/>
            </a:xfrm>
            <a:custGeom>
              <a:avLst/>
              <a:gdLst/>
              <a:ahLst/>
              <a:cxnLst/>
              <a:rect l="l" t="t" r="r" b="b"/>
              <a:pathLst>
                <a:path w="3649" h="2942" extrusionOk="0">
                  <a:moveTo>
                    <a:pt x="624" y="0"/>
                  </a:moveTo>
                  <a:cubicBezTo>
                    <a:pt x="486" y="0"/>
                    <a:pt x="348" y="42"/>
                    <a:pt x="246" y="144"/>
                  </a:cubicBezTo>
                  <a:cubicBezTo>
                    <a:pt x="1" y="379"/>
                    <a:pt x="195" y="767"/>
                    <a:pt x="491" y="1043"/>
                  </a:cubicBezTo>
                  <a:cubicBezTo>
                    <a:pt x="1115" y="1625"/>
                    <a:pt x="1778" y="2177"/>
                    <a:pt x="2484" y="2667"/>
                  </a:cubicBezTo>
                  <a:cubicBezTo>
                    <a:pt x="2674" y="2807"/>
                    <a:pt x="2912" y="2941"/>
                    <a:pt x="3134" y="2941"/>
                  </a:cubicBezTo>
                  <a:cubicBezTo>
                    <a:pt x="3221" y="2941"/>
                    <a:pt x="3305" y="2921"/>
                    <a:pt x="3383" y="2872"/>
                  </a:cubicBezTo>
                  <a:cubicBezTo>
                    <a:pt x="3607" y="2729"/>
                    <a:pt x="3648" y="2412"/>
                    <a:pt x="3546" y="2167"/>
                  </a:cubicBezTo>
                  <a:cubicBezTo>
                    <a:pt x="3444" y="1922"/>
                    <a:pt x="3240" y="1738"/>
                    <a:pt x="3035" y="1564"/>
                  </a:cubicBezTo>
                  <a:cubicBezTo>
                    <a:pt x="2473" y="1073"/>
                    <a:pt x="1891" y="594"/>
                    <a:pt x="1247" y="215"/>
                  </a:cubicBezTo>
                  <a:cubicBezTo>
                    <a:pt x="1084" y="124"/>
                    <a:pt x="931" y="42"/>
                    <a:pt x="747" y="11"/>
                  </a:cubicBezTo>
                  <a:cubicBezTo>
                    <a:pt x="707" y="4"/>
                    <a:pt x="665" y="0"/>
                    <a:pt x="6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6" name="Google Shape;7776;p24"/>
            <p:cNvSpPr/>
            <p:nvPr/>
          </p:nvSpPr>
          <p:spPr>
            <a:xfrm>
              <a:off x="1866075" y="1768900"/>
              <a:ext cx="372175" cy="240050"/>
            </a:xfrm>
            <a:custGeom>
              <a:avLst/>
              <a:gdLst/>
              <a:ahLst/>
              <a:cxnLst/>
              <a:rect l="l" t="t" r="r" b="b"/>
              <a:pathLst>
                <a:path w="14887" h="9602" extrusionOk="0">
                  <a:moveTo>
                    <a:pt x="1" y="1"/>
                  </a:moveTo>
                  <a:cubicBezTo>
                    <a:pt x="1094" y="1063"/>
                    <a:pt x="2198" y="2116"/>
                    <a:pt x="3311" y="3158"/>
                  </a:cubicBezTo>
                  <a:cubicBezTo>
                    <a:pt x="4414" y="4200"/>
                    <a:pt x="5538" y="5232"/>
                    <a:pt x="6662" y="6264"/>
                  </a:cubicBezTo>
                  <a:cubicBezTo>
                    <a:pt x="7796" y="7275"/>
                    <a:pt x="8991" y="8276"/>
                    <a:pt x="10401" y="8909"/>
                  </a:cubicBezTo>
                  <a:cubicBezTo>
                    <a:pt x="11106" y="9226"/>
                    <a:pt x="11842" y="9461"/>
                    <a:pt x="12608" y="9553"/>
                  </a:cubicBezTo>
                  <a:cubicBezTo>
                    <a:pt x="12865" y="9585"/>
                    <a:pt x="13127" y="9602"/>
                    <a:pt x="13389" y="9602"/>
                  </a:cubicBezTo>
                  <a:cubicBezTo>
                    <a:pt x="13895" y="9602"/>
                    <a:pt x="14402" y="9538"/>
                    <a:pt x="14886" y="9390"/>
                  </a:cubicBezTo>
                  <a:lnTo>
                    <a:pt x="14886" y="9390"/>
                  </a:lnTo>
                  <a:cubicBezTo>
                    <a:pt x="14474" y="9480"/>
                    <a:pt x="14052" y="9524"/>
                    <a:pt x="13632" y="9524"/>
                  </a:cubicBezTo>
                  <a:cubicBezTo>
                    <a:pt x="13294" y="9524"/>
                    <a:pt x="12957" y="9495"/>
                    <a:pt x="12628" y="9441"/>
                  </a:cubicBezTo>
                  <a:cubicBezTo>
                    <a:pt x="11872" y="9329"/>
                    <a:pt x="11157" y="9073"/>
                    <a:pt x="10483" y="8746"/>
                  </a:cubicBezTo>
                  <a:cubicBezTo>
                    <a:pt x="9114" y="8082"/>
                    <a:pt x="7939" y="7111"/>
                    <a:pt x="6815" y="6090"/>
                  </a:cubicBezTo>
                  <a:lnTo>
                    <a:pt x="3433" y="3025"/>
                  </a:lnTo>
                  <a:lnTo>
                    <a:pt x="1728" y="1503"/>
                  </a:lnTo>
                  <a:cubicBezTo>
                    <a:pt x="1156" y="1002"/>
                    <a:pt x="583" y="49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7" name="Google Shape;7777;p24"/>
            <p:cNvSpPr/>
            <p:nvPr/>
          </p:nvSpPr>
          <p:spPr>
            <a:xfrm>
              <a:off x="2033900" y="1702975"/>
              <a:ext cx="63350" cy="85125"/>
            </a:xfrm>
            <a:custGeom>
              <a:avLst/>
              <a:gdLst/>
              <a:ahLst/>
              <a:cxnLst/>
              <a:rect l="l" t="t" r="r" b="b"/>
              <a:pathLst>
                <a:path w="2534" h="3405" extrusionOk="0">
                  <a:moveTo>
                    <a:pt x="598" y="1"/>
                  </a:moveTo>
                  <a:cubicBezTo>
                    <a:pt x="586" y="1"/>
                    <a:pt x="574" y="1"/>
                    <a:pt x="562" y="2"/>
                  </a:cubicBezTo>
                  <a:cubicBezTo>
                    <a:pt x="388" y="2"/>
                    <a:pt x="194" y="94"/>
                    <a:pt x="102" y="258"/>
                  </a:cubicBezTo>
                  <a:cubicBezTo>
                    <a:pt x="10" y="411"/>
                    <a:pt x="0" y="574"/>
                    <a:pt x="0" y="728"/>
                  </a:cubicBezTo>
                  <a:cubicBezTo>
                    <a:pt x="0" y="881"/>
                    <a:pt x="10" y="1034"/>
                    <a:pt x="21" y="1177"/>
                  </a:cubicBezTo>
                  <a:cubicBezTo>
                    <a:pt x="92" y="1780"/>
                    <a:pt x="266" y="2342"/>
                    <a:pt x="388" y="2914"/>
                  </a:cubicBezTo>
                  <a:lnTo>
                    <a:pt x="225" y="2045"/>
                  </a:lnTo>
                  <a:cubicBezTo>
                    <a:pt x="205" y="1902"/>
                    <a:pt x="164" y="1759"/>
                    <a:pt x="153" y="1616"/>
                  </a:cubicBezTo>
                  <a:cubicBezTo>
                    <a:pt x="143" y="1463"/>
                    <a:pt x="143" y="1320"/>
                    <a:pt x="143" y="1177"/>
                  </a:cubicBezTo>
                  <a:cubicBezTo>
                    <a:pt x="143" y="1024"/>
                    <a:pt x="143" y="881"/>
                    <a:pt x="164" y="738"/>
                  </a:cubicBezTo>
                  <a:cubicBezTo>
                    <a:pt x="174" y="594"/>
                    <a:pt x="194" y="451"/>
                    <a:pt x="266" y="360"/>
                  </a:cubicBezTo>
                  <a:cubicBezTo>
                    <a:pt x="331" y="264"/>
                    <a:pt x="441" y="223"/>
                    <a:pt x="559" y="223"/>
                  </a:cubicBezTo>
                  <a:cubicBezTo>
                    <a:pt x="681" y="223"/>
                    <a:pt x="811" y="267"/>
                    <a:pt x="909" y="339"/>
                  </a:cubicBezTo>
                  <a:cubicBezTo>
                    <a:pt x="1113" y="492"/>
                    <a:pt x="1226" y="758"/>
                    <a:pt x="1338" y="1024"/>
                  </a:cubicBezTo>
                  <a:cubicBezTo>
                    <a:pt x="1461" y="1300"/>
                    <a:pt x="1583" y="1565"/>
                    <a:pt x="1706" y="1841"/>
                  </a:cubicBezTo>
                  <a:cubicBezTo>
                    <a:pt x="1962" y="2372"/>
                    <a:pt x="2227" y="2894"/>
                    <a:pt x="2534" y="3404"/>
                  </a:cubicBezTo>
                  <a:cubicBezTo>
                    <a:pt x="2330" y="2853"/>
                    <a:pt x="2105" y="2301"/>
                    <a:pt x="1890" y="1759"/>
                  </a:cubicBezTo>
                  <a:lnTo>
                    <a:pt x="1553" y="932"/>
                  </a:lnTo>
                  <a:cubicBezTo>
                    <a:pt x="1451" y="666"/>
                    <a:pt x="1318" y="360"/>
                    <a:pt x="1042" y="156"/>
                  </a:cubicBezTo>
                  <a:cubicBezTo>
                    <a:pt x="918" y="61"/>
                    <a:pt x="760" y="1"/>
                    <a:pt x="59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8" name="Google Shape;7778;p24"/>
            <p:cNvSpPr/>
            <p:nvPr/>
          </p:nvSpPr>
          <p:spPr>
            <a:xfrm>
              <a:off x="2034150" y="1796450"/>
              <a:ext cx="82250" cy="12600"/>
            </a:xfrm>
            <a:custGeom>
              <a:avLst/>
              <a:gdLst/>
              <a:ahLst/>
              <a:cxnLst/>
              <a:rect l="l" t="t" r="r" b="b"/>
              <a:pathLst>
                <a:path w="3290" h="504" extrusionOk="0">
                  <a:moveTo>
                    <a:pt x="2059" y="1"/>
                  </a:moveTo>
                  <a:cubicBezTo>
                    <a:pt x="1698" y="1"/>
                    <a:pt x="1334" y="33"/>
                    <a:pt x="971" y="94"/>
                  </a:cubicBezTo>
                  <a:cubicBezTo>
                    <a:pt x="665" y="156"/>
                    <a:pt x="358" y="237"/>
                    <a:pt x="72" y="329"/>
                  </a:cubicBezTo>
                  <a:cubicBezTo>
                    <a:pt x="31" y="349"/>
                    <a:pt x="0" y="401"/>
                    <a:pt x="20" y="452"/>
                  </a:cubicBezTo>
                  <a:cubicBezTo>
                    <a:pt x="31" y="483"/>
                    <a:pt x="72" y="503"/>
                    <a:pt x="102" y="503"/>
                  </a:cubicBezTo>
                  <a:lnTo>
                    <a:pt x="133" y="503"/>
                  </a:lnTo>
                  <a:cubicBezTo>
                    <a:pt x="409" y="411"/>
                    <a:pt x="705" y="329"/>
                    <a:pt x="1001" y="278"/>
                  </a:cubicBezTo>
                  <a:cubicBezTo>
                    <a:pt x="1342" y="212"/>
                    <a:pt x="1682" y="182"/>
                    <a:pt x="2022" y="182"/>
                  </a:cubicBezTo>
                  <a:cubicBezTo>
                    <a:pt x="2264" y="182"/>
                    <a:pt x="2506" y="197"/>
                    <a:pt x="2749" y="227"/>
                  </a:cubicBezTo>
                  <a:cubicBezTo>
                    <a:pt x="2881" y="237"/>
                    <a:pt x="3024" y="258"/>
                    <a:pt x="3178" y="288"/>
                  </a:cubicBezTo>
                  <a:cubicBezTo>
                    <a:pt x="3184" y="290"/>
                    <a:pt x="3191" y="290"/>
                    <a:pt x="3198" y="290"/>
                  </a:cubicBezTo>
                  <a:cubicBezTo>
                    <a:pt x="3241" y="290"/>
                    <a:pt x="3281" y="261"/>
                    <a:pt x="3290" y="217"/>
                  </a:cubicBezTo>
                  <a:cubicBezTo>
                    <a:pt x="3290" y="166"/>
                    <a:pt x="3259" y="125"/>
                    <a:pt x="3219" y="115"/>
                  </a:cubicBezTo>
                  <a:cubicBezTo>
                    <a:pt x="3055" y="84"/>
                    <a:pt x="2901" y="54"/>
                    <a:pt x="2769" y="43"/>
                  </a:cubicBezTo>
                  <a:cubicBezTo>
                    <a:pt x="2534" y="15"/>
                    <a:pt x="2297" y="1"/>
                    <a:pt x="20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9" name="Google Shape;7779;p24"/>
            <p:cNvSpPr/>
            <p:nvPr/>
          </p:nvSpPr>
          <p:spPr>
            <a:xfrm>
              <a:off x="2044625" y="1820825"/>
              <a:ext cx="88900" cy="12725"/>
            </a:xfrm>
            <a:custGeom>
              <a:avLst/>
              <a:gdLst/>
              <a:ahLst/>
              <a:cxnLst/>
              <a:rect l="l" t="t" r="r" b="b"/>
              <a:pathLst>
                <a:path w="3556" h="509" extrusionOk="0">
                  <a:moveTo>
                    <a:pt x="2405" y="1"/>
                  </a:moveTo>
                  <a:cubicBezTo>
                    <a:pt x="2042" y="1"/>
                    <a:pt x="1647" y="37"/>
                    <a:pt x="1195" y="110"/>
                  </a:cubicBezTo>
                  <a:cubicBezTo>
                    <a:pt x="807" y="171"/>
                    <a:pt x="419" y="253"/>
                    <a:pt x="82" y="325"/>
                  </a:cubicBezTo>
                  <a:cubicBezTo>
                    <a:pt x="31" y="335"/>
                    <a:pt x="0" y="386"/>
                    <a:pt x="10" y="437"/>
                  </a:cubicBezTo>
                  <a:cubicBezTo>
                    <a:pt x="21" y="478"/>
                    <a:pt x="62" y="509"/>
                    <a:pt x="102" y="509"/>
                  </a:cubicBezTo>
                  <a:lnTo>
                    <a:pt x="123" y="509"/>
                  </a:lnTo>
                  <a:cubicBezTo>
                    <a:pt x="460" y="427"/>
                    <a:pt x="838" y="345"/>
                    <a:pt x="1216" y="284"/>
                  </a:cubicBezTo>
                  <a:cubicBezTo>
                    <a:pt x="1662" y="211"/>
                    <a:pt x="2050" y="174"/>
                    <a:pt x="2407" y="174"/>
                  </a:cubicBezTo>
                  <a:cubicBezTo>
                    <a:pt x="2549" y="174"/>
                    <a:pt x="2686" y="180"/>
                    <a:pt x="2820" y="192"/>
                  </a:cubicBezTo>
                  <a:cubicBezTo>
                    <a:pt x="3034" y="212"/>
                    <a:pt x="3238" y="243"/>
                    <a:pt x="3443" y="284"/>
                  </a:cubicBezTo>
                  <a:cubicBezTo>
                    <a:pt x="3451" y="288"/>
                    <a:pt x="3461" y="290"/>
                    <a:pt x="3470" y="290"/>
                  </a:cubicBezTo>
                  <a:cubicBezTo>
                    <a:pt x="3504" y="290"/>
                    <a:pt x="3537" y="263"/>
                    <a:pt x="3545" y="223"/>
                  </a:cubicBezTo>
                  <a:cubicBezTo>
                    <a:pt x="3556" y="171"/>
                    <a:pt x="3525" y="130"/>
                    <a:pt x="3484" y="110"/>
                  </a:cubicBezTo>
                  <a:cubicBezTo>
                    <a:pt x="3279" y="69"/>
                    <a:pt x="3055" y="28"/>
                    <a:pt x="2830" y="18"/>
                  </a:cubicBezTo>
                  <a:cubicBezTo>
                    <a:pt x="2692" y="7"/>
                    <a:pt x="2551" y="1"/>
                    <a:pt x="2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0" name="Google Shape;7780;p24"/>
            <p:cNvSpPr/>
            <p:nvPr/>
          </p:nvSpPr>
          <p:spPr>
            <a:xfrm>
              <a:off x="2082425" y="1866175"/>
              <a:ext cx="78675" cy="14375"/>
            </a:xfrm>
            <a:custGeom>
              <a:avLst/>
              <a:gdLst/>
              <a:ahLst/>
              <a:cxnLst/>
              <a:rect l="l" t="t" r="r" b="b"/>
              <a:pathLst>
                <a:path w="3147" h="575" extrusionOk="0">
                  <a:moveTo>
                    <a:pt x="2201" y="1"/>
                  </a:moveTo>
                  <a:cubicBezTo>
                    <a:pt x="1759" y="1"/>
                    <a:pt x="1310" y="44"/>
                    <a:pt x="879" y="146"/>
                  </a:cubicBezTo>
                  <a:cubicBezTo>
                    <a:pt x="593" y="217"/>
                    <a:pt x="317" y="298"/>
                    <a:pt x="71" y="401"/>
                  </a:cubicBezTo>
                  <a:cubicBezTo>
                    <a:pt x="21" y="421"/>
                    <a:pt x="0" y="473"/>
                    <a:pt x="21" y="523"/>
                  </a:cubicBezTo>
                  <a:cubicBezTo>
                    <a:pt x="31" y="554"/>
                    <a:pt x="62" y="575"/>
                    <a:pt x="102" y="575"/>
                  </a:cubicBezTo>
                  <a:cubicBezTo>
                    <a:pt x="112" y="575"/>
                    <a:pt x="123" y="575"/>
                    <a:pt x="133" y="564"/>
                  </a:cubicBezTo>
                  <a:cubicBezTo>
                    <a:pt x="378" y="473"/>
                    <a:pt x="634" y="391"/>
                    <a:pt x="920" y="319"/>
                  </a:cubicBezTo>
                  <a:cubicBezTo>
                    <a:pt x="1351" y="225"/>
                    <a:pt x="1791" y="175"/>
                    <a:pt x="2224" y="175"/>
                  </a:cubicBezTo>
                  <a:cubicBezTo>
                    <a:pt x="2263" y="175"/>
                    <a:pt x="2301" y="175"/>
                    <a:pt x="2339" y="176"/>
                  </a:cubicBezTo>
                  <a:cubicBezTo>
                    <a:pt x="2575" y="186"/>
                    <a:pt x="2800" y="207"/>
                    <a:pt x="3034" y="237"/>
                  </a:cubicBezTo>
                  <a:cubicBezTo>
                    <a:pt x="3041" y="239"/>
                    <a:pt x="3048" y="239"/>
                    <a:pt x="3054" y="239"/>
                  </a:cubicBezTo>
                  <a:cubicBezTo>
                    <a:pt x="3096" y="239"/>
                    <a:pt x="3128" y="210"/>
                    <a:pt x="3136" y="166"/>
                  </a:cubicBezTo>
                  <a:cubicBezTo>
                    <a:pt x="3147" y="115"/>
                    <a:pt x="3106" y="74"/>
                    <a:pt x="3065" y="64"/>
                  </a:cubicBezTo>
                  <a:cubicBezTo>
                    <a:pt x="2820" y="23"/>
                    <a:pt x="2585" y="3"/>
                    <a:pt x="2350" y="3"/>
                  </a:cubicBezTo>
                  <a:cubicBezTo>
                    <a:pt x="2300" y="1"/>
                    <a:pt x="2251" y="1"/>
                    <a:pt x="22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1" name="Google Shape;7781;p24"/>
            <p:cNvSpPr/>
            <p:nvPr/>
          </p:nvSpPr>
          <p:spPr>
            <a:xfrm>
              <a:off x="2099000" y="1905125"/>
              <a:ext cx="88675" cy="18350"/>
            </a:xfrm>
            <a:custGeom>
              <a:avLst/>
              <a:gdLst/>
              <a:ahLst/>
              <a:cxnLst/>
              <a:rect l="l" t="t" r="r" b="b"/>
              <a:pathLst>
                <a:path w="3547" h="734" extrusionOk="0">
                  <a:moveTo>
                    <a:pt x="3160" y="1"/>
                  </a:moveTo>
                  <a:cubicBezTo>
                    <a:pt x="3012" y="1"/>
                    <a:pt x="2863" y="6"/>
                    <a:pt x="2719" y="18"/>
                  </a:cubicBezTo>
                  <a:cubicBezTo>
                    <a:pt x="2055" y="48"/>
                    <a:pt x="1390" y="150"/>
                    <a:pt x="757" y="334"/>
                  </a:cubicBezTo>
                  <a:cubicBezTo>
                    <a:pt x="512" y="406"/>
                    <a:pt x="287" y="477"/>
                    <a:pt x="73" y="559"/>
                  </a:cubicBezTo>
                  <a:cubicBezTo>
                    <a:pt x="21" y="579"/>
                    <a:pt x="1" y="631"/>
                    <a:pt x="21" y="672"/>
                  </a:cubicBezTo>
                  <a:cubicBezTo>
                    <a:pt x="32" y="713"/>
                    <a:pt x="62" y="733"/>
                    <a:pt x="103" y="733"/>
                  </a:cubicBezTo>
                  <a:lnTo>
                    <a:pt x="134" y="733"/>
                  </a:lnTo>
                  <a:cubicBezTo>
                    <a:pt x="348" y="651"/>
                    <a:pt x="573" y="579"/>
                    <a:pt x="808" y="508"/>
                  </a:cubicBezTo>
                  <a:cubicBezTo>
                    <a:pt x="1431" y="334"/>
                    <a:pt x="2075" y="222"/>
                    <a:pt x="2729" y="191"/>
                  </a:cubicBezTo>
                  <a:cubicBezTo>
                    <a:pt x="2852" y="186"/>
                    <a:pt x="2972" y="184"/>
                    <a:pt x="3092" y="184"/>
                  </a:cubicBezTo>
                  <a:cubicBezTo>
                    <a:pt x="3212" y="184"/>
                    <a:pt x="3331" y="186"/>
                    <a:pt x="3454" y="191"/>
                  </a:cubicBezTo>
                  <a:cubicBezTo>
                    <a:pt x="3506" y="191"/>
                    <a:pt x="3546" y="150"/>
                    <a:pt x="3546" y="100"/>
                  </a:cubicBezTo>
                  <a:cubicBezTo>
                    <a:pt x="3546" y="48"/>
                    <a:pt x="3515" y="7"/>
                    <a:pt x="3465" y="7"/>
                  </a:cubicBezTo>
                  <a:cubicBezTo>
                    <a:pt x="3364" y="3"/>
                    <a:pt x="3262" y="1"/>
                    <a:pt x="31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782"/>
        <p:cNvGrpSpPr/>
        <p:nvPr/>
      </p:nvGrpSpPr>
      <p:grpSpPr>
        <a:xfrm>
          <a:off x="0" y="0"/>
          <a:ext cx="0" cy="0"/>
          <a:chOff x="0" y="0"/>
          <a:chExt cx="0" cy="0"/>
        </a:xfrm>
      </p:grpSpPr>
      <p:sp>
        <p:nvSpPr>
          <p:cNvPr id="7783" name="Google Shape;7783;p25"/>
          <p:cNvSpPr/>
          <p:nvPr/>
        </p:nvSpPr>
        <p:spPr>
          <a:xfrm flipH="1">
            <a:off x="-63981" y="1949817"/>
            <a:ext cx="3615283" cy="3279401"/>
          </a:xfrm>
          <a:custGeom>
            <a:avLst/>
            <a:gdLst/>
            <a:ahLst/>
            <a:cxnLst/>
            <a:rect l="l" t="t" r="r" b="b"/>
            <a:pathLst>
              <a:path w="18268" h="16571" extrusionOk="0">
                <a:moveTo>
                  <a:pt x="18267" y="0"/>
                </a:moveTo>
                <a:cubicBezTo>
                  <a:pt x="17011" y="685"/>
                  <a:pt x="15979" y="1778"/>
                  <a:pt x="15438" y="3106"/>
                </a:cubicBezTo>
                <a:cubicBezTo>
                  <a:pt x="14743" y="4812"/>
                  <a:pt x="14896" y="6733"/>
                  <a:pt x="14937" y="8572"/>
                </a:cubicBezTo>
                <a:cubicBezTo>
                  <a:pt x="14937" y="9083"/>
                  <a:pt x="14937" y="9603"/>
                  <a:pt x="14773" y="10084"/>
                </a:cubicBezTo>
                <a:cubicBezTo>
                  <a:pt x="14318" y="11360"/>
                  <a:pt x="12827" y="11974"/>
                  <a:pt x="11468" y="11974"/>
                </a:cubicBezTo>
                <a:cubicBezTo>
                  <a:pt x="11456" y="11974"/>
                  <a:pt x="11444" y="11974"/>
                  <a:pt x="11433" y="11974"/>
                </a:cubicBezTo>
                <a:cubicBezTo>
                  <a:pt x="10074" y="11974"/>
                  <a:pt x="8746" y="11524"/>
                  <a:pt x="7387" y="11412"/>
                </a:cubicBezTo>
                <a:cubicBezTo>
                  <a:pt x="7166" y="11393"/>
                  <a:pt x="6944" y="11383"/>
                  <a:pt x="6721" y="11383"/>
                </a:cubicBezTo>
                <a:cubicBezTo>
                  <a:pt x="4806" y="11383"/>
                  <a:pt x="2877" y="12088"/>
                  <a:pt x="1512" y="13424"/>
                </a:cubicBezTo>
                <a:cubicBezTo>
                  <a:pt x="849" y="14078"/>
                  <a:pt x="327" y="14875"/>
                  <a:pt x="0" y="15733"/>
                </a:cubicBezTo>
                <a:lnTo>
                  <a:pt x="0" y="16571"/>
                </a:lnTo>
                <a:lnTo>
                  <a:pt x="18267" y="16571"/>
                </a:lnTo>
                <a:lnTo>
                  <a:pt x="182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4" name="Google Shape;7784;p25"/>
          <p:cNvSpPr/>
          <p:nvPr/>
        </p:nvSpPr>
        <p:spPr>
          <a:xfrm>
            <a:off x="-63975" y="-57150"/>
            <a:ext cx="1699735" cy="2112278"/>
          </a:xfrm>
          <a:custGeom>
            <a:avLst/>
            <a:gdLst/>
            <a:ahLst/>
            <a:cxnLst/>
            <a:rect l="l" t="t" r="r" b="b"/>
            <a:pathLst>
              <a:path w="12384" h="15390" extrusionOk="0">
                <a:moveTo>
                  <a:pt x="1" y="0"/>
                </a:moveTo>
                <a:lnTo>
                  <a:pt x="1" y="9307"/>
                </a:lnTo>
                <a:cubicBezTo>
                  <a:pt x="471" y="9440"/>
                  <a:pt x="869" y="9593"/>
                  <a:pt x="951" y="9634"/>
                </a:cubicBezTo>
                <a:cubicBezTo>
                  <a:pt x="3195" y="10921"/>
                  <a:pt x="5082" y="15390"/>
                  <a:pt x="7943" y="15390"/>
                </a:cubicBezTo>
                <a:cubicBezTo>
                  <a:pt x="8533" y="15390"/>
                  <a:pt x="9165" y="15200"/>
                  <a:pt x="9849" y="14753"/>
                </a:cubicBezTo>
                <a:cubicBezTo>
                  <a:pt x="12036" y="13322"/>
                  <a:pt x="12383" y="9787"/>
                  <a:pt x="11484" y="7540"/>
                </a:cubicBezTo>
                <a:cubicBezTo>
                  <a:pt x="10615" y="5394"/>
                  <a:pt x="8388" y="3351"/>
                  <a:pt x="8848" y="858"/>
                </a:cubicBezTo>
                <a:cubicBezTo>
                  <a:pt x="8910" y="562"/>
                  <a:pt x="8991" y="276"/>
                  <a:pt x="9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85" name="Google Shape;7785;p25"/>
          <p:cNvGrpSpPr/>
          <p:nvPr/>
        </p:nvGrpSpPr>
        <p:grpSpPr>
          <a:xfrm rot="-5400000" flipH="1">
            <a:off x="3547013" y="-65786"/>
            <a:ext cx="81758" cy="608663"/>
            <a:chOff x="-1154155" y="1061718"/>
            <a:chExt cx="36015" cy="268015"/>
          </a:xfrm>
        </p:grpSpPr>
        <p:sp>
          <p:nvSpPr>
            <p:cNvPr id="7786" name="Google Shape;7786;p25"/>
            <p:cNvSpPr/>
            <p:nvPr/>
          </p:nvSpPr>
          <p:spPr>
            <a:xfrm>
              <a:off x="-1154155" y="1061718"/>
              <a:ext cx="36015" cy="34445"/>
            </a:xfrm>
            <a:custGeom>
              <a:avLst/>
              <a:gdLst/>
              <a:ahLst/>
              <a:cxnLst/>
              <a:rect l="l" t="t" r="r" b="b"/>
              <a:pathLst>
                <a:path w="482" h="461" extrusionOk="0">
                  <a:moveTo>
                    <a:pt x="195" y="0"/>
                  </a:moveTo>
                  <a:cubicBezTo>
                    <a:pt x="175" y="0"/>
                    <a:pt x="164" y="11"/>
                    <a:pt x="144" y="11"/>
                  </a:cubicBezTo>
                  <a:cubicBezTo>
                    <a:pt x="134" y="21"/>
                    <a:pt x="123" y="31"/>
                    <a:pt x="103" y="31"/>
                  </a:cubicBezTo>
                  <a:lnTo>
                    <a:pt x="73" y="62"/>
                  </a:lnTo>
                  <a:cubicBezTo>
                    <a:pt x="62" y="72"/>
                    <a:pt x="52" y="82"/>
                    <a:pt x="42" y="103"/>
                  </a:cubicBezTo>
                  <a:cubicBezTo>
                    <a:pt x="32" y="113"/>
                    <a:pt x="32" y="123"/>
                    <a:pt x="21" y="143"/>
                  </a:cubicBezTo>
                  <a:cubicBezTo>
                    <a:pt x="21" y="154"/>
                    <a:pt x="11" y="164"/>
                    <a:pt x="11" y="184"/>
                  </a:cubicBezTo>
                  <a:cubicBezTo>
                    <a:pt x="1" y="195"/>
                    <a:pt x="1" y="215"/>
                    <a:pt x="1" y="225"/>
                  </a:cubicBezTo>
                  <a:cubicBezTo>
                    <a:pt x="1" y="286"/>
                    <a:pt x="32" y="348"/>
                    <a:pt x="73" y="389"/>
                  </a:cubicBezTo>
                  <a:cubicBezTo>
                    <a:pt x="114" y="440"/>
                    <a:pt x="175" y="461"/>
                    <a:pt x="236" y="461"/>
                  </a:cubicBezTo>
                  <a:cubicBezTo>
                    <a:pt x="297" y="461"/>
                    <a:pt x="359" y="440"/>
                    <a:pt x="400" y="389"/>
                  </a:cubicBezTo>
                  <a:lnTo>
                    <a:pt x="430" y="358"/>
                  </a:lnTo>
                  <a:cubicBezTo>
                    <a:pt x="440" y="348"/>
                    <a:pt x="440" y="327"/>
                    <a:pt x="450" y="318"/>
                  </a:cubicBezTo>
                  <a:cubicBezTo>
                    <a:pt x="461" y="307"/>
                    <a:pt x="461" y="286"/>
                    <a:pt x="461" y="277"/>
                  </a:cubicBezTo>
                  <a:cubicBezTo>
                    <a:pt x="481" y="195"/>
                    <a:pt x="450" y="123"/>
                    <a:pt x="400" y="62"/>
                  </a:cubicBezTo>
                  <a:cubicBezTo>
                    <a:pt x="359" y="21"/>
                    <a:pt x="297" y="0"/>
                    <a:pt x="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7" name="Google Shape;7787;p25"/>
            <p:cNvSpPr/>
            <p:nvPr/>
          </p:nvSpPr>
          <p:spPr>
            <a:xfrm>
              <a:off x="-1154155" y="1139575"/>
              <a:ext cx="35193" cy="112300"/>
            </a:xfrm>
            <a:custGeom>
              <a:avLst/>
              <a:gdLst/>
              <a:ahLst/>
              <a:cxnLst/>
              <a:rect l="l" t="t" r="r" b="b"/>
              <a:pathLst>
                <a:path w="471" h="1503" extrusionOk="0">
                  <a:moveTo>
                    <a:pt x="236" y="1"/>
                  </a:moveTo>
                  <a:cubicBezTo>
                    <a:pt x="114" y="1"/>
                    <a:pt x="1" y="103"/>
                    <a:pt x="1" y="225"/>
                  </a:cubicBezTo>
                  <a:cubicBezTo>
                    <a:pt x="1" y="358"/>
                    <a:pt x="114" y="461"/>
                    <a:pt x="236" y="461"/>
                  </a:cubicBezTo>
                  <a:cubicBezTo>
                    <a:pt x="369" y="461"/>
                    <a:pt x="471" y="358"/>
                    <a:pt x="471" y="225"/>
                  </a:cubicBezTo>
                  <a:cubicBezTo>
                    <a:pt x="471" y="103"/>
                    <a:pt x="369" y="1"/>
                    <a:pt x="236" y="1"/>
                  </a:cubicBezTo>
                  <a:close/>
                  <a:moveTo>
                    <a:pt x="236" y="1043"/>
                  </a:moveTo>
                  <a:cubicBezTo>
                    <a:pt x="114" y="1043"/>
                    <a:pt x="1" y="1145"/>
                    <a:pt x="1" y="1267"/>
                  </a:cubicBezTo>
                  <a:cubicBezTo>
                    <a:pt x="1" y="1401"/>
                    <a:pt x="114" y="1503"/>
                    <a:pt x="236" y="1503"/>
                  </a:cubicBezTo>
                  <a:cubicBezTo>
                    <a:pt x="369" y="1503"/>
                    <a:pt x="471" y="1401"/>
                    <a:pt x="471" y="1267"/>
                  </a:cubicBezTo>
                  <a:cubicBezTo>
                    <a:pt x="471" y="1145"/>
                    <a:pt x="369" y="1043"/>
                    <a:pt x="236" y="104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8" name="Google Shape;7788;p25"/>
            <p:cNvSpPr/>
            <p:nvPr/>
          </p:nvSpPr>
          <p:spPr>
            <a:xfrm>
              <a:off x="-1154155" y="1295289"/>
              <a:ext cx="36015" cy="34445"/>
            </a:xfrm>
            <a:custGeom>
              <a:avLst/>
              <a:gdLst/>
              <a:ahLst/>
              <a:cxnLst/>
              <a:rect l="l" t="t" r="r" b="b"/>
              <a:pathLst>
                <a:path w="482" h="461" extrusionOk="0">
                  <a:moveTo>
                    <a:pt x="236" y="1"/>
                  </a:moveTo>
                  <a:cubicBezTo>
                    <a:pt x="175" y="1"/>
                    <a:pt x="114" y="21"/>
                    <a:pt x="73" y="62"/>
                  </a:cubicBezTo>
                  <a:cubicBezTo>
                    <a:pt x="32" y="113"/>
                    <a:pt x="1" y="175"/>
                    <a:pt x="1" y="225"/>
                  </a:cubicBezTo>
                  <a:cubicBezTo>
                    <a:pt x="1" y="246"/>
                    <a:pt x="1" y="256"/>
                    <a:pt x="11" y="277"/>
                  </a:cubicBezTo>
                  <a:cubicBezTo>
                    <a:pt x="11" y="287"/>
                    <a:pt x="21" y="307"/>
                    <a:pt x="21" y="318"/>
                  </a:cubicBezTo>
                  <a:cubicBezTo>
                    <a:pt x="32" y="328"/>
                    <a:pt x="32" y="348"/>
                    <a:pt x="42" y="359"/>
                  </a:cubicBezTo>
                  <a:lnTo>
                    <a:pt x="73" y="389"/>
                  </a:lnTo>
                  <a:cubicBezTo>
                    <a:pt x="114" y="440"/>
                    <a:pt x="175" y="461"/>
                    <a:pt x="236" y="461"/>
                  </a:cubicBezTo>
                  <a:lnTo>
                    <a:pt x="277" y="461"/>
                  </a:lnTo>
                  <a:cubicBezTo>
                    <a:pt x="297" y="450"/>
                    <a:pt x="307" y="450"/>
                    <a:pt x="328" y="440"/>
                  </a:cubicBezTo>
                  <a:cubicBezTo>
                    <a:pt x="338" y="440"/>
                    <a:pt x="348" y="430"/>
                    <a:pt x="369" y="420"/>
                  </a:cubicBezTo>
                  <a:lnTo>
                    <a:pt x="400" y="389"/>
                  </a:lnTo>
                  <a:lnTo>
                    <a:pt x="430" y="359"/>
                  </a:lnTo>
                  <a:cubicBezTo>
                    <a:pt x="440" y="348"/>
                    <a:pt x="440" y="328"/>
                    <a:pt x="450" y="318"/>
                  </a:cubicBezTo>
                  <a:cubicBezTo>
                    <a:pt x="461" y="307"/>
                    <a:pt x="461" y="287"/>
                    <a:pt x="461" y="277"/>
                  </a:cubicBezTo>
                  <a:cubicBezTo>
                    <a:pt x="481" y="195"/>
                    <a:pt x="450" y="123"/>
                    <a:pt x="400" y="62"/>
                  </a:cubicBezTo>
                  <a:cubicBezTo>
                    <a:pt x="389" y="52"/>
                    <a:pt x="379" y="41"/>
                    <a:pt x="369" y="41"/>
                  </a:cubicBezTo>
                  <a:cubicBezTo>
                    <a:pt x="348" y="32"/>
                    <a:pt x="338" y="21"/>
                    <a:pt x="328" y="11"/>
                  </a:cubicBezTo>
                  <a:cubicBezTo>
                    <a:pt x="307" y="11"/>
                    <a:pt x="297" y="1"/>
                    <a:pt x="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89" name="Google Shape;7789;p25"/>
          <p:cNvSpPr/>
          <p:nvPr/>
        </p:nvSpPr>
        <p:spPr>
          <a:xfrm rot="10800000" flipH="1">
            <a:off x="535545" y="4480482"/>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0" name="Google Shape;7790;p25"/>
          <p:cNvSpPr/>
          <p:nvPr/>
        </p:nvSpPr>
        <p:spPr>
          <a:xfrm rot="10800000" flipH="1">
            <a:off x="1587202" y="4604006"/>
            <a:ext cx="1281912" cy="1162406"/>
          </a:xfrm>
          <a:custGeom>
            <a:avLst/>
            <a:gdLst/>
            <a:ahLst/>
            <a:cxnLst/>
            <a:rect l="l" t="t" r="r" b="b"/>
            <a:pathLst>
              <a:path w="10452" h="9478" extrusionOk="0">
                <a:moveTo>
                  <a:pt x="5225" y="0"/>
                </a:moveTo>
                <a:cubicBezTo>
                  <a:pt x="4038" y="0"/>
                  <a:pt x="2851" y="443"/>
                  <a:pt x="1932" y="1332"/>
                </a:cubicBezTo>
                <a:cubicBezTo>
                  <a:pt x="52" y="3150"/>
                  <a:pt x="0" y="6154"/>
                  <a:pt x="1819" y="8034"/>
                </a:cubicBezTo>
                <a:cubicBezTo>
                  <a:pt x="2748" y="8994"/>
                  <a:pt x="3985" y="9477"/>
                  <a:pt x="5224" y="9477"/>
                </a:cubicBezTo>
                <a:cubicBezTo>
                  <a:pt x="6409" y="9477"/>
                  <a:pt x="7597" y="9035"/>
                  <a:pt x="8521" y="8146"/>
                </a:cubicBezTo>
                <a:cubicBezTo>
                  <a:pt x="10400" y="6328"/>
                  <a:pt x="10452" y="3324"/>
                  <a:pt x="8633" y="1444"/>
                </a:cubicBezTo>
                <a:cubicBezTo>
                  <a:pt x="7704" y="484"/>
                  <a:pt x="6465" y="0"/>
                  <a:pt x="52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1" name="Google Shape;7791;p25"/>
          <p:cNvSpPr/>
          <p:nvPr/>
        </p:nvSpPr>
        <p:spPr>
          <a:xfrm flipH="1">
            <a:off x="3892213" y="4772650"/>
            <a:ext cx="256098" cy="247023"/>
          </a:xfrm>
          <a:custGeom>
            <a:avLst/>
            <a:gdLst/>
            <a:ahLst/>
            <a:cxnLst/>
            <a:rect l="l" t="t" r="r" b="b"/>
            <a:pathLst>
              <a:path w="1921" h="1853" extrusionOk="0">
                <a:moveTo>
                  <a:pt x="382" y="1"/>
                </a:moveTo>
                <a:cubicBezTo>
                  <a:pt x="294" y="1"/>
                  <a:pt x="205" y="36"/>
                  <a:pt x="133" y="108"/>
                </a:cubicBezTo>
                <a:cubicBezTo>
                  <a:pt x="0" y="240"/>
                  <a:pt x="0" y="455"/>
                  <a:pt x="133" y="598"/>
                </a:cubicBezTo>
                <a:lnTo>
                  <a:pt x="470" y="925"/>
                </a:lnTo>
                <a:lnTo>
                  <a:pt x="133" y="1262"/>
                </a:lnTo>
                <a:cubicBezTo>
                  <a:pt x="0" y="1395"/>
                  <a:pt x="0" y="1620"/>
                  <a:pt x="133" y="1752"/>
                </a:cubicBezTo>
                <a:cubicBezTo>
                  <a:pt x="205" y="1819"/>
                  <a:pt x="294" y="1852"/>
                  <a:pt x="382" y="1852"/>
                </a:cubicBezTo>
                <a:cubicBezTo>
                  <a:pt x="470" y="1852"/>
                  <a:pt x="557" y="1819"/>
                  <a:pt x="624" y="1752"/>
                </a:cubicBezTo>
                <a:lnTo>
                  <a:pt x="960" y="1416"/>
                </a:lnTo>
                <a:lnTo>
                  <a:pt x="1287" y="1752"/>
                </a:lnTo>
                <a:cubicBezTo>
                  <a:pt x="1359" y="1819"/>
                  <a:pt x="1448" y="1852"/>
                  <a:pt x="1537" y="1852"/>
                </a:cubicBezTo>
                <a:cubicBezTo>
                  <a:pt x="1625" y="1852"/>
                  <a:pt x="1712" y="1819"/>
                  <a:pt x="1778" y="1752"/>
                </a:cubicBezTo>
                <a:cubicBezTo>
                  <a:pt x="1921" y="1620"/>
                  <a:pt x="1921" y="1395"/>
                  <a:pt x="1778" y="1262"/>
                </a:cubicBezTo>
                <a:lnTo>
                  <a:pt x="1451" y="925"/>
                </a:lnTo>
                <a:lnTo>
                  <a:pt x="1778" y="598"/>
                </a:lnTo>
                <a:cubicBezTo>
                  <a:pt x="1921" y="455"/>
                  <a:pt x="1921" y="240"/>
                  <a:pt x="1778" y="108"/>
                </a:cubicBezTo>
                <a:cubicBezTo>
                  <a:pt x="1712" y="36"/>
                  <a:pt x="1625" y="1"/>
                  <a:pt x="1537" y="1"/>
                </a:cubicBezTo>
                <a:cubicBezTo>
                  <a:pt x="1448" y="1"/>
                  <a:pt x="1359" y="36"/>
                  <a:pt x="1287" y="108"/>
                </a:cubicBezTo>
                <a:lnTo>
                  <a:pt x="960" y="435"/>
                </a:lnTo>
                <a:lnTo>
                  <a:pt x="624" y="108"/>
                </a:lnTo>
                <a:cubicBezTo>
                  <a:pt x="557" y="36"/>
                  <a:pt x="470" y="1"/>
                  <a:pt x="3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2" name="Google Shape;7792;p25"/>
          <p:cNvSpPr/>
          <p:nvPr/>
        </p:nvSpPr>
        <p:spPr>
          <a:xfrm flipH="1">
            <a:off x="-994539" y="1139555"/>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3" name="Google Shape;7793;p25"/>
          <p:cNvGrpSpPr/>
          <p:nvPr/>
        </p:nvGrpSpPr>
        <p:grpSpPr>
          <a:xfrm flipH="1">
            <a:off x="1429142" y="-1031273"/>
            <a:ext cx="1517538" cy="1495345"/>
            <a:chOff x="-1517525" y="-541175"/>
            <a:chExt cx="1096725" cy="1080686"/>
          </a:xfrm>
        </p:grpSpPr>
        <p:sp>
          <p:nvSpPr>
            <p:cNvPr id="7794" name="Google Shape;7794;p25"/>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5" name="Google Shape;7795;p25"/>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6" name="Google Shape;7796;p25"/>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7" name="Google Shape;7797;p25"/>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8" name="Google Shape;7798;p25"/>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9" name="Google Shape;7799;p25"/>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0" name="Google Shape;7800;p25"/>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1" name="Google Shape;7801;p25"/>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2" name="Google Shape;7802;p25"/>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3" name="Google Shape;7803;p25"/>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4" name="Google Shape;7804;p25"/>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5" name="Google Shape;7805;p25"/>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6" name="Google Shape;7806;p25"/>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7" name="Google Shape;7807;p25"/>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8" name="Google Shape;7808;p25"/>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9" name="Google Shape;7809;p25"/>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0" name="Google Shape;7810;p25"/>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1" name="Google Shape;7811;p25"/>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2" name="Google Shape;7812;p25"/>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3" name="Google Shape;7813;p25"/>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4" name="Google Shape;7814;p25"/>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5" name="Google Shape;7815;p25"/>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6" name="Google Shape;7816;p25"/>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7" name="Google Shape;7817;p25"/>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8" name="Google Shape;7818;p25"/>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9" name="Google Shape;7819;p25"/>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0" name="Google Shape;7820;p25"/>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1" name="Google Shape;7821;p25"/>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2" name="Google Shape;7822;p25"/>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3" name="Google Shape;7823;p25"/>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4" name="Google Shape;7824;p25"/>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5" name="Google Shape;7825;p25"/>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6" name="Google Shape;7826;p25"/>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7" name="Google Shape;7827;p25"/>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8" name="Google Shape;7828;p25"/>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9" name="Google Shape;7829;p25"/>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0" name="Google Shape;7830;p25"/>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1" name="Google Shape;7831;p25"/>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2" name="Google Shape;7832;p25"/>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3" name="Google Shape;7833;p25"/>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4" name="Google Shape;7834;p25"/>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5" name="Google Shape;7835;p25"/>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6" name="Google Shape;7836;p25"/>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7" name="Google Shape;7837;p25"/>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8" name="Google Shape;7838;p25"/>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9" name="Google Shape;7839;p25"/>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0" name="Google Shape;7840;p25"/>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1" name="Google Shape;7841;p25"/>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2" name="Google Shape;7842;p25"/>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3" name="Google Shape;7843;p25"/>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4" name="Google Shape;7844;p25"/>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5" name="Google Shape;7845;p25"/>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6" name="Google Shape;7846;p25"/>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7" name="Google Shape;7847;p25"/>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8" name="Google Shape;7848;p25"/>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9" name="Google Shape;7849;p25"/>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0" name="Google Shape;7850;p25"/>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1" name="Google Shape;7851;p25"/>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2" name="Google Shape;7852;p25"/>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3" name="Google Shape;7853;p25"/>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4" name="Google Shape;7854;p25"/>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5" name="Google Shape;7855;p25"/>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6" name="Google Shape;7856;p25"/>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7" name="Google Shape;7857;p25"/>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8" name="Google Shape;7858;p25"/>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9" name="Google Shape;7859;p25"/>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0" name="Google Shape;7860;p25"/>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1" name="Google Shape;7861;p25"/>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2" name="Google Shape;7862;p25"/>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3" name="Google Shape;7863;p25"/>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4" name="Google Shape;7864;p25"/>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5" name="Google Shape;7865;p25"/>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6" name="Google Shape;7866;p25"/>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7" name="Google Shape;7867;p25"/>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8" name="Google Shape;7868;p25"/>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9" name="Google Shape;7869;p25"/>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0" name="Google Shape;7870;p25"/>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1" name="Google Shape;7871;p25"/>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2" name="Google Shape;7872;p25"/>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3" name="Google Shape;7873;p25"/>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4" name="Google Shape;7874;p25"/>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5" name="Google Shape;7875;p25"/>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6" name="Google Shape;7876;p25"/>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7" name="Google Shape;7877;p25"/>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8" name="Google Shape;7878;p25"/>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9" name="Google Shape;7879;p25"/>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0" name="Google Shape;7880;p25"/>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1" name="Google Shape;7881;p25"/>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2" name="Google Shape;7882;p25"/>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3" name="Google Shape;7883;p25"/>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4" name="Google Shape;7884;p25"/>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5" name="Google Shape;7885;p25"/>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6" name="Google Shape;7886;p25"/>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7" name="Google Shape;7887;p25"/>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8" name="Google Shape;7888;p25"/>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9" name="Google Shape;7889;p25"/>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0" name="Google Shape;7890;p25"/>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1" name="Google Shape;7891;p25"/>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2" name="Google Shape;7892;p25"/>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3" name="Google Shape;7893;p25"/>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4" name="Google Shape;7894;p25"/>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5" name="Google Shape;7895;p25"/>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6" name="Google Shape;7896;p25"/>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7" name="Google Shape;7897;p25"/>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8" name="Google Shape;7898;p25"/>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9" name="Google Shape;7899;p25"/>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0" name="Google Shape;7900;p25"/>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1" name="Google Shape;7901;p25"/>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2" name="Google Shape;7902;p25"/>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3" name="Google Shape;7903;p25"/>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4" name="Google Shape;7904;p25"/>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5" name="Google Shape;7905;p25"/>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6" name="Google Shape;7906;p25"/>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7" name="Google Shape;7907;p25"/>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8" name="Google Shape;7908;p25"/>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9" name="Google Shape;7909;p25"/>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0" name="Google Shape;7910;p25"/>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1" name="Google Shape;7911;p25"/>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2" name="Google Shape;7912;p25"/>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3" name="Google Shape;7913;p25"/>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4" name="Google Shape;7914;p25"/>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5" name="Google Shape;7915;p25"/>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6" name="Google Shape;7916;p25"/>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7" name="Google Shape;7917;p25"/>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8" name="Google Shape;7918;p25"/>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9" name="Google Shape;7919;p25"/>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0" name="Google Shape;7920;p25"/>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1" name="Google Shape;7921;p25"/>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2" name="Google Shape;7922;p25"/>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3" name="Google Shape;7923;p25"/>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4" name="Google Shape;7924;p25"/>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5" name="Google Shape;7925;p25"/>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6" name="Google Shape;7926;p25"/>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7" name="Google Shape;7927;p25"/>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8" name="Google Shape;7928;p25"/>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9" name="Google Shape;7929;p25"/>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0" name="Google Shape;7930;p25"/>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1" name="Google Shape;7931;p25"/>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2" name="Google Shape;7932;p25"/>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3" name="Google Shape;7933;p25"/>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4" name="Google Shape;7934;p25"/>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5" name="Google Shape;7935;p25"/>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6" name="Google Shape;7936;p25"/>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7" name="Google Shape;7937;p25"/>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8" name="Google Shape;7938;p25"/>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9" name="Google Shape;7939;p25"/>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0" name="Google Shape;7940;p25"/>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1" name="Google Shape;7941;p25"/>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2" name="Google Shape;7942;p25"/>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3" name="Google Shape;7943;p25"/>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4" name="Google Shape;7944;p25"/>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5" name="Google Shape;7945;p25"/>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6" name="Google Shape;7946;p25"/>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7" name="Google Shape;7947;p25"/>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8" name="Google Shape;7948;p25"/>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9" name="Google Shape;7949;p25"/>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0" name="Google Shape;7950;p25"/>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1" name="Google Shape;7951;p25"/>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2" name="Google Shape;7952;p25"/>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3" name="Google Shape;7953;p25"/>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4" name="Google Shape;7954;p25"/>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5" name="Google Shape;7955;p25"/>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6" name="Google Shape;7956;p25"/>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7" name="Google Shape;7957;p25"/>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8" name="Google Shape;7958;p25"/>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9" name="Google Shape;7959;p25"/>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0" name="Google Shape;7960;p25"/>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1" name="Google Shape;7961;p25"/>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2" name="Google Shape;7962;p25"/>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3" name="Google Shape;7963;p25"/>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4" name="Google Shape;7964;p25"/>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5" name="Google Shape;7965;p25"/>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6" name="Google Shape;7966;p25"/>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7" name="Google Shape;7967;p25"/>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8" name="Google Shape;7968;p25"/>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9" name="Google Shape;7969;p25"/>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0" name="Google Shape;7970;p25"/>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1" name="Google Shape;7971;p25"/>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2" name="Google Shape;7972;p25"/>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3" name="Google Shape;7973;p25"/>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4" name="Google Shape;7974;p25"/>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5" name="Google Shape;7975;p25"/>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6" name="Google Shape;7976;p25"/>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7" name="Google Shape;7977;p25"/>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8" name="Google Shape;7978;p25"/>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9" name="Google Shape;7979;p25"/>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0" name="Google Shape;7980;p25"/>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1" name="Google Shape;7981;p25"/>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2" name="Google Shape;7982;p25"/>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3" name="Google Shape;7983;p25"/>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4" name="Google Shape;7984;p25"/>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5" name="Google Shape;7985;p25"/>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6" name="Google Shape;7986;p25"/>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7" name="Google Shape;7987;p25"/>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8" name="Google Shape;7988;p25"/>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9" name="Google Shape;7989;p25"/>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0" name="Google Shape;7990;p25"/>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1" name="Google Shape;7991;p25"/>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2" name="Google Shape;7992;p25"/>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3" name="Google Shape;7993;p25"/>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4" name="Google Shape;7994;p25"/>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5" name="Google Shape;7995;p25"/>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6" name="Google Shape;7996;p25"/>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7" name="Google Shape;7997;p25"/>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8" name="Google Shape;7998;p25"/>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9" name="Google Shape;7999;p25"/>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0" name="Google Shape;8000;p25"/>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1" name="Google Shape;8001;p25"/>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2" name="Google Shape;8002;p25"/>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3" name="Google Shape;8003;p25"/>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4" name="Google Shape;8004;p25"/>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5" name="Google Shape;8005;p25"/>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6" name="Google Shape;8006;p25"/>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7" name="Google Shape;8007;p25"/>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8" name="Google Shape;8008;p25"/>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9" name="Google Shape;8009;p25"/>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0" name="Google Shape;8010;p25"/>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1" name="Google Shape;8011;p25"/>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2" name="Google Shape;8012;p25"/>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3" name="Google Shape;8013;p25"/>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4" name="Google Shape;8014;p25"/>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5" name="Google Shape;8015;p25"/>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6" name="Google Shape;8016;p25"/>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7" name="Google Shape;8017;p25"/>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8" name="Google Shape;8018;p25"/>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9" name="Google Shape;8019;p25"/>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0" name="Google Shape;8020;p25"/>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1" name="Google Shape;8021;p25"/>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2" name="Google Shape;8022;p25"/>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3" name="Google Shape;8023;p25"/>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4" name="Google Shape;8024;p25"/>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5" name="Google Shape;8025;p25"/>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6" name="Google Shape;8026;p25"/>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7" name="Google Shape;8027;p25"/>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8" name="Google Shape;8028;p25"/>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9" name="Google Shape;8029;p25"/>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0" name="Google Shape;8030;p25"/>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1" name="Google Shape;8031;p25"/>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2" name="Google Shape;8032;p25"/>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3" name="Google Shape;8033;p25"/>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4" name="Google Shape;8034;p25"/>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5" name="Google Shape;8035;p25"/>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6" name="Google Shape;8036;p25"/>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7" name="Google Shape;8037;p25"/>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8" name="Google Shape;8038;p25"/>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9" name="Google Shape;8039;p25"/>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0" name="Google Shape;8040;p25"/>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1" name="Google Shape;8041;p25"/>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2" name="Google Shape;8042;p25"/>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3" name="Google Shape;8043;p25"/>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4" name="Google Shape;8044;p25"/>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5" name="Google Shape;8045;p25"/>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6" name="Google Shape;8046;p25"/>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7" name="Google Shape;8047;p25"/>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8" name="Google Shape;8048;p25"/>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9" name="Google Shape;8049;p25"/>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0" name="Google Shape;8050;p25"/>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1" name="Google Shape;8051;p25"/>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2" name="Google Shape;8052;p25"/>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3" name="Google Shape;8053;p25"/>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4" name="Google Shape;8054;p25"/>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5" name="Google Shape;8055;p25"/>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6" name="Google Shape;8056;p25"/>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7" name="Google Shape;8057;p25"/>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8" name="Google Shape;8058;p25"/>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9" name="Google Shape;8059;p25"/>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0" name="Google Shape;8060;p25"/>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1" name="Google Shape;8061;p25"/>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2" name="Google Shape;8062;p25"/>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3" name="Google Shape;8063;p25"/>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4" name="Google Shape;8064;p25"/>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5" name="Google Shape;8065;p25"/>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6" name="Google Shape;8066;p25"/>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7" name="Google Shape;8067;p25"/>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8" name="Google Shape;8068;p25"/>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9" name="Google Shape;8069;p25"/>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0" name="Google Shape;8070;p25"/>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1" name="Google Shape;8071;p25"/>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2" name="Google Shape;8072;p25"/>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3" name="Google Shape;8073;p25"/>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4" name="Google Shape;8074;p25"/>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5" name="Google Shape;8075;p25"/>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6" name="Google Shape;8076;p25"/>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7" name="Google Shape;8077;p25"/>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8" name="Google Shape;8078;p25"/>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9" name="Google Shape;8079;p25"/>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0" name="Google Shape;8080;p25"/>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1" name="Google Shape;8081;p25"/>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2" name="Google Shape;8082;p25"/>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3" name="Google Shape;8083;p25"/>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4" name="Google Shape;8084;p25"/>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5" name="Google Shape;8085;p25"/>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6" name="Google Shape;8086;p25"/>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7" name="Google Shape;8087;p25"/>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8" name="Google Shape;8088;p25"/>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9" name="Google Shape;8089;p25"/>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0" name="Google Shape;8090;p25"/>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1" name="Google Shape;8091;p25"/>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2" name="Google Shape;8092;p25"/>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3" name="Google Shape;8093;p25"/>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4" name="Google Shape;8094;p25"/>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5" name="Google Shape;8095;p25"/>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6" name="Google Shape;8096;p25"/>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7" name="Google Shape;8097;p25"/>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8" name="Google Shape;8098;p25"/>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9" name="Google Shape;8099;p25"/>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0" name="Google Shape;8100;p25"/>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1" name="Google Shape;8101;p25"/>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2" name="Google Shape;8102;p25"/>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3" name="Google Shape;8103;p25"/>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4" name="Google Shape;8104;p25"/>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5" name="Google Shape;8105;p25"/>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6" name="Google Shape;8106;p25"/>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7" name="Google Shape;8107;p25"/>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8" name="Google Shape;8108;p25"/>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9" name="Google Shape;8109;p25"/>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0" name="Google Shape;8110;p25"/>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1" name="Google Shape;8111;p25"/>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2" name="Google Shape;8112;p25"/>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3" name="Google Shape;8113;p25"/>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4" name="Google Shape;8114;p25"/>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5" name="Google Shape;8115;p25"/>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6" name="Google Shape;8116;p25"/>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7" name="Google Shape;8117;p25"/>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8" name="Google Shape;8118;p25"/>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9" name="Google Shape;8119;p25"/>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0" name="Google Shape;8120;p25"/>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1" name="Google Shape;8121;p25"/>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2" name="Google Shape;8122;p25"/>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3" name="Google Shape;8123;p25"/>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4" name="Google Shape;8124;p25"/>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5" name="Google Shape;8125;p25"/>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6" name="Google Shape;8126;p25"/>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7" name="Google Shape;8127;p25"/>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8" name="Google Shape;8128;p25"/>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9" name="Google Shape;8129;p25"/>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30" name="Google Shape;8130;p25"/>
          <p:cNvGrpSpPr/>
          <p:nvPr/>
        </p:nvGrpSpPr>
        <p:grpSpPr>
          <a:xfrm rot="5844232">
            <a:off x="-185020" y="-254413"/>
            <a:ext cx="1461716" cy="1185582"/>
            <a:chOff x="2065850" y="1921413"/>
            <a:chExt cx="489375" cy="396925"/>
          </a:xfrm>
        </p:grpSpPr>
        <p:sp>
          <p:nvSpPr>
            <p:cNvPr id="8131" name="Google Shape;8131;p25"/>
            <p:cNvSpPr/>
            <p:nvPr/>
          </p:nvSpPr>
          <p:spPr>
            <a:xfrm>
              <a:off x="2065850" y="1921413"/>
              <a:ext cx="276100" cy="234000"/>
            </a:xfrm>
            <a:custGeom>
              <a:avLst/>
              <a:gdLst/>
              <a:ahLst/>
              <a:cxnLst/>
              <a:rect l="l" t="t" r="r" b="b"/>
              <a:pathLst>
                <a:path w="11044" h="9360" extrusionOk="0">
                  <a:moveTo>
                    <a:pt x="3529" y="836"/>
                  </a:moveTo>
                  <a:cubicBezTo>
                    <a:pt x="3689" y="836"/>
                    <a:pt x="3842" y="853"/>
                    <a:pt x="3974" y="874"/>
                  </a:cubicBezTo>
                  <a:cubicBezTo>
                    <a:pt x="5333" y="1089"/>
                    <a:pt x="6539" y="2182"/>
                    <a:pt x="6927" y="3510"/>
                  </a:cubicBezTo>
                  <a:cubicBezTo>
                    <a:pt x="6426" y="3244"/>
                    <a:pt x="5926" y="2979"/>
                    <a:pt x="5435" y="2733"/>
                  </a:cubicBezTo>
                  <a:cubicBezTo>
                    <a:pt x="5057" y="2540"/>
                    <a:pt x="4618" y="2325"/>
                    <a:pt x="4158" y="2192"/>
                  </a:cubicBezTo>
                  <a:cubicBezTo>
                    <a:pt x="3783" y="2079"/>
                    <a:pt x="3409" y="2022"/>
                    <a:pt x="3046" y="2022"/>
                  </a:cubicBezTo>
                  <a:cubicBezTo>
                    <a:pt x="2757" y="2022"/>
                    <a:pt x="2475" y="2058"/>
                    <a:pt x="2207" y="2131"/>
                  </a:cubicBezTo>
                  <a:cubicBezTo>
                    <a:pt x="2166" y="2141"/>
                    <a:pt x="2135" y="2152"/>
                    <a:pt x="2094" y="2161"/>
                  </a:cubicBezTo>
                  <a:cubicBezTo>
                    <a:pt x="2135" y="1702"/>
                    <a:pt x="2330" y="1303"/>
                    <a:pt x="2646" y="1078"/>
                  </a:cubicBezTo>
                  <a:cubicBezTo>
                    <a:pt x="2911" y="893"/>
                    <a:pt x="3233" y="836"/>
                    <a:pt x="3529" y="836"/>
                  </a:cubicBezTo>
                  <a:close/>
                  <a:moveTo>
                    <a:pt x="3711" y="232"/>
                  </a:moveTo>
                  <a:cubicBezTo>
                    <a:pt x="3980" y="232"/>
                    <a:pt x="4269" y="265"/>
                    <a:pt x="4577" y="333"/>
                  </a:cubicBezTo>
                  <a:cubicBezTo>
                    <a:pt x="5721" y="599"/>
                    <a:pt x="6753" y="1262"/>
                    <a:pt x="7417" y="2161"/>
                  </a:cubicBezTo>
                  <a:cubicBezTo>
                    <a:pt x="7867" y="2765"/>
                    <a:pt x="8153" y="3500"/>
                    <a:pt x="8224" y="4236"/>
                  </a:cubicBezTo>
                  <a:cubicBezTo>
                    <a:pt x="7877" y="4031"/>
                    <a:pt x="7540" y="3847"/>
                    <a:pt x="7202" y="3664"/>
                  </a:cubicBezTo>
                  <a:cubicBezTo>
                    <a:pt x="6855" y="2131"/>
                    <a:pt x="5547" y="895"/>
                    <a:pt x="4005" y="649"/>
                  </a:cubicBezTo>
                  <a:cubicBezTo>
                    <a:pt x="3865" y="626"/>
                    <a:pt x="3705" y="609"/>
                    <a:pt x="3536" y="609"/>
                  </a:cubicBezTo>
                  <a:cubicBezTo>
                    <a:pt x="3199" y="609"/>
                    <a:pt x="2827" y="677"/>
                    <a:pt x="2513" y="895"/>
                  </a:cubicBezTo>
                  <a:cubicBezTo>
                    <a:pt x="2115" y="1171"/>
                    <a:pt x="1880" y="1671"/>
                    <a:pt x="1869" y="2243"/>
                  </a:cubicBezTo>
                  <a:cubicBezTo>
                    <a:pt x="1563" y="2366"/>
                    <a:pt x="1287" y="2529"/>
                    <a:pt x="1042" y="2733"/>
                  </a:cubicBezTo>
                  <a:cubicBezTo>
                    <a:pt x="1236" y="1712"/>
                    <a:pt x="1880" y="629"/>
                    <a:pt x="2993" y="322"/>
                  </a:cubicBezTo>
                  <a:cubicBezTo>
                    <a:pt x="3213" y="262"/>
                    <a:pt x="3453" y="232"/>
                    <a:pt x="3711" y="232"/>
                  </a:cubicBezTo>
                  <a:close/>
                  <a:moveTo>
                    <a:pt x="3056" y="2253"/>
                  </a:moveTo>
                  <a:cubicBezTo>
                    <a:pt x="3395" y="2253"/>
                    <a:pt x="3742" y="2305"/>
                    <a:pt x="4087" y="2407"/>
                  </a:cubicBezTo>
                  <a:cubicBezTo>
                    <a:pt x="4536" y="2540"/>
                    <a:pt x="4965" y="2754"/>
                    <a:pt x="5333" y="2938"/>
                  </a:cubicBezTo>
                  <a:cubicBezTo>
                    <a:pt x="5885" y="3214"/>
                    <a:pt x="6446" y="3510"/>
                    <a:pt x="6998" y="3816"/>
                  </a:cubicBezTo>
                  <a:cubicBezTo>
                    <a:pt x="7009" y="3827"/>
                    <a:pt x="7009" y="3847"/>
                    <a:pt x="7009" y="3857"/>
                  </a:cubicBezTo>
                  <a:cubicBezTo>
                    <a:pt x="7080" y="4266"/>
                    <a:pt x="7070" y="4603"/>
                    <a:pt x="6978" y="4899"/>
                  </a:cubicBezTo>
                  <a:cubicBezTo>
                    <a:pt x="6855" y="5308"/>
                    <a:pt x="6548" y="5655"/>
                    <a:pt x="6273" y="5932"/>
                  </a:cubicBezTo>
                  <a:cubicBezTo>
                    <a:pt x="6089" y="6115"/>
                    <a:pt x="5854" y="6340"/>
                    <a:pt x="5588" y="6504"/>
                  </a:cubicBezTo>
                  <a:cubicBezTo>
                    <a:pt x="5476" y="6575"/>
                    <a:pt x="5363" y="6636"/>
                    <a:pt x="5251" y="6688"/>
                  </a:cubicBezTo>
                  <a:cubicBezTo>
                    <a:pt x="4332" y="5932"/>
                    <a:pt x="3535" y="5083"/>
                    <a:pt x="2871" y="4174"/>
                  </a:cubicBezTo>
                  <a:cubicBezTo>
                    <a:pt x="2554" y="3725"/>
                    <a:pt x="2207" y="3194"/>
                    <a:pt x="2115" y="2590"/>
                  </a:cubicBezTo>
                  <a:cubicBezTo>
                    <a:pt x="2105" y="2529"/>
                    <a:pt x="2094" y="2468"/>
                    <a:pt x="2094" y="2407"/>
                  </a:cubicBezTo>
                  <a:cubicBezTo>
                    <a:pt x="2146" y="2386"/>
                    <a:pt x="2207" y="2366"/>
                    <a:pt x="2258" y="2356"/>
                  </a:cubicBezTo>
                  <a:cubicBezTo>
                    <a:pt x="2514" y="2287"/>
                    <a:pt x="2782" y="2253"/>
                    <a:pt x="3056" y="2253"/>
                  </a:cubicBezTo>
                  <a:close/>
                  <a:moveTo>
                    <a:pt x="1869" y="2488"/>
                  </a:moveTo>
                  <a:cubicBezTo>
                    <a:pt x="1880" y="2540"/>
                    <a:pt x="1880" y="2581"/>
                    <a:pt x="1890" y="2631"/>
                  </a:cubicBezTo>
                  <a:cubicBezTo>
                    <a:pt x="1992" y="3275"/>
                    <a:pt x="2350" y="3837"/>
                    <a:pt x="2687" y="4307"/>
                  </a:cubicBezTo>
                  <a:cubicBezTo>
                    <a:pt x="3341" y="5196"/>
                    <a:pt x="4117" y="6034"/>
                    <a:pt x="5006" y="6779"/>
                  </a:cubicBezTo>
                  <a:cubicBezTo>
                    <a:pt x="4738" y="6863"/>
                    <a:pt x="4455" y="6904"/>
                    <a:pt x="4169" y="6904"/>
                  </a:cubicBezTo>
                  <a:cubicBezTo>
                    <a:pt x="3476" y="6904"/>
                    <a:pt x="2770" y="6663"/>
                    <a:pt x="2227" y="6207"/>
                  </a:cubicBezTo>
                  <a:cubicBezTo>
                    <a:pt x="1369" y="5502"/>
                    <a:pt x="909" y="4307"/>
                    <a:pt x="1001" y="3091"/>
                  </a:cubicBezTo>
                  <a:cubicBezTo>
                    <a:pt x="1236" y="2836"/>
                    <a:pt x="1533" y="2631"/>
                    <a:pt x="1869" y="2488"/>
                  </a:cubicBezTo>
                  <a:close/>
                  <a:moveTo>
                    <a:pt x="7254" y="3950"/>
                  </a:moveTo>
                  <a:cubicBezTo>
                    <a:pt x="7581" y="4134"/>
                    <a:pt x="7908" y="4317"/>
                    <a:pt x="8244" y="4511"/>
                  </a:cubicBezTo>
                  <a:cubicBezTo>
                    <a:pt x="8265" y="4808"/>
                    <a:pt x="8235" y="5114"/>
                    <a:pt x="8183" y="5410"/>
                  </a:cubicBezTo>
                  <a:cubicBezTo>
                    <a:pt x="7999" y="6340"/>
                    <a:pt x="7427" y="7188"/>
                    <a:pt x="6661" y="7709"/>
                  </a:cubicBezTo>
                  <a:cubicBezTo>
                    <a:pt x="6242" y="7444"/>
                    <a:pt x="5833" y="7147"/>
                    <a:pt x="5445" y="6840"/>
                  </a:cubicBezTo>
                  <a:cubicBezTo>
                    <a:pt x="5537" y="6800"/>
                    <a:pt x="5619" y="6749"/>
                    <a:pt x="5711" y="6697"/>
                  </a:cubicBezTo>
                  <a:cubicBezTo>
                    <a:pt x="5997" y="6513"/>
                    <a:pt x="6242" y="6279"/>
                    <a:pt x="6436" y="6095"/>
                  </a:cubicBezTo>
                  <a:cubicBezTo>
                    <a:pt x="6732" y="5789"/>
                    <a:pt x="7059" y="5421"/>
                    <a:pt x="7202" y="4971"/>
                  </a:cubicBezTo>
                  <a:cubicBezTo>
                    <a:pt x="7295" y="4675"/>
                    <a:pt x="7315" y="4338"/>
                    <a:pt x="7254" y="3950"/>
                  </a:cubicBezTo>
                  <a:close/>
                  <a:moveTo>
                    <a:pt x="756" y="3398"/>
                  </a:moveTo>
                  <a:cubicBezTo>
                    <a:pt x="756" y="4572"/>
                    <a:pt x="1247" y="5686"/>
                    <a:pt x="2084" y="6391"/>
                  </a:cubicBezTo>
                  <a:cubicBezTo>
                    <a:pt x="2668" y="6872"/>
                    <a:pt x="3423" y="7127"/>
                    <a:pt x="4163" y="7127"/>
                  </a:cubicBezTo>
                  <a:cubicBezTo>
                    <a:pt x="4523" y="7127"/>
                    <a:pt x="4879" y="7066"/>
                    <a:pt x="5211" y="6943"/>
                  </a:cubicBezTo>
                  <a:cubicBezTo>
                    <a:pt x="5599" y="7260"/>
                    <a:pt x="6017" y="7566"/>
                    <a:pt x="6446" y="7842"/>
                  </a:cubicBezTo>
                  <a:cubicBezTo>
                    <a:pt x="6355" y="7903"/>
                    <a:pt x="6253" y="7954"/>
                    <a:pt x="6140" y="7995"/>
                  </a:cubicBezTo>
                  <a:cubicBezTo>
                    <a:pt x="5686" y="8197"/>
                    <a:pt x="5172" y="8299"/>
                    <a:pt x="4634" y="8299"/>
                  </a:cubicBezTo>
                  <a:cubicBezTo>
                    <a:pt x="4082" y="8299"/>
                    <a:pt x="3506" y="8192"/>
                    <a:pt x="2942" y="7975"/>
                  </a:cubicBezTo>
                  <a:cubicBezTo>
                    <a:pt x="1941" y="7587"/>
                    <a:pt x="1144" y="6933"/>
                    <a:pt x="715" y="6136"/>
                  </a:cubicBezTo>
                  <a:cubicBezTo>
                    <a:pt x="388" y="5523"/>
                    <a:pt x="296" y="4808"/>
                    <a:pt x="439" y="4174"/>
                  </a:cubicBezTo>
                  <a:cubicBezTo>
                    <a:pt x="500" y="3898"/>
                    <a:pt x="603" y="3632"/>
                    <a:pt x="756" y="3398"/>
                  </a:cubicBezTo>
                  <a:close/>
                  <a:moveTo>
                    <a:pt x="3692" y="1"/>
                  </a:moveTo>
                  <a:cubicBezTo>
                    <a:pt x="3421" y="1"/>
                    <a:pt x="3168" y="34"/>
                    <a:pt x="2932" y="98"/>
                  </a:cubicBezTo>
                  <a:cubicBezTo>
                    <a:pt x="1635" y="465"/>
                    <a:pt x="920" y="1784"/>
                    <a:pt x="786" y="2928"/>
                  </a:cubicBezTo>
                  <a:lnTo>
                    <a:pt x="786" y="2958"/>
                  </a:lnTo>
                  <a:cubicBezTo>
                    <a:pt x="777" y="2969"/>
                    <a:pt x="777" y="2979"/>
                    <a:pt x="777" y="2989"/>
                  </a:cubicBezTo>
                  <a:cubicBezTo>
                    <a:pt x="705" y="3081"/>
                    <a:pt x="643" y="3163"/>
                    <a:pt x="593" y="3244"/>
                  </a:cubicBezTo>
                  <a:cubicBezTo>
                    <a:pt x="30" y="4062"/>
                    <a:pt x="0" y="5267"/>
                    <a:pt x="521" y="6238"/>
                  </a:cubicBezTo>
                  <a:cubicBezTo>
                    <a:pt x="970" y="7096"/>
                    <a:pt x="1798" y="7780"/>
                    <a:pt x="2861" y="8189"/>
                  </a:cubicBezTo>
                  <a:cubicBezTo>
                    <a:pt x="3450" y="8416"/>
                    <a:pt x="4057" y="8529"/>
                    <a:pt x="4639" y="8529"/>
                  </a:cubicBezTo>
                  <a:cubicBezTo>
                    <a:pt x="5208" y="8529"/>
                    <a:pt x="5752" y="8421"/>
                    <a:pt x="6232" y="8209"/>
                  </a:cubicBezTo>
                  <a:cubicBezTo>
                    <a:pt x="6385" y="8148"/>
                    <a:pt x="6528" y="8066"/>
                    <a:pt x="6661" y="7985"/>
                  </a:cubicBezTo>
                  <a:cubicBezTo>
                    <a:pt x="7479" y="8506"/>
                    <a:pt x="8367" y="8965"/>
                    <a:pt x="9307" y="9354"/>
                  </a:cubicBezTo>
                  <a:cubicBezTo>
                    <a:pt x="9318" y="9358"/>
                    <a:pt x="9329" y="9360"/>
                    <a:pt x="9341" y="9360"/>
                  </a:cubicBezTo>
                  <a:cubicBezTo>
                    <a:pt x="9386" y="9360"/>
                    <a:pt x="9434" y="9331"/>
                    <a:pt x="9450" y="9283"/>
                  </a:cubicBezTo>
                  <a:cubicBezTo>
                    <a:pt x="9481" y="9231"/>
                    <a:pt x="9450" y="9160"/>
                    <a:pt x="9389" y="9140"/>
                  </a:cubicBezTo>
                  <a:cubicBezTo>
                    <a:pt x="8500" y="8772"/>
                    <a:pt x="7652" y="8332"/>
                    <a:pt x="6866" y="7842"/>
                  </a:cubicBezTo>
                  <a:cubicBezTo>
                    <a:pt x="7642" y="7290"/>
                    <a:pt x="8203" y="6402"/>
                    <a:pt x="8408" y="5451"/>
                  </a:cubicBezTo>
                  <a:cubicBezTo>
                    <a:pt x="8459" y="5185"/>
                    <a:pt x="8480" y="4920"/>
                    <a:pt x="8480" y="4654"/>
                  </a:cubicBezTo>
                  <a:cubicBezTo>
                    <a:pt x="9256" y="5104"/>
                    <a:pt x="10053" y="5594"/>
                    <a:pt x="10860" y="6125"/>
                  </a:cubicBezTo>
                  <a:cubicBezTo>
                    <a:pt x="10879" y="6140"/>
                    <a:pt x="10900" y="6147"/>
                    <a:pt x="10922" y="6147"/>
                  </a:cubicBezTo>
                  <a:cubicBezTo>
                    <a:pt x="10959" y="6147"/>
                    <a:pt x="10997" y="6127"/>
                    <a:pt x="11023" y="6095"/>
                  </a:cubicBezTo>
                  <a:cubicBezTo>
                    <a:pt x="11023" y="6084"/>
                    <a:pt x="11034" y="6075"/>
                    <a:pt x="11034" y="6054"/>
                  </a:cubicBezTo>
                  <a:cubicBezTo>
                    <a:pt x="11044" y="6013"/>
                    <a:pt x="11034" y="5962"/>
                    <a:pt x="10993" y="5941"/>
                  </a:cubicBezTo>
                  <a:cubicBezTo>
                    <a:pt x="10135" y="5380"/>
                    <a:pt x="9286" y="4849"/>
                    <a:pt x="8469" y="4379"/>
                  </a:cubicBezTo>
                  <a:cubicBezTo>
                    <a:pt x="8418" y="3541"/>
                    <a:pt x="8112" y="2713"/>
                    <a:pt x="7601" y="2018"/>
                  </a:cubicBezTo>
                  <a:cubicBezTo>
                    <a:pt x="6906" y="1078"/>
                    <a:pt x="5823" y="384"/>
                    <a:pt x="4628" y="118"/>
                  </a:cubicBezTo>
                  <a:cubicBezTo>
                    <a:pt x="4295" y="39"/>
                    <a:pt x="3983" y="1"/>
                    <a:pt x="36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2" name="Google Shape;8132;p25"/>
            <p:cNvSpPr/>
            <p:nvPr/>
          </p:nvSpPr>
          <p:spPr>
            <a:xfrm>
              <a:off x="2336075" y="2061788"/>
              <a:ext cx="46500" cy="49300"/>
            </a:xfrm>
            <a:custGeom>
              <a:avLst/>
              <a:gdLst/>
              <a:ahLst/>
              <a:cxnLst/>
              <a:rect l="l" t="t" r="r" b="b"/>
              <a:pathLst>
                <a:path w="1860" h="1972" extrusionOk="0">
                  <a:moveTo>
                    <a:pt x="795" y="1"/>
                  </a:moveTo>
                  <a:cubicBezTo>
                    <a:pt x="700" y="1"/>
                    <a:pt x="607" y="19"/>
                    <a:pt x="521" y="61"/>
                  </a:cubicBezTo>
                  <a:cubicBezTo>
                    <a:pt x="337" y="133"/>
                    <a:pt x="204" y="296"/>
                    <a:pt x="123" y="480"/>
                  </a:cubicBezTo>
                  <a:cubicBezTo>
                    <a:pt x="41" y="633"/>
                    <a:pt x="0" y="817"/>
                    <a:pt x="10" y="991"/>
                  </a:cubicBezTo>
                  <a:cubicBezTo>
                    <a:pt x="20" y="1256"/>
                    <a:pt x="153" y="1502"/>
                    <a:pt x="357" y="1675"/>
                  </a:cubicBezTo>
                  <a:cubicBezTo>
                    <a:pt x="562" y="1849"/>
                    <a:pt x="817" y="1941"/>
                    <a:pt x="1083" y="1961"/>
                  </a:cubicBezTo>
                  <a:lnTo>
                    <a:pt x="1093" y="1972"/>
                  </a:lnTo>
                  <a:cubicBezTo>
                    <a:pt x="1349" y="1543"/>
                    <a:pt x="1604" y="1103"/>
                    <a:pt x="1859" y="674"/>
                  </a:cubicBezTo>
                  <a:cubicBezTo>
                    <a:pt x="1757" y="510"/>
                    <a:pt x="1614" y="367"/>
                    <a:pt x="1451" y="245"/>
                  </a:cubicBezTo>
                  <a:cubicBezTo>
                    <a:pt x="1263" y="108"/>
                    <a:pt x="1024" y="1"/>
                    <a:pt x="7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3" name="Google Shape;8133;p25"/>
            <p:cNvSpPr/>
            <p:nvPr/>
          </p:nvSpPr>
          <p:spPr>
            <a:xfrm>
              <a:off x="2359800" y="2073438"/>
              <a:ext cx="156350" cy="137000"/>
            </a:xfrm>
            <a:custGeom>
              <a:avLst/>
              <a:gdLst/>
              <a:ahLst/>
              <a:cxnLst/>
              <a:rect l="l" t="t" r="r" b="b"/>
              <a:pathLst>
                <a:path w="6254" h="5480" extrusionOk="0">
                  <a:moveTo>
                    <a:pt x="1116" y="1"/>
                  </a:moveTo>
                  <a:cubicBezTo>
                    <a:pt x="1109" y="1"/>
                    <a:pt x="1102" y="2"/>
                    <a:pt x="1094" y="3"/>
                  </a:cubicBezTo>
                  <a:cubicBezTo>
                    <a:pt x="1033" y="3"/>
                    <a:pt x="1002" y="55"/>
                    <a:pt x="982" y="96"/>
                  </a:cubicBezTo>
                  <a:cubicBezTo>
                    <a:pt x="951" y="137"/>
                    <a:pt x="931" y="177"/>
                    <a:pt x="910" y="208"/>
                  </a:cubicBezTo>
                  <a:cubicBezTo>
                    <a:pt x="655" y="637"/>
                    <a:pt x="400" y="1077"/>
                    <a:pt x="144" y="1506"/>
                  </a:cubicBezTo>
                  <a:lnTo>
                    <a:pt x="82" y="1597"/>
                  </a:lnTo>
                  <a:cubicBezTo>
                    <a:pt x="42" y="1669"/>
                    <a:pt x="1" y="1740"/>
                    <a:pt x="11" y="1822"/>
                  </a:cubicBezTo>
                  <a:cubicBezTo>
                    <a:pt x="21" y="1904"/>
                    <a:pt x="93" y="1965"/>
                    <a:pt x="164" y="2016"/>
                  </a:cubicBezTo>
                  <a:cubicBezTo>
                    <a:pt x="543" y="2333"/>
                    <a:pt x="951" y="2609"/>
                    <a:pt x="1339" y="2905"/>
                  </a:cubicBezTo>
                  <a:cubicBezTo>
                    <a:pt x="2504" y="3783"/>
                    <a:pt x="3689" y="4642"/>
                    <a:pt x="4884" y="5479"/>
                  </a:cubicBezTo>
                  <a:cubicBezTo>
                    <a:pt x="5354" y="4846"/>
                    <a:pt x="5804" y="4203"/>
                    <a:pt x="6223" y="3538"/>
                  </a:cubicBezTo>
                  <a:lnTo>
                    <a:pt x="6253" y="3477"/>
                  </a:lnTo>
                  <a:cubicBezTo>
                    <a:pt x="4609" y="2282"/>
                    <a:pt x="2923" y="1138"/>
                    <a:pt x="1206" y="34"/>
                  </a:cubicBezTo>
                  <a:cubicBezTo>
                    <a:pt x="1181" y="18"/>
                    <a:pt x="1149" y="1"/>
                    <a:pt x="11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4" name="Google Shape;8134;p25"/>
            <p:cNvSpPr/>
            <p:nvPr/>
          </p:nvSpPr>
          <p:spPr>
            <a:xfrm>
              <a:off x="2295200" y="2143513"/>
              <a:ext cx="46500" cy="49300"/>
            </a:xfrm>
            <a:custGeom>
              <a:avLst/>
              <a:gdLst/>
              <a:ahLst/>
              <a:cxnLst/>
              <a:rect l="l" t="t" r="r" b="b"/>
              <a:pathLst>
                <a:path w="1860" h="1972" extrusionOk="0">
                  <a:moveTo>
                    <a:pt x="799" y="1"/>
                  </a:moveTo>
                  <a:cubicBezTo>
                    <a:pt x="705" y="1"/>
                    <a:pt x="611" y="19"/>
                    <a:pt x="521" y="61"/>
                  </a:cubicBezTo>
                  <a:cubicBezTo>
                    <a:pt x="337" y="133"/>
                    <a:pt x="215" y="296"/>
                    <a:pt x="123" y="480"/>
                  </a:cubicBezTo>
                  <a:cubicBezTo>
                    <a:pt x="51" y="633"/>
                    <a:pt x="0" y="817"/>
                    <a:pt x="10" y="991"/>
                  </a:cubicBezTo>
                  <a:cubicBezTo>
                    <a:pt x="21" y="1257"/>
                    <a:pt x="164" y="1502"/>
                    <a:pt x="358" y="1675"/>
                  </a:cubicBezTo>
                  <a:cubicBezTo>
                    <a:pt x="562" y="1849"/>
                    <a:pt x="828" y="1941"/>
                    <a:pt x="1083" y="1961"/>
                  </a:cubicBezTo>
                  <a:lnTo>
                    <a:pt x="1093" y="1972"/>
                  </a:lnTo>
                  <a:cubicBezTo>
                    <a:pt x="1349" y="1543"/>
                    <a:pt x="1604" y="1103"/>
                    <a:pt x="1860" y="674"/>
                  </a:cubicBezTo>
                  <a:cubicBezTo>
                    <a:pt x="1758" y="511"/>
                    <a:pt x="1615" y="367"/>
                    <a:pt x="1451" y="245"/>
                  </a:cubicBezTo>
                  <a:cubicBezTo>
                    <a:pt x="1263" y="108"/>
                    <a:pt x="1029" y="1"/>
                    <a:pt x="79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5" name="Google Shape;8135;p25"/>
            <p:cNvSpPr/>
            <p:nvPr/>
          </p:nvSpPr>
          <p:spPr>
            <a:xfrm>
              <a:off x="2481900" y="2160338"/>
              <a:ext cx="44200" cy="57000"/>
            </a:xfrm>
            <a:custGeom>
              <a:avLst/>
              <a:gdLst/>
              <a:ahLst/>
              <a:cxnLst/>
              <a:rect l="l" t="t" r="r" b="b"/>
              <a:pathLst>
                <a:path w="1768" h="2280" extrusionOk="0">
                  <a:moveTo>
                    <a:pt x="1369" y="1"/>
                  </a:moveTo>
                  <a:lnTo>
                    <a:pt x="1339" y="62"/>
                  </a:lnTo>
                  <a:cubicBezTo>
                    <a:pt x="920" y="727"/>
                    <a:pt x="470" y="1370"/>
                    <a:pt x="0" y="2003"/>
                  </a:cubicBezTo>
                  <a:cubicBezTo>
                    <a:pt x="143" y="2096"/>
                    <a:pt x="276" y="2187"/>
                    <a:pt x="419" y="2280"/>
                  </a:cubicBezTo>
                  <a:cubicBezTo>
                    <a:pt x="899" y="1667"/>
                    <a:pt x="1349" y="1013"/>
                    <a:pt x="1748" y="328"/>
                  </a:cubicBezTo>
                  <a:lnTo>
                    <a:pt x="1768" y="298"/>
                  </a:lnTo>
                  <a:cubicBezTo>
                    <a:pt x="1635" y="195"/>
                    <a:pt x="1502" y="103"/>
                    <a:pt x="13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6" name="Google Shape;8136;p25"/>
            <p:cNvSpPr/>
            <p:nvPr/>
          </p:nvSpPr>
          <p:spPr>
            <a:xfrm>
              <a:off x="2492375" y="2167763"/>
              <a:ext cx="44975" cy="56475"/>
            </a:xfrm>
            <a:custGeom>
              <a:avLst/>
              <a:gdLst/>
              <a:ahLst/>
              <a:cxnLst/>
              <a:rect l="l" t="t" r="r" b="b"/>
              <a:pathLst>
                <a:path w="1799" h="2259" extrusionOk="0">
                  <a:moveTo>
                    <a:pt x="1349" y="1"/>
                  </a:moveTo>
                  <a:lnTo>
                    <a:pt x="1329" y="31"/>
                  </a:lnTo>
                  <a:cubicBezTo>
                    <a:pt x="930" y="716"/>
                    <a:pt x="480" y="1370"/>
                    <a:pt x="0" y="1983"/>
                  </a:cubicBezTo>
                  <a:lnTo>
                    <a:pt x="0" y="1992"/>
                  </a:lnTo>
                  <a:cubicBezTo>
                    <a:pt x="123" y="2074"/>
                    <a:pt x="255" y="2167"/>
                    <a:pt x="378" y="2258"/>
                  </a:cubicBezTo>
                  <a:lnTo>
                    <a:pt x="389" y="2238"/>
                  </a:lnTo>
                  <a:cubicBezTo>
                    <a:pt x="909" y="1656"/>
                    <a:pt x="1379" y="1032"/>
                    <a:pt x="1778" y="358"/>
                  </a:cubicBezTo>
                  <a:lnTo>
                    <a:pt x="1798" y="328"/>
                  </a:lnTo>
                  <a:cubicBezTo>
                    <a:pt x="1655" y="215"/>
                    <a:pt x="1502" y="113"/>
                    <a:pt x="13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7" name="Google Shape;8137;p25"/>
            <p:cNvSpPr/>
            <p:nvPr/>
          </p:nvSpPr>
          <p:spPr>
            <a:xfrm>
              <a:off x="2501800" y="2175938"/>
              <a:ext cx="53425" cy="60675"/>
            </a:xfrm>
            <a:custGeom>
              <a:avLst/>
              <a:gdLst/>
              <a:ahLst/>
              <a:cxnLst/>
              <a:rect l="l" t="t" r="r" b="b"/>
              <a:pathLst>
                <a:path w="2137" h="2427" extrusionOk="0">
                  <a:moveTo>
                    <a:pt x="1421" y="1"/>
                  </a:moveTo>
                  <a:lnTo>
                    <a:pt x="1401" y="31"/>
                  </a:lnTo>
                  <a:cubicBezTo>
                    <a:pt x="1002" y="705"/>
                    <a:pt x="532" y="1329"/>
                    <a:pt x="12" y="1911"/>
                  </a:cubicBezTo>
                  <a:lnTo>
                    <a:pt x="1" y="1931"/>
                  </a:lnTo>
                  <a:cubicBezTo>
                    <a:pt x="205" y="2064"/>
                    <a:pt x="400" y="2197"/>
                    <a:pt x="594" y="2330"/>
                  </a:cubicBezTo>
                  <a:cubicBezTo>
                    <a:pt x="645" y="2371"/>
                    <a:pt x="706" y="2412"/>
                    <a:pt x="768" y="2421"/>
                  </a:cubicBezTo>
                  <a:cubicBezTo>
                    <a:pt x="784" y="2425"/>
                    <a:pt x="800" y="2427"/>
                    <a:pt x="817" y="2427"/>
                  </a:cubicBezTo>
                  <a:cubicBezTo>
                    <a:pt x="941" y="2427"/>
                    <a:pt x="1056" y="2328"/>
                    <a:pt x="1156" y="2238"/>
                  </a:cubicBezTo>
                  <a:cubicBezTo>
                    <a:pt x="1533" y="1849"/>
                    <a:pt x="1851" y="1400"/>
                    <a:pt x="2075" y="900"/>
                  </a:cubicBezTo>
                  <a:cubicBezTo>
                    <a:pt x="2106" y="848"/>
                    <a:pt x="2126" y="787"/>
                    <a:pt x="2137" y="726"/>
                  </a:cubicBezTo>
                  <a:cubicBezTo>
                    <a:pt x="2137" y="552"/>
                    <a:pt x="1994" y="419"/>
                    <a:pt x="1860" y="327"/>
                  </a:cubicBezTo>
                  <a:cubicBezTo>
                    <a:pt x="1717" y="215"/>
                    <a:pt x="1574" y="113"/>
                    <a:pt x="14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8" name="Google Shape;8138;p25"/>
            <p:cNvSpPr/>
            <p:nvPr/>
          </p:nvSpPr>
          <p:spPr>
            <a:xfrm>
              <a:off x="2318950" y="2155188"/>
              <a:ext cx="156600" cy="136975"/>
            </a:xfrm>
            <a:custGeom>
              <a:avLst/>
              <a:gdLst/>
              <a:ahLst/>
              <a:cxnLst/>
              <a:rect l="l" t="t" r="r" b="b"/>
              <a:pathLst>
                <a:path w="6264" h="5479" extrusionOk="0">
                  <a:moveTo>
                    <a:pt x="1115" y="0"/>
                  </a:moveTo>
                  <a:cubicBezTo>
                    <a:pt x="1108" y="0"/>
                    <a:pt x="1101" y="1"/>
                    <a:pt x="1094" y="3"/>
                  </a:cubicBezTo>
                  <a:cubicBezTo>
                    <a:pt x="1042" y="3"/>
                    <a:pt x="1001" y="54"/>
                    <a:pt x="981" y="95"/>
                  </a:cubicBezTo>
                  <a:cubicBezTo>
                    <a:pt x="960" y="136"/>
                    <a:pt x="940" y="177"/>
                    <a:pt x="910" y="207"/>
                  </a:cubicBezTo>
                  <a:cubicBezTo>
                    <a:pt x="654" y="636"/>
                    <a:pt x="399" y="1076"/>
                    <a:pt x="143" y="1505"/>
                  </a:cubicBezTo>
                  <a:lnTo>
                    <a:pt x="82" y="1596"/>
                  </a:lnTo>
                  <a:cubicBezTo>
                    <a:pt x="41" y="1668"/>
                    <a:pt x="0" y="1739"/>
                    <a:pt x="11" y="1821"/>
                  </a:cubicBezTo>
                  <a:cubicBezTo>
                    <a:pt x="31" y="1903"/>
                    <a:pt x="102" y="1964"/>
                    <a:pt x="164" y="2025"/>
                  </a:cubicBezTo>
                  <a:cubicBezTo>
                    <a:pt x="542" y="2332"/>
                    <a:pt x="951" y="2608"/>
                    <a:pt x="1339" y="2904"/>
                  </a:cubicBezTo>
                  <a:cubicBezTo>
                    <a:pt x="2513" y="3773"/>
                    <a:pt x="3698" y="4641"/>
                    <a:pt x="4894" y="5479"/>
                  </a:cubicBezTo>
                  <a:cubicBezTo>
                    <a:pt x="5353" y="4845"/>
                    <a:pt x="5803" y="4202"/>
                    <a:pt x="6222" y="3537"/>
                  </a:cubicBezTo>
                  <a:lnTo>
                    <a:pt x="6263" y="3487"/>
                  </a:lnTo>
                  <a:cubicBezTo>
                    <a:pt x="4608" y="2281"/>
                    <a:pt x="2922" y="1137"/>
                    <a:pt x="1206" y="34"/>
                  </a:cubicBezTo>
                  <a:cubicBezTo>
                    <a:pt x="1181" y="17"/>
                    <a:pt x="1149" y="0"/>
                    <a:pt x="1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9" name="Google Shape;8139;p25"/>
            <p:cNvSpPr/>
            <p:nvPr/>
          </p:nvSpPr>
          <p:spPr>
            <a:xfrm>
              <a:off x="2441300" y="2242338"/>
              <a:ext cx="44200" cy="56975"/>
            </a:xfrm>
            <a:custGeom>
              <a:avLst/>
              <a:gdLst/>
              <a:ahLst/>
              <a:cxnLst/>
              <a:rect l="l" t="t" r="r" b="b"/>
              <a:pathLst>
                <a:path w="1768" h="2279" extrusionOk="0">
                  <a:moveTo>
                    <a:pt x="1369" y="1"/>
                  </a:moveTo>
                  <a:lnTo>
                    <a:pt x="1328" y="51"/>
                  </a:lnTo>
                  <a:cubicBezTo>
                    <a:pt x="909" y="716"/>
                    <a:pt x="459" y="1359"/>
                    <a:pt x="0" y="1993"/>
                  </a:cubicBezTo>
                  <a:cubicBezTo>
                    <a:pt x="133" y="2085"/>
                    <a:pt x="276" y="2187"/>
                    <a:pt x="409" y="2279"/>
                  </a:cubicBezTo>
                  <a:cubicBezTo>
                    <a:pt x="899" y="1656"/>
                    <a:pt x="1338" y="1002"/>
                    <a:pt x="1737" y="317"/>
                  </a:cubicBezTo>
                  <a:lnTo>
                    <a:pt x="1767" y="287"/>
                  </a:lnTo>
                  <a:cubicBezTo>
                    <a:pt x="1635" y="185"/>
                    <a:pt x="1502" y="92"/>
                    <a:pt x="13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0" name="Google Shape;8140;p25"/>
            <p:cNvSpPr/>
            <p:nvPr/>
          </p:nvSpPr>
          <p:spPr>
            <a:xfrm>
              <a:off x="2460950" y="2257663"/>
              <a:ext cx="53650" cy="60675"/>
            </a:xfrm>
            <a:custGeom>
              <a:avLst/>
              <a:gdLst/>
              <a:ahLst/>
              <a:cxnLst/>
              <a:rect l="l" t="t" r="r" b="b"/>
              <a:pathLst>
                <a:path w="2146" h="2427" extrusionOk="0">
                  <a:moveTo>
                    <a:pt x="1431" y="1"/>
                  </a:moveTo>
                  <a:lnTo>
                    <a:pt x="1410" y="31"/>
                  </a:lnTo>
                  <a:cubicBezTo>
                    <a:pt x="1002" y="705"/>
                    <a:pt x="532" y="1339"/>
                    <a:pt x="11" y="1921"/>
                  </a:cubicBezTo>
                  <a:lnTo>
                    <a:pt x="0" y="1931"/>
                  </a:lnTo>
                  <a:cubicBezTo>
                    <a:pt x="205" y="2064"/>
                    <a:pt x="399" y="2197"/>
                    <a:pt x="593" y="2340"/>
                  </a:cubicBezTo>
                  <a:cubicBezTo>
                    <a:pt x="654" y="2371"/>
                    <a:pt x="706" y="2412"/>
                    <a:pt x="767" y="2422"/>
                  </a:cubicBezTo>
                  <a:cubicBezTo>
                    <a:pt x="785" y="2425"/>
                    <a:pt x="802" y="2427"/>
                    <a:pt x="819" y="2427"/>
                  </a:cubicBezTo>
                  <a:cubicBezTo>
                    <a:pt x="950" y="2427"/>
                    <a:pt x="1065" y="2328"/>
                    <a:pt x="1155" y="2238"/>
                  </a:cubicBezTo>
                  <a:cubicBezTo>
                    <a:pt x="1533" y="1850"/>
                    <a:pt x="1850" y="1400"/>
                    <a:pt x="2075" y="900"/>
                  </a:cubicBezTo>
                  <a:cubicBezTo>
                    <a:pt x="2105" y="848"/>
                    <a:pt x="2136" y="787"/>
                    <a:pt x="2136" y="726"/>
                  </a:cubicBezTo>
                  <a:cubicBezTo>
                    <a:pt x="2146" y="552"/>
                    <a:pt x="1993" y="419"/>
                    <a:pt x="1860" y="328"/>
                  </a:cubicBezTo>
                  <a:cubicBezTo>
                    <a:pt x="1717" y="215"/>
                    <a:pt x="1574" y="113"/>
                    <a:pt x="143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1" name="Google Shape;8141;p25"/>
            <p:cNvSpPr/>
            <p:nvPr/>
          </p:nvSpPr>
          <p:spPr>
            <a:xfrm>
              <a:off x="2451500" y="2249488"/>
              <a:ext cx="45225" cy="56475"/>
            </a:xfrm>
            <a:custGeom>
              <a:avLst/>
              <a:gdLst/>
              <a:ahLst/>
              <a:cxnLst/>
              <a:rect l="l" t="t" r="r" b="b"/>
              <a:pathLst>
                <a:path w="1809" h="2259" extrusionOk="0">
                  <a:moveTo>
                    <a:pt x="1359" y="1"/>
                  </a:moveTo>
                  <a:lnTo>
                    <a:pt x="1329" y="31"/>
                  </a:lnTo>
                  <a:cubicBezTo>
                    <a:pt x="930" y="716"/>
                    <a:pt x="491" y="1370"/>
                    <a:pt x="1" y="1993"/>
                  </a:cubicBezTo>
                  <a:cubicBezTo>
                    <a:pt x="123" y="2085"/>
                    <a:pt x="256" y="2167"/>
                    <a:pt x="378" y="2258"/>
                  </a:cubicBezTo>
                  <a:lnTo>
                    <a:pt x="389" y="2248"/>
                  </a:lnTo>
                  <a:cubicBezTo>
                    <a:pt x="910" y="1666"/>
                    <a:pt x="1380" y="1032"/>
                    <a:pt x="1788" y="358"/>
                  </a:cubicBezTo>
                  <a:lnTo>
                    <a:pt x="1809" y="328"/>
                  </a:lnTo>
                  <a:cubicBezTo>
                    <a:pt x="1656" y="215"/>
                    <a:pt x="1502" y="113"/>
                    <a:pt x="13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udiowide"/>
              <a:buNone/>
              <a:defRPr sz="3000" b="1" i="1">
                <a:solidFill>
                  <a:schemeClr val="dk1"/>
                </a:solidFill>
                <a:latin typeface="Audiowide"/>
                <a:ea typeface="Audiowide"/>
                <a:cs typeface="Audiowide"/>
                <a:sym typeface="Audiowide"/>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8" r:id="rId7"/>
    <p:sldLayoutId id="2147483659" r:id="rId8"/>
    <p:sldLayoutId id="2147483661" r:id="rId9"/>
    <p:sldLayoutId id="2147483663" r:id="rId10"/>
    <p:sldLayoutId id="2147483664" r:id="rId11"/>
    <p:sldLayoutId id="2147483665" r:id="rId12"/>
    <p:sldLayoutId id="2147483666" r:id="rId13"/>
    <p:sldLayoutId id="2147483667" r:id="rId14"/>
    <p:sldLayoutId id="2147483668" r:id="rId15"/>
    <p:sldLayoutId id="2147483670" r:id="rId16"/>
    <p:sldLayoutId id="2147483671"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docs.google.com/spreadsheets/d/1hC35jniBnE7gNkluNE9PzIsiURtDhVpq2dl6xVeB3bM/copy#gid=0"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51"/>
        <p:cNvGrpSpPr/>
        <p:nvPr/>
      </p:nvGrpSpPr>
      <p:grpSpPr>
        <a:xfrm>
          <a:off x="0" y="0"/>
          <a:ext cx="0" cy="0"/>
          <a:chOff x="0" y="0"/>
          <a:chExt cx="0" cy="0"/>
        </a:xfrm>
      </p:grpSpPr>
      <p:sp>
        <p:nvSpPr>
          <p:cNvPr id="8152" name="Google Shape;8152;p29"/>
          <p:cNvSpPr txBox="1">
            <a:spLocks noGrp="1"/>
          </p:cNvSpPr>
          <p:nvPr>
            <p:ph type="ctrTitle"/>
          </p:nvPr>
        </p:nvSpPr>
        <p:spPr>
          <a:xfrm>
            <a:off x="821508" y="199689"/>
            <a:ext cx="6710259" cy="265142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000" i="1" dirty="0"/>
              <a:t>Personalized Fitness Scheduler using MERN Stack</a:t>
            </a:r>
            <a:endParaRPr sz="4500" b="0" dirty="0">
              <a:solidFill>
                <a:schemeClr val="accent2"/>
              </a:solidFill>
            </a:endParaRPr>
          </a:p>
        </p:txBody>
      </p:sp>
      <p:sp>
        <p:nvSpPr>
          <p:cNvPr id="8153" name="Google Shape;8153;p29"/>
          <p:cNvSpPr txBox="1">
            <a:spLocks noGrp="1"/>
          </p:cNvSpPr>
          <p:nvPr>
            <p:ph type="subTitle" idx="1"/>
          </p:nvPr>
        </p:nvSpPr>
        <p:spPr>
          <a:xfrm>
            <a:off x="713224" y="2971428"/>
            <a:ext cx="6144775" cy="151704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1800" dirty="0"/>
              <a:t>Aryan </a:t>
            </a:r>
            <a:r>
              <a:rPr lang="en-IN" sz="1800" dirty="0" err="1"/>
              <a:t>Gandrath</a:t>
            </a:r>
            <a:r>
              <a:rPr lang="en-IN" sz="1800" dirty="0"/>
              <a:t>: Setup Environment, Progress Tracker</a:t>
            </a:r>
          </a:p>
          <a:p>
            <a:pPr marL="0" lvl="0" indent="0" algn="l" rtl="0">
              <a:spcBef>
                <a:spcPts val="0"/>
              </a:spcBef>
              <a:spcAft>
                <a:spcPts val="0"/>
              </a:spcAft>
              <a:buNone/>
            </a:pPr>
            <a:r>
              <a:rPr lang="en-IN" sz="1800" dirty="0"/>
              <a:t>Shreya Reddy </a:t>
            </a:r>
            <a:r>
              <a:rPr lang="en-IN" sz="1800" dirty="0" err="1"/>
              <a:t>Chidirala</a:t>
            </a:r>
            <a:r>
              <a:rPr lang="en-IN" sz="1800" dirty="0"/>
              <a:t>: UI/UX Designer, Backend Developer</a:t>
            </a:r>
          </a:p>
          <a:p>
            <a:pPr marL="0" lvl="0" indent="0" algn="l" rtl="0">
              <a:spcBef>
                <a:spcPts val="0"/>
              </a:spcBef>
              <a:spcAft>
                <a:spcPts val="0"/>
              </a:spcAft>
              <a:buNone/>
            </a:pPr>
            <a:r>
              <a:rPr lang="en-IN" sz="1800" dirty="0"/>
              <a:t>Rohith </a:t>
            </a:r>
            <a:r>
              <a:rPr lang="en-IN" sz="1800" dirty="0" err="1"/>
              <a:t>Arikatla</a:t>
            </a:r>
            <a:r>
              <a:rPr lang="en-IN" sz="1800" dirty="0"/>
              <a:t>: Backend Developer, Testing &amp; QA</a:t>
            </a:r>
          </a:p>
          <a:p>
            <a:pPr marL="0" lvl="0" indent="0" algn="l" rtl="0">
              <a:spcBef>
                <a:spcPts val="0"/>
              </a:spcBef>
              <a:spcAft>
                <a:spcPts val="0"/>
              </a:spcAft>
              <a:buNone/>
            </a:pPr>
            <a:r>
              <a:rPr lang="en-IN" sz="1800" dirty="0"/>
              <a:t>Pravallika Gandla: Workout Plan Feature, Progress Tracker</a:t>
            </a:r>
            <a:endParaRPr sz="1800" dirty="0"/>
          </a:p>
        </p:txBody>
      </p:sp>
      <p:sp>
        <p:nvSpPr>
          <p:cNvPr id="8154" name="Google Shape;8154;p29"/>
          <p:cNvSpPr/>
          <p:nvPr/>
        </p:nvSpPr>
        <p:spPr>
          <a:xfrm>
            <a:off x="7737800" y="3821618"/>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55" name="Google Shape;8155;p29"/>
          <p:cNvGrpSpPr/>
          <p:nvPr/>
        </p:nvGrpSpPr>
        <p:grpSpPr>
          <a:xfrm>
            <a:off x="6616182" y="-334485"/>
            <a:ext cx="1517538" cy="1495345"/>
            <a:chOff x="-1517525" y="-541175"/>
            <a:chExt cx="1096725" cy="1080686"/>
          </a:xfrm>
        </p:grpSpPr>
        <p:sp>
          <p:nvSpPr>
            <p:cNvPr id="8156" name="Google Shape;8156;p29"/>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7" name="Google Shape;8157;p29"/>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8" name="Google Shape;8158;p29"/>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9" name="Google Shape;8159;p29"/>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0" name="Google Shape;8160;p29"/>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1" name="Google Shape;8161;p29"/>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2" name="Google Shape;8162;p29"/>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3" name="Google Shape;8163;p29"/>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4" name="Google Shape;8164;p29"/>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5" name="Google Shape;8165;p29"/>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6" name="Google Shape;8166;p29"/>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7" name="Google Shape;8167;p29"/>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8" name="Google Shape;8168;p29"/>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9" name="Google Shape;8169;p29"/>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0" name="Google Shape;8170;p29"/>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1" name="Google Shape;8171;p29"/>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2" name="Google Shape;8172;p29"/>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3" name="Google Shape;8173;p29"/>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4" name="Google Shape;8174;p29"/>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5" name="Google Shape;8175;p29"/>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6" name="Google Shape;8176;p29"/>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7" name="Google Shape;8177;p29"/>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8" name="Google Shape;8178;p29"/>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9" name="Google Shape;8179;p29"/>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0" name="Google Shape;8180;p29"/>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1" name="Google Shape;8181;p29"/>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2" name="Google Shape;8182;p29"/>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3" name="Google Shape;8183;p29"/>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4" name="Google Shape;8184;p29"/>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5" name="Google Shape;8185;p29"/>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6" name="Google Shape;8186;p29"/>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7" name="Google Shape;8187;p29"/>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8" name="Google Shape;8188;p29"/>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9" name="Google Shape;8189;p29"/>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0" name="Google Shape;8190;p29"/>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1" name="Google Shape;8191;p29"/>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2" name="Google Shape;8192;p29"/>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3" name="Google Shape;8193;p29"/>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4" name="Google Shape;8194;p29"/>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5" name="Google Shape;8195;p29"/>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6" name="Google Shape;8196;p29"/>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7" name="Google Shape;8197;p29"/>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8" name="Google Shape;8198;p29"/>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9" name="Google Shape;8199;p29"/>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0" name="Google Shape;8200;p29"/>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1" name="Google Shape;8201;p29"/>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2" name="Google Shape;8202;p29"/>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3" name="Google Shape;8203;p29"/>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4" name="Google Shape;8204;p29"/>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5" name="Google Shape;8205;p29"/>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6" name="Google Shape;8206;p29"/>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7" name="Google Shape;8207;p29"/>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8" name="Google Shape;8208;p29"/>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9" name="Google Shape;8209;p29"/>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0" name="Google Shape;8210;p29"/>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1" name="Google Shape;8211;p29"/>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2" name="Google Shape;8212;p29"/>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3" name="Google Shape;8213;p29"/>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4" name="Google Shape;8214;p29"/>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5" name="Google Shape;8215;p29"/>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6" name="Google Shape;8216;p29"/>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7" name="Google Shape;8217;p29"/>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8" name="Google Shape;8218;p29"/>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9" name="Google Shape;8219;p29"/>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0" name="Google Shape;8220;p29"/>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1" name="Google Shape;8221;p29"/>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2" name="Google Shape;8222;p29"/>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3" name="Google Shape;8223;p29"/>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4" name="Google Shape;8224;p29"/>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5" name="Google Shape;8225;p29"/>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6" name="Google Shape;8226;p29"/>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7" name="Google Shape;8227;p29"/>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8" name="Google Shape;8228;p29"/>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9" name="Google Shape;8229;p29"/>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0" name="Google Shape;8230;p29"/>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1" name="Google Shape;8231;p29"/>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2" name="Google Shape;8232;p29"/>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3" name="Google Shape;8233;p29"/>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4" name="Google Shape;8234;p29"/>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5" name="Google Shape;8235;p29"/>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6" name="Google Shape;8236;p29"/>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7" name="Google Shape;8237;p29"/>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8" name="Google Shape;8238;p29"/>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9" name="Google Shape;8239;p29"/>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0" name="Google Shape;8240;p29"/>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1" name="Google Shape;8241;p29"/>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2" name="Google Shape;8242;p29"/>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3" name="Google Shape;8243;p29"/>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4" name="Google Shape;8244;p29"/>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5" name="Google Shape;8245;p29"/>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6" name="Google Shape;8246;p29"/>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7" name="Google Shape;8247;p29"/>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8" name="Google Shape;8248;p29"/>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9" name="Google Shape;8249;p29"/>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0" name="Google Shape;8250;p29"/>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1" name="Google Shape;8251;p29"/>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2" name="Google Shape;8252;p29"/>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3" name="Google Shape;8253;p29"/>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4" name="Google Shape;8254;p29"/>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5" name="Google Shape;8255;p29"/>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6" name="Google Shape;8256;p29"/>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7" name="Google Shape;8257;p29"/>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8" name="Google Shape;8258;p29"/>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9" name="Google Shape;8259;p29"/>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0" name="Google Shape;8260;p29"/>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1" name="Google Shape;8261;p29"/>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2" name="Google Shape;8262;p29"/>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3" name="Google Shape;8263;p29"/>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4" name="Google Shape;8264;p29"/>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5" name="Google Shape;8265;p29"/>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6" name="Google Shape;8266;p29"/>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7" name="Google Shape;8267;p29"/>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8" name="Google Shape;8268;p29"/>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9" name="Google Shape;8269;p29"/>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0" name="Google Shape;8270;p29"/>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1" name="Google Shape;8271;p29"/>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2" name="Google Shape;8272;p29"/>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3" name="Google Shape;8273;p29"/>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4" name="Google Shape;8274;p29"/>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5" name="Google Shape;8275;p29"/>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6" name="Google Shape;8276;p29"/>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7" name="Google Shape;8277;p29"/>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8" name="Google Shape;8278;p29"/>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9" name="Google Shape;8279;p29"/>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0" name="Google Shape;8280;p29"/>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1" name="Google Shape;8281;p29"/>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2" name="Google Shape;8282;p29"/>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3" name="Google Shape;8283;p29"/>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4" name="Google Shape;8284;p29"/>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5" name="Google Shape;8285;p29"/>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6" name="Google Shape;8286;p29"/>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7" name="Google Shape;8287;p29"/>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8" name="Google Shape;8288;p29"/>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9" name="Google Shape;8289;p29"/>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0" name="Google Shape;8290;p29"/>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1" name="Google Shape;8291;p29"/>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2" name="Google Shape;8292;p29"/>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3" name="Google Shape;8293;p29"/>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4" name="Google Shape;8294;p29"/>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5" name="Google Shape;8295;p29"/>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6" name="Google Shape;8296;p29"/>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7" name="Google Shape;8297;p29"/>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8" name="Google Shape;8298;p29"/>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9" name="Google Shape;8299;p29"/>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0" name="Google Shape;8300;p29"/>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1" name="Google Shape;8301;p29"/>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2" name="Google Shape;8302;p29"/>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3" name="Google Shape;8303;p29"/>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4" name="Google Shape;8304;p29"/>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5" name="Google Shape;8305;p29"/>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6" name="Google Shape;8306;p29"/>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7" name="Google Shape;8307;p29"/>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8" name="Google Shape;8308;p29"/>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9" name="Google Shape;8309;p29"/>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0" name="Google Shape;8310;p29"/>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1" name="Google Shape;8311;p29"/>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2" name="Google Shape;8312;p29"/>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3" name="Google Shape;8313;p29"/>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4" name="Google Shape;8314;p29"/>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5" name="Google Shape;8315;p29"/>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6" name="Google Shape;8316;p29"/>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7" name="Google Shape;8317;p29"/>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8" name="Google Shape;8318;p29"/>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9" name="Google Shape;8319;p29"/>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0" name="Google Shape;8320;p29"/>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1" name="Google Shape;8321;p29"/>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2" name="Google Shape;8322;p29"/>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3" name="Google Shape;8323;p29"/>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4" name="Google Shape;8324;p29"/>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5" name="Google Shape;8325;p29"/>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6" name="Google Shape;8326;p29"/>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7" name="Google Shape;8327;p29"/>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8" name="Google Shape;8328;p29"/>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9" name="Google Shape;8329;p29"/>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0" name="Google Shape;8330;p29"/>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1" name="Google Shape;8331;p29"/>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2" name="Google Shape;8332;p29"/>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3" name="Google Shape;8333;p29"/>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4" name="Google Shape;8334;p29"/>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5" name="Google Shape;8335;p29"/>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6" name="Google Shape;8336;p29"/>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7" name="Google Shape;8337;p29"/>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8" name="Google Shape;8338;p29"/>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9" name="Google Shape;8339;p29"/>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0" name="Google Shape;8340;p29"/>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1" name="Google Shape;8341;p29"/>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2" name="Google Shape;8342;p29"/>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3" name="Google Shape;8343;p29"/>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4" name="Google Shape;8344;p29"/>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5" name="Google Shape;8345;p29"/>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6" name="Google Shape;8346;p29"/>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7" name="Google Shape;8347;p29"/>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8" name="Google Shape;8348;p29"/>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9" name="Google Shape;8349;p29"/>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0" name="Google Shape;8350;p29"/>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1" name="Google Shape;8351;p29"/>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2" name="Google Shape;8352;p29"/>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3" name="Google Shape;8353;p29"/>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4" name="Google Shape;8354;p29"/>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5" name="Google Shape;8355;p29"/>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6" name="Google Shape;8356;p29"/>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7" name="Google Shape;8357;p29"/>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8" name="Google Shape;8358;p29"/>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9" name="Google Shape;8359;p29"/>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0" name="Google Shape;8360;p29"/>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1" name="Google Shape;8361;p29"/>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2" name="Google Shape;8362;p29"/>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3" name="Google Shape;8363;p29"/>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4" name="Google Shape;8364;p29"/>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5" name="Google Shape;8365;p29"/>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6" name="Google Shape;8366;p29"/>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7" name="Google Shape;8367;p29"/>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8" name="Google Shape;8368;p29"/>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9" name="Google Shape;8369;p29"/>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0" name="Google Shape;8370;p29"/>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1" name="Google Shape;8371;p29"/>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2" name="Google Shape;8372;p29"/>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3" name="Google Shape;8373;p29"/>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4" name="Google Shape;8374;p29"/>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5" name="Google Shape;8375;p29"/>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6" name="Google Shape;8376;p29"/>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7" name="Google Shape;8377;p29"/>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8" name="Google Shape;8378;p29"/>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9" name="Google Shape;8379;p29"/>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0" name="Google Shape;8380;p29"/>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1" name="Google Shape;8381;p29"/>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2" name="Google Shape;8382;p29"/>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3" name="Google Shape;8383;p29"/>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4" name="Google Shape;8384;p29"/>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5" name="Google Shape;8385;p29"/>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6" name="Google Shape;8386;p29"/>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7" name="Google Shape;8387;p29"/>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8" name="Google Shape;8388;p29"/>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9" name="Google Shape;8389;p29"/>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0" name="Google Shape;8390;p29"/>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1" name="Google Shape;8391;p29"/>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2" name="Google Shape;8392;p29"/>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3" name="Google Shape;8393;p29"/>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4" name="Google Shape;8394;p29"/>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5" name="Google Shape;8395;p29"/>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6" name="Google Shape;8396;p29"/>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7" name="Google Shape;8397;p29"/>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8" name="Google Shape;8398;p29"/>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9" name="Google Shape;8399;p29"/>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0" name="Google Shape;8400;p29"/>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1" name="Google Shape;8401;p29"/>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2" name="Google Shape;8402;p29"/>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3" name="Google Shape;8403;p29"/>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4" name="Google Shape;8404;p29"/>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5" name="Google Shape;8405;p29"/>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6" name="Google Shape;8406;p29"/>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7" name="Google Shape;8407;p29"/>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8" name="Google Shape;8408;p29"/>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9" name="Google Shape;8409;p29"/>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0" name="Google Shape;8410;p29"/>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1" name="Google Shape;8411;p29"/>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2" name="Google Shape;8412;p29"/>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3" name="Google Shape;8413;p29"/>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4" name="Google Shape;8414;p29"/>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5" name="Google Shape;8415;p29"/>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6" name="Google Shape;8416;p29"/>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7" name="Google Shape;8417;p29"/>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8" name="Google Shape;8418;p29"/>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9" name="Google Shape;8419;p29"/>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0" name="Google Shape;8420;p29"/>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1" name="Google Shape;8421;p29"/>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2" name="Google Shape;8422;p29"/>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3" name="Google Shape;8423;p29"/>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4" name="Google Shape;8424;p29"/>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5" name="Google Shape;8425;p29"/>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6" name="Google Shape;8426;p29"/>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7" name="Google Shape;8427;p29"/>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8" name="Google Shape;8428;p29"/>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9" name="Google Shape;8429;p29"/>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0" name="Google Shape;8430;p29"/>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1" name="Google Shape;8431;p29"/>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2" name="Google Shape;8432;p29"/>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3" name="Google Shape;8433;p29"/>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4" name="Google Shape;8434;p29"/>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5" name="Google Shape;8435;p29"/>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6" name="Google Shape;8436;p29"/>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7" name="Google Shape;8437;p29"/>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8" name="Google Shape;8438;p29"/>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9" name="Google Shape;8439;p29"/>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0" name="Google Shape;8440;p29"/>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1" name="Google Shape;8441;p29"/>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2" name="Google Shape;8442;p29"/>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3" name="Google Shape;8443;p29"/>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4" name="Google Shape;8444;p29"/>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5" name="Google Shape;8445;p29"/>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6" name="Google Shape;8446;p29"/>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7" name="Google Shape;8447;p29"/>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8" name="Google Shape;8448;p29"/>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9" name="Google Shape;8449;p29"/>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0" name="Google Shape;8450;p29"/>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1" name="Google Shape;8451;p29"/>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2" name="Google Shape;8452;p29"/>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3" name="Google Shape;8453;p29"/>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4" name="Google Shape;8454;p29"/>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5" name="Google Shape;8455;p29"/>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6" name="Google Shape;8456;p29"/>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7" name="Google Shape;8457;p29"/>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8" name="Google Shape;8458;p29"/>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9" name="Google Shape;8459;p29"/>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0" name="Google Shape;8460;p29"/>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1" name="Google Shape;8461;p29"/>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2" name="Google Shape;8462;p29"/>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3" name="Google Shape;8463;p29"/>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4" name="Google Shape;8464;p29"/>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5" name="Google Shape;8465;p29"/>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6" name="Google Shape;8466;p29"/>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7" name="Google Shape;8467;p29"/>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8" name="Google Shape;8468;p29"/>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9" name="Google Shape;8469;p29"/>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0" name="Google Shape;8470;p29"/>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1" name="Google Shape;8471;p29"/>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2" name="Google Shape;8472;p29"/>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3" name="Google Shape;8473;p29"/>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4" name="Google Shape;8474;p29"/>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5" name="Google Shape;8475;p29"/>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6" name="Google Shape;8476;p29"/>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7" name="Google Shape;8477;p29"/>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8" name="Google Shape;8478;p29"/>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9" name="Google Shape;8479;p29"/>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0" name="Google Shape;8480;p29"/>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1" name="Google Shape;8481;p29"/>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2" name="Google Shape;8482;p29"/>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3" name="Google Shape;8483;p29"/>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4" name="Google Shape;8484;p29"/>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5" name="Google Shape;8485;p29"/>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6" name="Google Shape;8486;p29"/>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7" name="Google Shape;8487;p29"/>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8" name="Google Shape;8488;p29"/>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9" name="Google Shape;8489;p29"/>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0" name="Google Shape;8490;p29"/>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1" name="Google Shape;8491;p29"/>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92" name="Google Shape;8492;p29"/>
          <p:cNvGrpSpPr/>
          <p:nvPr/>
        </p:nvGrpSpPr>
        <p:grpSpPr>
          <a:xfrm>
            <a:off x="6744785" y="2292388"/>
            <a:ext cx="1814595" cy="1792563"/>
            <a:chOff x="2475000" y="2568657"/>
            <a:chExt cx="780975" cy="771492"/>
          </a:xfrm>
        </p:grpSpPr>
        <p:sp>
          <p:nvSpPr>
            <p:cNvPr id="8493" name="Google Shape;8493;p29"/>
            <p:cNvSpPr/>
            <p:nvPr/>
          </p:nvSpPr>
          <p:spPr>
            <a:xfrm>
              <a:off x="2577168" y="2982071"/>
              <a:ext cx="291297" cy="266666"/>
            </a:xfrm>
            <a:custGeom>
              <a:avLst/>
              <a:gdLst/>
              <a:ahLst/>
              <a:cxnLst/>
              <a:rect l="l" t="t" r="r" b="b"/>
              <a:pathLst>
                <a:path w="5038" h="4612" extrusionOk="0">
                  <a:moveTo>
                    <a:pt x="2581" y="0"/>
                  </a:moveTo>
                  <a:cubicBezTo>
                    <a:pt x="1934" y="0"/>
                    <a:pt x="1293" y="270"/>
                    <a:pt x="838" y="793"/>
                  </a:cubicBezTo>
                  <a:cubicBezTo>
                    <a:pt x="0" y="1753"/>
                    <a:pt x="102" y="3215"/>
                    <a:pt x="1073" y="4053"/>
                  </a:cubicBezTo>
                  <a:cubicBezTo>
                    <a:pt x="1508" y="4427"/>
                    <a:pt x="2046" y="4611"/>
                    <a:pt x="2581" y="4611"/>
                  </a:cubicBezTo>
                  <a:cubicBezTo>
                    <a:pt x="3227" y="4611"/>
                    <a:pt x="3869" y="4343"/>
                    <a:pt x="4322" y="3817"/>
                  </a:cubicBezTo>
                  <a:cubicBezTo>
                    <a:pt x="4935" y="3102"/>
                    <a:pt x="5037" y="2121"/>
                    <a:pt x="4669" y="1324"/>
                  </a:cubicBezTo>
                  <a:lnTo>
                    <a:pt x="4669" y="1324"/>
                  </a:lnTo>
                  <a:lnTo>
                    <a:pt x="3290" y="2918"/>
                  </a:lnTo>
                  <a:cubicBezTo>
                    <a:pt x="3104" y="3133"/>
                    <a:pt x="2836" y="3244"/>
                    <a:pt x="2569" y="3244"/>
                  </a:cubicBezTo>
                  <a:cubicBezTo>
                    <a:pt x="2352" y="3244"/>
                    <a:pt x="2135" y="3171"/>
                    <a:pt x="1962" y="3020"/>
                  </a:cubicBezTo>
                  <a:cubicBezTo>
                    <a:pt x="1573" y="2673"/>
                    <a:pt x="1533" y="2080"/>
                    <a:pt x="1870" y="1692"/>
                  </a:cubicBezTo>
                  <a:lnTo>
                    <a:pt x="3249" y="98"/>
                  </a:lnTo>
                  <a:cubicBezTo>
                    <a:pt x="3031" y="33"/>
                    <a:pt x="2805" y="0"/>
                    <a:pt x="25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4" name="Google Shape;8494;p29"/>
            <p:cNvSpPr/>
            <p:nvPr/>
          </p:nvSpPr>
          <p:spPr>
            <a:xfrm>
              <a:off x="2665748" y="2922747"/>
              <a:ext cx="237525" cy="246949"/>
            </a:xfrm>
            <a:custGeom>
              <a:avLst/>
              <a:gdLst/>
              <a:ahLst/>
              <a:cxnLst/>
              <a:rect l="l" t="t" r="r" b="b"/>
              <a:pathLst>
                <a:path w="4108" h="4271" extrusionOk="0">
                  <a:moveTo>
                    <a:pt x="2688" y="1"/>
                  </a:moveTo>
                  <a:lnTo>
                    <a:pt x="1717" y="1124"/>
                  </a:lnTo>
                  <a:lnTo>
                    <a:pt x="338" y="2718"/>
                  </a:lnTo>
                  <a:cubicBezTo>
                    <a:pt x="1" y="3106"/>
                    <a:pt x="41" y="3699"/>
                    <a:pt x="430" y="4046"/>
                  </a:cubicBezTo>
                  <a:cubicBezTo>
                    <a:pt x="603" y="4197"/>
                    <a:pt x="820" y="4270"/>
                    <a:pt x="1037" y="4270"/>
                  </a:cubicBezTo>
                  <a:cubicBezTo>
                    <a:pt x="1304" y="4270"/>
                    <a:pt x="1572" y="4159"/>
                    <a:pt x="1758" y="3944"/>
                  </a:cubicBezTo>
                  <a:lnTo>
                    <a:pt x="3137" y="2350"/>
                  </a:lnTo>
                  <a:lnTo>
                    <a:pt x="4108" y="1227"/>
                  </a:lnTo>
                  <a:cubicBezTo>
                    <a:pt x="3832" y="1094"/>
                    <a:pt x="3566" y="920"/>
                    <a:pt x="3321" y="706"/>
                  </a:cubicBezTo>
                  <a:cubicBezTo>
                    <a:pt x="3076" y="491"/>
                    <a:pt x="2861" y="256"/>
                    <a:pt x="26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5" name="Google Shape;8495;p29"/>
            <p:cNvSpPr/>
            <p:nvPr/>
          </p:nvSpPr>
          <p:spPr>
            <a:xfrm>
              <a:off x="2943978" y="2738880"/>
              <a:ext cx="121769" cy="109049"/>
            </a:xfrm>
            <a:custGeom>
              <a:avLst/>
              <a:gdLst/>
              <a:ahLst/>
              <a:cxnLst/>
              <a:rect l="l" t="t" r="r" b="b"/>
              <a:pathLst>
                <a:path w="2106" h="1886" extrusionOk="0">
                  <a:moveTo>
                    <a:pt x="1053" y="1"/>
                  </a:moveTo>
                  <a:cubicBezTo>
                    <a:pt x="788" y="1"/>
                    <a:pt x="523" y="112"/>
                    <a:pt x="338" y="331"/>
                  </a:cubicBezTo>
                  <a:cubicBezTo>
                    <a:pt x="1" y="719"/>
                    <a:pt x="42" y="1311"/>
                    <a:pt x="440" y="1659"/>
                  </a:cubicBezTo>
                  <a:cubicBezTo>
                    <a:pt x="615" y="1811"/>
                    <a:pt x="832" y="1886"/>
                    <a:pt x="1048" y="1886"/>
                  </a:cubicBezTo>
                  <a:cubicBezTo>
                    <a:pt x="1311" y="1886"/>
                    <a:pt x="1573" y="1775"/>
                    <a:pt x="1758" y="1557"/>
                  </a:cubicBezTo>
                  <a:cubicBezTo>
                    <a:pt x="2105" y="1168"/>
                    <a:pt x="2054" y="576"/>
                    <a:pt x="1666" y="229"/>
                  </a:cubicBezTo>
                  <a:cubicBezTo>
                    <a:pt x="1490" y="76"/>
                    <a:pt x="1271" y="1"/>
                    <a:pt x="10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6" name="Google Shape;8496;p29"/>
            <p:cNvSpPr/>
            <p:nvPr/>
          </p:nvSpPr>
          <p:spPr>
            <a:xfrm>
              <a:off x="2855398" y="2660071"/>
              <a:ext cx="298351" cy="266724"/>
            </a:xfrm>
            <a:custGeom>
              <a:avLst/>
              <a:gdLst/>
              <a:ahLst/>
              <a:cxnLst/>
              <a:rect l="l" t="t" r="r" b="b"/>
              <a:pathLst>
                <a:path w="5160" h="4613" extrusionOk="0">
                  <a:moveTo>
                    <a:pt x="2585" y="1364"/>
                  </a:moveTo>
                  <a:cubicBezTo>
                    <a:pt x="2803" y="1364"/>
                    <a:pt x="3022" y="1439"/>
                    <a:pt x="3198" y="1592"/>
                  </a:cubicBezTo>
                  <a:cubicBezTo>
                    <a:pt x="3586" y="1939"/>
                    <a:pt x="3637" y="2531"/>
                    <a:pt x="3290" y="2920"/>
                  </a:cubicBezTo>
                  <a:cubicBezTo>
                    <a:pt x="3105" y="3138"/>
                    <a:pt x="2843" y="3249"/>
                    <a:pt x="2580" y="3249"/>
                  </a:cubicBezTo>
                  <a:cubicBezTo>
                    <a:pt x="2364" y="3249"/>
                    <a:pt x="2147" y="3174"/>
                    <a:pt x="1972" y="3022"/>
                  </a:cubicBezTo>
                  <a:cubicBezTo>
                    <a:pt x="1574" y="2674"/>
                    <a:pt x="1533" y="2082"/>
                    <a:pt x="1870" y="1694"/>
                  </a:cubicBezTo>
                  <a:cubicBezTo>
                    <a:pt x="2055" y="1475"/>
                    <a:pt x="2320" y="1364"/>
                    <a:pt x="2585" y="1364"/>
                  </a:cubicBezTo>
                  <a:close/>
                  <a:moveTo>
                    <a:pt x="2583" y="1"/>
                  </a:moveTo>
                  <a:cubicBezTo>
                    <a:pt x="1938" y="1"/>
                    <a:pt x="1296" y="269"/>
                    <a:pt x="838" y="795"/>
                  </a:cubicBezTo>
                  <a:cubicBezTo>
                    <a:pt x="0" y="1765"/>
                    <a:pt x="112" y="3216"/>
                    <a:pt x="1073" y="4053"/>
                  </a:cubicBezTo>
                  <a:cubicBezTo>
                    <a:pt x="1508" y="4428"/>
                    <a:pt x="2046" y="4613"/>
                    <a:pt x="2582" y="4613"/>
                  </a:cubicBezTo>
                  <a:cubicBezTo>
                    <a:pt x="3229" y="4613"/>
                    <a:pt x="3874" y="4344"/>
                    <a:pt x="4332" y="3819"/>
                  </a:cubicBezTo>
                  <a:cubicBezTo>
                    <a:pt x="5159" y="2848"/>
                    <a:pt x="5057" y="1397"/>
                    <a:pt x="4087" y="559"/>
                  </a:cubicBezTo>
                  <a:cubicBezTo>
                    <a:pt x="3652" y="185"/>
                    <a:pt x="3117" y="1"/>
                    <a:pt x="25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7" name="Google Shape;8497;p29"/>
            <p:cNvSpPr/>
            <p:nvPr/>
          </p:nvSpPr>
          <p:spPr>
            <a:xfrm>
              <a:off x="2475000" y="2890715"/>
              <a:ext cx="492684" cy="449435"/>
            </a:xfrm>
            <a:custGeom>
              <a:avLst/>
              <a:gdLst/>
              <a:ahLst/>
              <a:cxnLst/>
              <a:rect l="l" t="t" r="r" b="b"/>
              <a:pathLst>
                <a:path w="8521" h="7773" extrusionOk="0">
                  <a:moveTo>
                    <a:pt x="4338" y="0"/>
                  </a:moveTo>
                  <a:cubicBezTo>
                    <a:pt x="3252" y="0"/>
                    <a:pt x="2172" y="453"/>
                    <a:pt x="1410" y="1342"/>
                  </a:cubicBezTo>
                  <a:cubicBezTo>
                    <a:pt x="0" y="2966"/>
                    <a:pt x="184" y="5418"/>
                    <a:pt x="1798" y="6827"/>
                  </a:cubicBezTo>
                  <a:cubicBezTo>
                    <a:pt x="2534" y="7461"/>
                    <a:pt x="3441" y="7773"/>
                    <a:pt x="4343" y="7773"/>
                  </a:cubicBezTo>
                  <a:cubicBezTo>
                    <a:pt x="5434" y="7773"/>
                    <a:pt x="6518" y="7318"/>
                    <a:pt x="7284" y="6429"/>
                  </a:cubicBezTo>
                  <a:cubicBezTo>
                    <a:pt x="8408" y="5132"/>
                    <a:pt x="8520" y="3313"/>
                    <a:pt x="7693" y="1914"/>
                  </a:cubicBezTo>
                  <a:cubicBezTo>
                    <a:pt x="7601" y="1883"/>
                    <a:pt x="7499" y="1832"/>
                    <a:pt x="7407" y="1781"/>
                  </a:cubicBezTo>
                  <a:lnTo>
                    <a:pt x="6436" y="2904"/>
                  </a:lnTo>
                  <a:cubicBezTo>
                    <a:pt x="6804" y="3701"/>
                    <a:pt x="6702" y="4682"/>
                    <a:pt x="6089" y="5397"/>
                  </a:cubicBezTo>
                  <a:cubicBezTo>
                    <a:pt x="5636" y="5923"/>
                    <a:pt x="4994" y="6191"/>
                    <a:pt x="4348" y="6191"/>
                  </a:cubicBezTo>
                  <a:cubicBezTo>
                    <a:pt x="3813" y="6191"/>
                    <a:pt x="3275" y="6007"/>
                    <a:pt x="2840" y="5633"/>
                  </a:cubicBezTo>
                  <a:cubicBezTo>
                    <a:pt x="1869" y="4795"/>
                    <a:pt x="1767" y="3333"/>
                    <a:pt x="2605" y="2373"/>
                  </a:cubicBezTo>
                  <a:cubicBezTo>
                    <a:pt x="3060" y="1850"/>
                    <a:pt x="3701" y="1580"/>
                    <a:pt x="4348" y="1580"/>
                  </a:cubicBezTo>
                  <a:cubicBezTo>
                    <a:pt x="4572" y="1580"/>
                    <a:pt x="4798" y="1613"/>
                    <a:pt x="5016" y="1678"/>
                  </a:cubicBezTo>
                  <a:lnTo>
                    <a:pt x="5987" y="555"/>
                  </a:lnTo>
                  <a:cubicBezTo>
                    <a:pt x="5915" y="463"/>
                    <a:pt x="5864" y="381"/>
                    <a:pt x="5813" y="289"/>
                  </a:cubicBezTo>
                  <a:cubicBezTo>
                    <a:pt x="5340" y="96"/>
                    <a:pt x="4838" y="0"/>
                    <a:pt x="4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8" name="Google Shape;8498;p29"/>
            <p:cNvSpPr/>
            <p:nvPr/>
          </p:nvSpPr>
          <p:spPr>
            <a:xfrm>
              <a:off x="2763233" y="2568657"/>
              <a:ext cx="492742" cy="449319"/>
            </a:xfrm>
            <a:custGeom>
              <a:avLst/>
              <a:gdLst/>
              <a:ahLst/>
              <a:cxnLst/>
              <a:rect l="l" t="t" r="r" b="b"/>
              <a:pathLst>
                <a:path w="8522" h="7771" extrusionOk="0">
                  <a:moveTo>
                    <a:pt x="4177" y="1582"/>
                  </a:moveTo>
                  <a:cubicBezTo>
                    <a:pt x="4711" y="1582"/>
                    <a:pt x="5246" y="1766"/>
                    <a:pt x="5681" y="2140"/>
                  </a:cubicBezTo>
                  <a:cubicBezTo>
                    <a:pt x="6651" y="2978"/>
                    <a:pt x="6753" y="4429"/>
                    <a:pt x="5926" y="5400"/>
                  </a:cubicBezTo>
                  <a:cubicBezTo>
                    <a:pt x="5468" y="5925"/>
                    <a:pt x="4823" y="6194"/>
                    <a:pt x="4176" y="6194"/>
                  </a:cubicBezTo>
                  <a:cubicBezTo>
                    <a:pt x="3640" y="6194"/>
                    <a:pt x="3102" y="6009"/>
                    <a:pt x="2667" y="5634"/>
                  </a:cubicBezTo>
                  <a:cubicBezTo>
                    <a:pt x="1706" y="4797"/>
                    <a:pt x="1594" y="3346"/>
                    <a:pt x="2432" y="2376"/>
                  </a:cubicBezTo>
                  <a:cubicBezTo>
                    <a:pt x="2890" y="1850"/>
                    <a:pt x="3532" y="1582"/>
                    <a:pt x="4177" y="1582"/>
                  </a:cubicBezTo>
                  <a:close/>
                  <a:moveTo>
                    <a:pt x="4181" y="0"/>
                  </a:moveTo>
                  <a:cubicBezTo>
                    <a:pt x="3091" y="0"/>
                    <a:pt x="2008" y="455"/>
                    <a:pt x="1236" y="1343"/>
                  </a:cubicBezTo>
                  <a:cubicBezTo>
                    <a:pt x="123" y="2641"/>
                    <a:pt x="1" y="4460"/>
                    <a:pt x="828" y="5859"/>
                  </a:cubicBezTo>
                  <a:cubicBezTo>
                    <a:pt x="879" y="5951"/>
                    <a:pt x="930" y="6033"/>
                    <a:pt x="1002" y="6125"/>
                  </a:cubicBezTo>
                  <a:cubicBezTo>
                    <a:pt x="1175" y="6380"/>
                    <a:pt x="1390" y="6615"/>
                    <a:pt x="1635" y="6830"/>
                  </a:cubicBezTo>
                  <a:cubicBezTo>
                    <a:pt x="1880" y="7044"/>
                    <a:pt x="2146" y="7218"/>
                    <a:pt x="2422" y="7351"/>
                  </a:cubicBezTo>
                  <a:cubicBezTo>
                    <a:pt x="2514" y="7402"/>
                    <a:pt x="2616" y="7453"/>
                    <a:pt x="2708" y="7484"/>
                  </a:cubicBezTo>
                  <a:cubicBezTo>
                    <a:pt x="3178" y="7676"/>
                    <a:pt x="3677" y="7771"/>
                    <a:pt x="4174" y="7771"/>
                  </a:cubicBezTo>
                  <a:cubicBezTo>
                    <a:pt x="5263" y="7771"/>
                    <a:pt x="6346" y="7315"/>
                    <a:pt x="7111" y="6431"/>
                  </a:cubicBezTo>
                  <a:cubicBezTo>
                    <a:pt x="8521" y="4807"/>
                    <a:pt x="8337" y="2355"/>
                    <a:pt x="6723" y="945"/>
                  </a:cubicBezTo>
                  <a:cubicBezTo>
                    <a:pt x="5987" y="311"/>
                    <a:pt x="5082" y="0"/>
                    <a:pt x="4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9" name="Google Shape;8499;p29"/>
            <p:cNvSpPr/>
            <p:nvPr/>
          </p:nvSpPr>
          <p:spPr>
            <a:xfrm>
              <a:off x="2776821" y="2788084"/>
              <a:ext cx="278866" cy="233535"/>
            </a:xfrm>
            <a:custGeom>
              <a:avLst/>
              <a:gdLst/>
              <a:ahLst/>
              <a:cxnLst/>
              <a:rect l="l" t="t" r="r" b="b"/>
              <a:pathLst>
                <a:path w="4823" h="4039" extrusionOk="0">
                  <a:moveTo>
                    <a:pt x="52" y="0"/>
                  </a:moveTo>
                  <a:cubicBezTo>
                    <a:pt x="0" y="593"/>
                    <a:pt x="102" y="1206"/>
                    <a:pt x="338" y="1758"/>
                  </a:cubicBezTo>
                  <a:cubicBezTo>
                    <a:pt x="450" y="2034"/>
                    <a:pt x="613" y="2299"/>
                    <a:pt x="787" y="2545"/>
                  </a:cubicBezTo>
                  <a:cubicBezTo>
                    <a:pt x="971" y="2779"/>
                    <a:pt x="1185" y="3004"/>
                    <a:pt x="1421" y="3198"/>
                  </a:cubicBezTo>
                  <a:cubicBezTo>
                    <a:pt x="1891" y="3576"/>
                    <a:pt x="2452" y="3842"/>
                    <a:pt x="3045" y="3964"/>
                  </a:cubicBezTo>
                  <a:cubicBezTo>
                    <a:pt x="3304" y="4009"/>
                    <a:pt x="3571" y="4038"/>
                    <a:pt x="3831" y="4038"/>
                  </a:cubicBezTo>
                  <a:cubicBezTo>
                    <a:pt x="3869" y="4038"/>
                    <a:pt x="3906" y="4037"/>
                    <a:pt x="3944" y="4036"/>
                  </a:cubicBezTo>
                  <a:cubicBezTo>
                    <a:pt x="4240" y="4016"/>
                    <a:pt x="4536" y="3964"/>
                    <a:pt x="4822" y="3883"/>
                  </a:cubicBezTo>
                  <a:lnTo>
                    <a:pt x="4822" y="3883"/>
                  </a:lnTo>
                  <a:cubicBezTo>
                    <a:pt x="4606" y="3912"/>
                    <a:pt x="4389" y="3931"/>
                    <a:pt x="4176" y="3931"/>
                  </a:cubicBezTo>
                  <a:cubicBezTo>
                    <a:pt x="4098" y="3931"/>
                    <a:pt x="4020" y="3929"/>
                    <a:pt x="3944" y="3923"/>
                  </a:cubicBezTo>
                  <a:cubicBezTo>
                    <a:pt x="3648" y="3914"/>
                    <a:pt x="3362" y="3873"/>
                    <a:pt x="3086" y="3791"/>
                  </a:cubicBezTo>
                  <a:cubicBezTo>
                    <a:pt x="2534" y="3648"/>
                    <a:pt x="2003" y="3382"/>
                    <a:pt x="1564" y="3024"/>
                  </a:cubicBezTo>
                  <a:cubicBezTo>
                    <a:pt x="1114" y="2667"/>
                    <a:pt x="756" y="2197"/>
                    <a:pt x="491" y="1686"/>
                  </a:cubicBezTo>
                  <a:cubicBezTo>
                    <a:pt x="358" y="1431"/>
                    <a:pt x="256" y="1155"/>
                    <a:pt x="195" y="869"/>
                  </a:cubicBezTo>
                  <a:cubicBezTo>
                    <a:pt x="113" y="593"/>
                    <a:pt x="72" y="297"/>
                    <a:pt x="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00" name="Google Shape;8500;p29"/>
          <p:cNvGrpSpPr/>
          <p:nvPr/>
        </p:nvGrpSpPr>
        <p:grpSpPr>
          <a:xfrm rot="-628111">
            <a:off x="7626809" y="392700"/>
            <a:ext cx="1460149" cy="1350488"/>
            <a:chOff x="2580025" y="2675000"/>
            <a:chExt cx="483775" cy="447425"/>
          </a:xfrm>
        </p:grpSpPr>
        <p:sp>
          <p:nvSpPr>
            <p:cNvPr id="8501" name="Google Shape;8501;p29"/>
            <p:cNvSpPr/>
            <p:nvPr/>
          </p:nvSpPr>
          <p:spPr>
            <a:xfrm>
              <a:off x="2580025" y="2675000"/>
              <a:ext cx="483775" cy="447425"/>
            </a:xfrm>
            <a:custGeom>
              <a:avLst/>
              <a:gdLst/>
              <a:ahLst/>
              <a:cxnLst/>
              <a:rect l="l" t="t" r="r" b="b"/>
              <a:pathLst>
                <a:path w="19351" h="17897" extrusionOk="0">
                  <a:moveTo>
                    <a:pt x="13466" y="0"/>
                  </a:moveTo>
                  <a:cubicBezTo>
                    <a:pt x="13218" y="0"/>
                    <a:pt x="12968" y="82"/>
                    <a:pt x="12760" y="250"/>
                  </a:cubicBezTo>
                  <a:lnTo>
                    <a:pt x="11800" y="1047"/>
                  </a:lnTo>
                  <a:cubicBezTo>
                    <a:pt x="11024" y="1680"/>
                    <a:pt x="10912" y="2815"/>
                    <a:pt x="11545" y="3580"/>
                  </a:cubicBezTo>
                  <a:cubicBezTo>
                    <a:pt x="12178" y="4347"/>
                    <a:pt x="12066" y="5481"/>
                    <a:pt x="11300" y="6114"/>
                  </a:cubicBezTo>
                  <a:lnTo>
                    <a:pt x="6580" y="9986"/>
                  </a:lnTo>
                  <a:cubicBezTo>
                    <a:pt x="6246" y="10262"/>
                    <a:pt x="5842" y="10396"/>
                    <a:pt x="5439" y="10396"/>
                  </a:cubicBezTo>
                  <a:cubicBezTo>
                    <a:pt x="4917" y="10396"/>
                    <a:pt x="4398" y="10169"/>
                    <a:pt x="4046" y="9731"/>
                  </a:cubicBezTo>
                  <a:cubicBezTo>
                    <a:pt x="3689" y="9299"/>
                    <a:pt x="3173" y="9075"/>
                    <a:pt x="2651" y="9075"/>
                  </a:cubicBezTo>
                  <a:cubicBezTo>
                    <a:pt x="2248" y="9075"/>
                    <a:pt x="1841" y="9209"/>
                    <a:pt x="1502" y="9485"/>
                  </a:cubicBezTo>
                  <a:lnTo>
                    <a:pt x="542" y="10272"/>
                  </a:lnTo>
                  <a:cubicBezTo>
                    <a:pt x="62" y="10661"/>
                    <a:pt x="1" y="11365"/>
                    <a:pt x="389" y="11846"/>
                  </a:cubicBezTo>
                  <a:lnTo>
                    <a:pt x="5016" y="17485"/>
                  </a:lnTo>
                  <a:cubicBezTo>
                    <a:pt x="5235" y="17756"/>
                    <a:pt x="5555" y="17896"/>
                    <a:pt x="5878" y="17896"/>
                  </a:cubicBezTo>
                  <a:cubicBezTo>
                    <a:pt x="6128" y="17896"/>
                    <a:pt x="6380" y="17812"/>
                    <a:pt x="6590" y="17638"/>
                  </a:cubicBezTo>
                  <a:lnTo>
                    <a:pt x="7550" y="16852"/>
                  </a:lnTo>
                  <a:cubicBezTo>
                    <a:pt x="8317" y="16218"/>
                    <a:pt x="8429" y="15084"/>
                    <a:pt x="7795" y="14318"/>
                  </a:cubicBezTo>
                  <a:cubicBezTo>
                    <a:pt x="7172" y="13542"/>
                    <a:pt x="7284" y="12407"/>
                    <a:pt x="8051" y="11784"/>
                  </a:cubicBezTo>
                  <a:lnTo>
                    <a:pt x="12771" y="7912"/>
                  </a:lnTo>
                  <a:cubicBezTo>
                    <a:pt x="13105" y="7636"/>
                    <a:pt x="13509" y="7501"/>
                    <a:pt x="13912" y="7501"/>
                  </a:cubicBezTo>
                  <a:cubicBezTo>
                    <a:pt x="14431" y="7501"/>
                    <a:pt x="14948" y="7726"/>
                    <a:pt x="15305" y="8157"/>
                  </a:cubicBezTo>
                  <a:cubicBezTo>
                    <a:pt x="15663" y="8596"/>
                    <a:pt x="16180" y="8823"/>
                    <a:pt x="16701" y="8823"/>
                  </a:cubicBezTo>
                  <a:cubicBezTo>
                    <a:pt x="17102" y="8823"/>
                    <a:pt x="17505" y="8689"/>
                    <a:pt x="17838" y="8413"/>
                  </a:cubicBezTo>
                  <a:lnTo>
                    <a:pt x="18799" y="7626"/>
                  </a:lnTo>
                  <a:cubicBezTo>
                    <a:pt x="19278" y="7228"/>
                    <a:pt x="19350" y="6523"/>
                    <a:pt x="18962" y="6053"/>
                  </a:cubicBezTo>
                  <a:lnTo>
                    <a:pt x="14334" y="413"/>
                  </a:lnTo>
                  <a:cubicBezTo>
                    <a:pt x="14113" y="141"/>
                    <a:pt x="13791" y="0"/>
                    <a:pt x="134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2" name="Google Shape;8502;p29"/>
            <p:cNvSpPr/>
            <p:nvPr/>
          </p:nvSpPr>
          <p:spPr>
            <a:xfrm>
              <a:off x="2873475" y="2708825"/>
              <a:ext cx="147150" cy="169425"/>
            </a:xfrm>
            <a:custGeom>
              <a:avLst/>
              <a:gdLst/>
              <a:ahLst/>
              <a:cxnLst/>
              <a:rect l="l" t="t" r="r" b="b"/>
              <a:pathLst>
                <a:path w="5886" h="6777" extrusionOk="0">
                  <a:moveTo>
                    <a:pt x="583" y="0"/>
                  </a:moveTo>
                  <a:lnTo>
                    <a:pt x="583" y="0"/>
                  </a:lnTo>
                  <a:cubicBezTo>
                    <a:pt x="471" y="174"/>
                    <a:pt x="348" y="338"/>
                    <a:pt x="246" y="531"/>
                  </a:cubicBezTo>
                  <a:cubicBezTo>
                    <a:pt x="144" y="715"/>
                    <a:pt x="82" y="920"/>
                    <a:pt x="52" y="1135"/>
                  </a:cubicBezTo>
                  <a:cubicBezTo>
                    <a:pt x="1" y="1564"/>
                    <a:pt x="113" y="2003"/>
                    <a:pt x="338" y="2370"/>
                  </a:cubicBezTo>
                  <a:cubicBezTo>
                    <a:pt x="461" y="2565"/>
                    <a:pt x="593" y="2718"/>
                    <a:pt x="726" y="2881"/>
                  </a:cubicBezTo>
                  <a:lnTo>
                    <a:pt x="1115" y="3362"/>
                  </a:lnTo>
                  <a:lnTo>
                    <a:pt x="1901" y="4332"/>
                  </a:lnTo>
                  <a:lnTo>
                    <a:pt x="2698" y="5292"/>
                  </a:lnTo>
                  <a:lnTo>
                    <a:pt x="3097" y="5773"/>
                  </a:lnTo>
                  <a:cubicBezTo>
                    <a:pt x="3229" y="5936"/>
                    <a:pt x="3352" y="6100"/>
                    <a:pt x="3515" y="6253"/>
                  </a:cubicBezTo>
                  <a:cubicBezTo>
                    <a:pt x="3832" y="6549"/>
                    <a:pt x="4241" y="6733"/>
                    <a:pt x="4670" y="6774"/>
                  </a:cubicBezTo>
                  <a:cubicBezTo>
                    <a:pt x="4704" y="6776"/>
                    <a:pt x="4738" y="6776"/>
                    <a:pt x="4771" y="6776"/>
                  </a:cubicBezTo>
                  <a:cubicBezTo>
                    <a:pt x="4952" y="6776"/>
                    <a:pt x="5131" y="6754"/>
                    <a:pt x="5303" y="6702"/>
                  </a:cubicBezTo>
                  <a:cubicBezTo>
                    <a:pt x="5508" y="6641"/>
                    <a:pt x="5692" y="6549"/>
                    <a:pt x="5885" y="6477"/>
                  </a:cubicBezTo>
                  <a:lnTo>
                    <a:pt x="5885" y="6477"/>
                  </a:lnTo>
                  <a:cubicBezTo>
                    <a:pt x="5692" y="6529"/>
                    <a:pt x="5487" y="6600"/>
                    <a:pt x="5293" y="6651"/>
                  </a:cubicBezTo>
                  <a:cubicBezTo>
                    <a:pt x="5169" y="6676"/>
                    <a:pt x="5046" y="6690"/>
                    <a:pt x="4922" y="6690"/>
                  </a:cubicBezTo>
                  <a:cubicBezTo>
                    <a:pt x="4841" y="6690"/>
                    <a:pt x="4760" y="6684"/>
                    <a:pt x="4680" y="6672"/>
                  </a:cubicBezTo>
                  <a:cubicBezTo>
                    <a:pt x="4282" y="6620"/>
                    <a:pt x="3903" y="6416"/>
                    <a:pt x="3628" y="6130"/>
                  </a:cubicBezTo>
                  <a:cubicBezTo>
                    <a:pt x="3106" y="5507"/>
                    <a:pt x="2586" y="4843"/>
                    <a:pt x="2064" y="4200"/>
                  </a:cubicBezTo>
                  <a:cubicBezTo>
                    <a:pt x="1533" y="3566"/>
                    <a:pt x="981" y="2922"/>
                    <a:pt x="481" y="2279"/>
                  </a:cubicBezTo>
                  <a:cubicBezTo>
                    <a:pt x="257" y="1952"/>
                    <a:pt x="134" y="1553"/>
                    <a:pt x="164" y="1144"/>
                  </a:cubicBezTo>
                  <a:cubicBezTo>
                    <a:pt x="175" y="940"/>
                    <a:pt x="216" y="736"/>
                    <a:pt x="297" y="552"/>
                  </a:cubicBezTo>
                  <a:cubicBezTo>
                    <a:pt x="379" y="368"/>
                    <a:pt x="491" y="184"/>
                    <a:pt x="5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3" name="Google Shape;8503;p29"/>
            <p:cNvSpPr/>
            <p:nvPr/>
          </p:nvSpPr>
          <p:spPr>
            <a:xfrm>
              <a:off x="2625225" y="2917325"/>
              <a:ext cx="147150" cy="169525"/>
            </a:xfrm>
            <a:custGeom>
              <a:avLst/>
              <a:gdLst/>
              <a:ahLst/>
              <a:cxnLst/>
              <a:rect l="l" t="t" r="r" b="b"/>
              <a:pathLst>
                <a:path w="5886" h="6781" extrusionOk="0">
                  <a:moveTo>
                    <a:pt x="1081" y="1"/>
                  </a:moveTo>
                  <a:cubicBezTo>
                    <a:pt x="912" y="1"/>
                    <a:pt x="745" y="30"/>
                    <a:pt x="583" y="78"/>
                  </a:cubicBezTo>
                  <a:cubicBezTo>
                    <a:pt x="379" y="140"/>
                    <a:pt x="195" y="232"/>
                    <a:pt x="0" y="303"/>
                  </a:cubicBezTo>
                  <a:cubicBezTo>
                    <a:pt x="205" y="253"/>
                    <a:pt x="399" y="181"/>
                    <a:pt x="593" y="130"/>
                  </a:cubicBezTo>
                  <a:cubicBezTo>
                    <a:pt x="717" y="105"/>
                    <a:pt x="841" y="92"/>
                    <a:pt x="965" y="92"/>
                  </a:cubicBezTo>
                  <a:cubicBezTo>
                    <a:pt x="1045" y="92"/>
                    <a:pt x="1126" y="97"/>
                    <a:pt x="1206" y="110"/>
                  </a:cubicBezTo>
                  <a:cubicBezTo>
                    <a:pt x="1605" y="160"/>
                    <a:pt x="1982" y="365"/>
                    <a:pt x="2259" y="651"/>
                  </a:cubicBezTo>
                  <a:cubicBezTo>
                    <a:pt x="2779" y="1274"/>
                    <a:pt x="3301" y="1938"/>
                    <a:pt x="3821" y="2582"/>
                  </a:cubicBezTo>
                  <a:cubicBezTo>
                    <a:pt x="4353" y="3215"/>
                    <a:pt x="4904" y="3858"/>
                    <a:pt x="5415" y="4492"/>
                  </a:cubicBezTo>
                  <a:cubicBezTo>
                    <a:pt x="5640" y="4819"/>
                    <a:pt x="5753" y="5227"/>
                    <a:pt x="5732" y="5636"/>
                  </a:cubicBezTo>
                  <a:cubicBezTo>
                    <a:pt x="5722" y="5840"/>
                    <a:pt x="5671" y="6035"/>
                    <a:pt x="5589" y="6229"/>
                  </a:cubicBezTo>
                  <a:cubicBezTo>
                    <a:pt x="5507" y="6413"/>
                    <a:pt x="5395" y="6596"/>
                    <a:pt x="5303" y="6780"/>
                  </a:cubicBezTo>
                  <a:cubicBezTo>
                    <a:pt x="5415" y="6596"/>
                    <a:pt x="5538" y="6433"/>
                    <a:pt x="5640" y="6249"/>
                  </a:cubicBezTo>
                  <a:cubicBezTo>
                    <a:pt x="5742" y="6065"/>
                    <a:pt x="5803" y="5861"/>
                    <a:pt x="5834" y="5647"/>
                  </a:cubicBezTo>
                  <a:cubicBezTo>
                    <a:pt x="5885" y="5218"/>
                    <a:pt x="5773" y="4778"/>
                    <a:pt x="5548" y="4410"/>
                  </a:cubicBezTo>
                  <a:cubicBezTo>
                    <a:pt x="5436" y="4216"/>
                    <a:pt x="5293" y="4063"/>
                    <a:pt x="5170" y="3899"/>
                  </a:cubicBezTo>
                  <a:lnTo>
                    <a:pt x="4772" y="3420"/>
                  </a:lnTo>
                  <a:lnTo>
                    <a:pt x="3995" y="2439"/>
                  </a:lnTo>
                  <a:lnTo>
                    <a:pt x="3188" y="1479"/>
                  </a:lnTo>
                  <a:lnTo>
                    <a:pt x="2790" y="1009"/>
                  </a:lnTo>
                  <a:cubicBezTo>
                    <a:pt x="2657" y="845"/>
                    <a:pt x="2534" y="682"/>
                    <a:pt x="2371" y="528"/>
                  </a:cubicBezTo>
                  <a:cubicBezTo>
                    <a:pt x="2054" y="232"/>
                    <a:pt x="1646" y="38"/>
                    <a:pt x="1217" y="7"/>
                  </a:cubicBezTo>
                  <a:cubicBezTo>
                    <a:pt x="1171" y="3"/>
                    <a:pt x="1126" y="1"/>
                    <a:pt x="10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19"/>
        <p:cNvGrpSpPr/>
        <p:nvPr/>
      </p:nvGrpSpPr>
      <p:grpSpPr>
        <a:xfrm>
          <a:off x="0" y="0"/>
          <a:ext cx="0" cy="0"/>
          <a:chOff x="0" y="0"/>
          <a:chExt cx="0" cy="0"/>
        </a:xfrm>
      </p:grpSpPr>
      <p:sp>
        <p:nvSpPr>
          <p:cNvPr id="9320" name="Google Shape;9320;p36"/>
          <p:cNvSpPr txBox="1">
            <a:spLocks noGrp="1"/>
          </p:cNvSpPr>
          <p:nvPr>
            <p:ph type="title"/>
          </p:nvPr>
        </p:nvSpPr>
        <p:spPr>
          <a:xfrm>
            <a:off x="720000" y="335031"/>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System Description, Scope, and Goal</a:t>
            </a:r>
            <a:endParaRPr dirty="0"/>
          </a:p>
        </p:txBody>
      </p:sp>
      <p:sp>
        <p:nvSpPr>
          <p:cNvPr id="9321" name="Google Shape;9321;p36"/>
          <p:cNvSpPr txBox="1">
            <a:spLocks noGrp="1"/>
          </p:cNvSpPr>
          <p:nvPr>
            <p:ph type="subTitle" idx="4"/>
          </p:nvPr>
        </p:nvSpPr>
        <p:spPr>
          <a:xfrm>
            <a:off x="833205" y="1142641"/>
            <a:ext cx="2272200" cy="439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i="1" dirty="0"/>
              <a:t>SYSTEM DESCRIPTION</a:t>
            </a:r>
          </a:p>
        </p:txBody>
      </p:sp>
      <p:sp>
        <p:nvSpPr>
          <p:cNvPr id="9322" name="Google Shape;9322;p36"/>
          <p:cNvSpPr txBox="1">
            <a:spLocks noGrp="1"/>
          </p:cNvSpPr>
          <p:nvPr>
            <p:ph type="subTitle" idx="5"/>
          </p:nvPr>
        </p:nvSpPr>
        <p:spPr>
          <a:xfrm>
            <a:off x="3983388" y="1142641"/>
            <a:ext cx="2272200" cy="439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i="1" dirty="0"/>
              <a:t>SCOPE</a:t>
            </a:r>
          </a:p>
        </p:txBody>
      </p:sp>
      <p:sp>
        <p:nvSpPr>
          <p:cNvPr id="9323" name="Google Shape;9323;p36"/>
          <p:cNvSpPr txBox="1">
            <a:spLocks noGrp="1"/>
          </p:cNvSpPr>
          <p:nvPr>
            <p:ph type="subTitle" idx="1"/>
          </p:nvPr>
        </p:nvSpPr>
        <p:spPr>
          <a:xfrm>
            <a:off x="495548" y="1689436"/>
            <a:ext cx="2831894" cy="2435903"/>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b="1" dirty="0"/>
              <a:t>Our project is a web-based workout planner built on the MERN Stack: MongoDB, Express, React, and Node.js. In today's fast-moving world, with a growing focus on fitness, this application attempts to facilitate ease in managing and maintaining workout schedules according to an individual's preference and level of fitness. Accordingly, the users would be able to create personalized workout plans, which would help them track their progress and provide feedback in detail to help them optimize their journey toward fitness.</a:t>
            </a:r>
            <a:endParaRPr b="1" dirty="0"/>
          </a:p>
        </p:txBody>
      </p:sp>
      <p:sp>
        <p:nvSpPr>
          <p:cNvPr id="9324" name="Google Shape;9324;p36"/>
          <p:cNvSpPr txBox="1">
            <a:spLocks noGrp="1"/>
          </p:cNvSpPr>
          <p:nvPr>
            <p:ph type="subTitle" idx="2"/>
          </p:nvPr>
        </p:nvSpPr>
        <p:spPr>
          <a:xfrm>
            <a:off x="3587625" y="1707048"/>
            <a:ext cx="2387384" cy="1650900"/>
          </a:xfrm>
          <a:prstGeom prst="rect">
            <a:avLst/>
          </a:prstGeom>
        </p:spPr>
        <p:txBody>
          <a:bodyPr spcFirstLastPara="1" wrap="square" lIns="91425" tIns="91425" rIns="91425" bIns="91425" anchor="t" anchorCtr="0">
            <a:noAutofit/>
          </a:bodyPr>
          <a:lstStyle/>
          <a:p>
            <a:pPr marL="171450" lvl="0" indent="-171450" algn="just" rtl="0">
              <a:spcBef>
                <a:spcPts val="0"/>
              </a:spcBef>
              <a:spcAft>
                <a:spcPts val="0"/>
              </a:spcAft>
              <a:buFont typeface="Arial" panose="020B0604020202020204" pitchFamily="34" charset="0"/>
              <a:buChar char="•"/>
            </a:pPr>
            <a:r>
              <a:rPr lang="en-US" b="1" dirty="0"/>
              <a:t>Design an intuitive user interface to help the user in creating or managing workout plans.</a:t>
            </a:r>
          </a:p>
          <a:p>
            <a:pPr marL="171450" lvl="0" indent="-171450" algn="just" rtl="0">
              <a:spcBef>
                <a:spcPts val="0"/>
              </a:spcBef>
              <a:spcAft>
                <a:spcPts val="0"/>
              </a:spcAft>
              <a:buFont typeface="Arial" panose="020B0604020202020204" pitchFamily="34" charset="0"/>
              <a:buChar char="•"/>
            </a:pPr>
            <a:r>
              <a:rPr lang="en-US" b="1" dirty="0"/>
              <a:t>Development of server-side services for user authentication, storing data in a secure manner, and retrieving.</a:t>
            </a:r>
          </a:p>
          <a:p>
            <a:pPr marL="171450" lvl="0" indent="-171450" algn="just" rtl="0">
              <a:spcBef>
                <a:spcPts val="0"/>
              </a:spcBef>
              <a:spcAft>
                <a:spcPts val="0"/>
              </a:spcAft>
              <a:buFont typeface="Arial" panose="020B0604020202020204" pitchFamily="34" charset="0"/>
              <a:buChar char="•"/>
            </a:pPr>
            <a:r>
              <a:rPr lang="en-US" b="1" dirty="0"/>
              <a:t>Ensuring that performance and data security will enable seamless and safe user experiences.</a:t>
            </a:r>
            <a:endParaRPr b="1" dirty="0"/>
          </a:p>
        </p:txBody>
      </p:sp>
      <p:sp>
        <p:nvSpPr>
          <p:cNvPr id="9325" name="Google Shape;9325;p36"/>
          <p:cNvSpPr txBox="1">
            <a:spLocks noGrp="1"/>
          </p:cNvSpPr>
          <p:nvPr>
            <p:ph type="subTitle" idx="3"/>
          </p:nvPr>
        </p:nvSpPr>
        <p:spPr>
          <a:xfrm>
            <a:off x="6151800" y="1650630"/>
            <a:ext cx="2272200" cy="2797078"/>
          </a:xfrm>
          <a:prstGeom prst="rect">
            <a:avLst/>
          </a:prstGeom>
        </p:spPr>
        <p:txBody>
          <a:bodyPr spcFirstLastPara="1" wrap="square" lIns="91425" tIns="91425" rIns="91425" bIns="91425" anchor="t" anchorCtr="0">
            <a:noAutofit/>
          </a:bodyPr>
          <a:lstStyle/>
          <a:p>
            <a:pPr marL="171450" lvl="0" indent="-171450" algn="just" rtl="0">
              <a:spcBef>
                <a:spcPts val="0"/>
              </a:spcBef>
              <a:spcAft>
                <a:spcPts val="0"/>
              </a:spcAft>
              <a:buFont typeface="Arial" panose="020B0604020202020204" pitchFamily="34" charset="0"/>
              <a:buChar char="•"/>
            </a:pPr>
            <a:r>
              <a:rPr lang="en-US" b="1" dirty="0"/>
              <a:t>Offer customized exercise programs according to an individual's fitness level and goals.</a:t>
            </a:r>
          </a:p>
          <a:p>
            <a:pPr marL="171450" lvl="0" indent="-171450" algn="just" rtl="0">
              <a:spcBef>
                <a:spcPts val="0"/>
              </a:spcBef>
              <a:spcAft>
                <a:spcPts val="0"/>
              </a:spcAft>
              <a:buFont typeface="Arial" panose="020B0604020202020204" pitchFamily="34" charset="0"/>
              <a:buChar char="•"/>
            </a:pPr>
            <a:r>
              <a:rPr lang="en-US" b="1" dirty="0"/>
              <a:t>Tracking of progress and visualizations that let users track their improvement.</a:t>
            </a:r>
          </a:p>
          <a:p>
            <a:pPr marL="171450" lvl="0" indent="-171450" algn="just" rtl="0">
              <a:spcBef>
                <a:spcPts val="0"/>
              </a:spcBef>
              <a:spcAft>
                <a:spcPts val="0"/>
              </a:spcAft>
              <a:buFont typeface="Arial" panose="020B0604020202020204" pitchFamily="34" charset="0"/>
              <a:buChar char="•"/>
            </a:pPr>
            <a:r>
              <a:rPr lang="en-US" b="1" dirty="0"/>
              <a:t>It aims to deliver a responsive and user-friendly experience that could facilitate consistent fitness management.</a:t>
            </a:r>
            <a:endParaRPr b="1" dirty="0"/>
          </a:p>
        </p:txBody>
      </p:sp>
      <p:sp>
        <p:nvSpPr>
          <p:cNvPr id="9326" name="Google Shape;9326;p36"/>
          <p:cNvSpPr txBox="1">
            <a:spLocks noGrp="1"/>
          </p:cNvSpPr>
          <p:nvPr>
            <p:ph type="subTitle" idx="6"/>
          </p:nvPr>
        </p:nvSpPr>
        <p:spPr>
          <a:xfrm>
            <a:off x="6528842" y="1142641"/>
            <a:ext cx="2272200" cy="439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i="1" dirty="0"/>
              <a:t>GOAL</a:t>
            </a:r>
          </a:p>
        </p:txBody>
      </p:sp>
      <p:sp>
        <p:nvSpPr>
          <p:cNvPr id="9330" name="Google Shape;9330;p36"/>
          <p:cNvSpPr/>
          <p:nvPr/>
        </p:nvSpPr>
        <p:spPr>
          <a:xfrm>
            <a:off x="474901" y="1214707"/>
            <a:ext cx="302200" cy="339253"/>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9331" name="Google Shape;9331;p36"/>
          <p:cNvGrpSpPr/>
          <p:nvPr/>
        </p:nvGrpSpPr>
        <p:grpSpPr>
          <a:xfrm>
            <a:off x="6151800" y="1183722"/>
            <a:ext cx="339359" cy="339253"/>
            <a:chOff x="5642475" y="1435075"/>
            <a:chExt cx="481975" cy="481825"/>
          </a:xfrm>
          <a:solidFill>
            <a:schemeClr val="accent2"/>
          </a:solidFill>
        </p:grpSpPr>
        <p:sp>
          <p:nvSpPr>
            <p:cNvPr id="9332" name="Google Shape;9332;p36"/>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33" name="Google Shape;9333;p36"/>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34" name="Google Shape;9334;p36"/>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9335" name="Google Shape;9335;p36"/>
          <p:cNvGrpSpPr/>
          <p:nvPr/>
        </p:nvGrpSpPr>
        <p:grpSpPr>
          <a:xfrm>
            <a:off x="3587625" y="1163402"/>
            <a:ext cx="352857" cy="347301"/>
            <a:chOff x="2404875" y="3592725"/>
            <a:chExt cx="298525" cy="293825"/>
          </a:xfrm>
          <a:solidFill>
            <a:schemeClr val="accent2"/>
          </a:solidFill>
        </p:grpSpPr>
        <p:sp>
          <p:nvSpPr>
            <p:cNvPr id="9336" name="Google Shape;9336;p36"/>
            <p:cNvSpPr/>
            <p:nvPr/>
          </p:nvSpPr>
          <p:spPr>
            <a:xfrm>
              <a:off x="2404875" y="3747900"/>
              <a:ext cx="52775" cy="138650"/>
            </a:xfrm>
            <a:custGeom>
              <a:avLst/>
              <a:gdLst/>
              <a:ahLst/>
              <a:cxnLst/>
              <a:rect l="l" t="t" r="r" b="b"/>
              <a:pathLst>
                <a:path w="2111" h="5546" extrusionOk="0">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7" name="Google Shape;9337;p36"/>
            <p:cNvSpPr/>
            <p:nvPr/>
          </p:nvSpPr>
          <p:spPr>
            <a:xfrm>
              <a:off x="2458425" y="3592725"/>
              <a:ext cx="190625" cy="160700"/>
            </a:xfrm>
            <a:custGeom>
              <a:avLst/>
              <a:gdLst/>
              <a:ahLst/>
              <a:cxnLst/>
              <a:rect l="l" t="t" r="r" b="b"/>
              <a:pathLst>
                <a:path w="7625" h="6428" extrusionOk="0">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8" name="Google Shape;9338;p36"/>
            <p:cNvSpPr/>
            <p:nvPr/>
          </p:nvSpPr>
          <p:spPr>
            <a:xfrm>
              <a:off x="2474975" y="3742775"/>
              <a:ext cx="228425" cy="125650"/>
            </a:xfrm>
            <a:custGeom>
              <a:avLst/>
              <a:gdLst/>
              <a:ahLst/>
              <a:cxnLst/>
              <a:rect l="l" t="t" r="r" b="b"/>
              <a:pathLst>
                <a:path w="9137" h="5026" extrusionOk="0">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16"/>
        <p:cNvGrpSpPr/>
        <p:nvPr/>
      </p:nvGrpSpPr>
      <p:grpSpPr>
        <a:xfrm>
          <a:off x="0" y="0"/>
          <a:ext cx="0" cy="0"/>
          <a:chOff x="0" y="0"/>
          <a:chExt cx="0" cy="0"/>
        </a:xfrm>
      </p:grpSpPr>
      <p:sp>
        <p:nvSpPr>
          <p:cNvPr id="8517" name="Google Shape;8517;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Main User Stories</a:t>
            </a:r>
            <a:endParaRPr dirty="0"/>
          </a:p>
        </p:txBody>
      </p:sp>
      <p:sp>
        <p:nvSpPr>
          <p:cNvPr id="8518" name="Google Shape;8518;p31"/>
          <p:cNvSpPr txBox="1">
            <a:spLocks noGrp="1"/>
          </p:cNvSpPr>
          <p:nvPr>
            <p:ph type="body" idx="1"/>
          </p:nvPr>
        </p:nvSpPr>
        <p:spPr>
          <a:xfrm>
            <a:off x="575621" y="731375"/>
            <a:ext cx="4547400" cy="327754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endParaRPr lang="en-US" sz="1400" dirty="0"/>
          </a:p>
          <a:p>
            <a:pPr marL="457200" lvl="0" indent="-304800" algn="just" rtl="0">
              <a:spcBef>
                <a:spcPts val="1200"/>
              </a:spcBef>
              <a:spcAft>
                <a:spcPts val="0"/>
              </a:spcAft>
              <a:buClr>
                <a:schemeClr val="dk1"/>
              </a:buClr>
              <a:buSzPts val="1200"/>
              <a:buAutoNum type="arabicPeriod"/>
            </a:pPr>
            <a:r>
              <a:rPr lang="en-US" sz="1400" dirty="0"/>
              <a:t> Users should be able to create an account by signing up so that my data relating to work-outs is saved securely, and at any time, they can access it to manage my journey of keeping fit with ease. </a:t>
            </a:r>
          </a:p>
          <a:p>
            <a:pPr marL="457200" lvl="0" indent="-304800" algn="just" rtl="0">
              <a:spcBef>
                <a:spcPts val="1200"/>
              </a:spcBef>
              <a:spcAft>
                <a:spcPts val="0"/>
              </a:spcAft>
              <a:buClr>
                <a:schemeClr val="dk1"/>
              </a:buClr>
              <a:buSzPts val="1200"/>
              <a:buAutoNum type="arabicPeriod"/>
            </a:pPr>
            <a:r>
              <a:rPr lang="en-US" sz="1400" dirty="0"/>
              <a:t>Users should be able to create a customized workout plan with regard to my fitness level and goal so that they can work out in a structured manner according to my objectives relating to health. </a:t>
            </a:r>
          </a:p>
          <a:p>
            <a:pPr marL="457200" lvl="0" indent="-304800" algn="just" rtl="0">
              <a:spcBef>
                <a:spcPts val="1200"/>
              </a:spcBef>
              <a:spcAft>
                <a:spcPts val="0"/>
              </a:spcAft>
              <a:buClr>
                <a:schemeClr val="dk1"/>
              </a:buClr>
              <a:buSzPts val="1200"/>
              <a:buAutoNum type="arabicPeriod"/>
            </a:pPr>
            <a:r>
              <a:rPr lang="en-US" sz="1400" dirty="0"/>
              <a:t>They want it to be possible as a user to view in detail my workout history, including metrics and visual charts of progress, so that they can evaluate and work on aspects of my exercise routine that need improvement. </a:t>
            </a:r>
          </a:p>
        </p:txBody>
      </p:sp>
      <p:pic>
        <p:nvPicPr>
          <p:cNvPr id="8519" name="Google Shape;8519;p31"/>
          <p:cNvPicPr preferRelativeResize="0">
            <a:picLocks noGrp="1"/>
          </p:cNvPicPr>
          <p:nvPr>
            <p:ph type="pic" idx="2"/>
          </p:nvPr>
        </p:nvPicPr>
        <p:blipFill rotWithShape="1">
          <a:blip r:embed="rId3">
            <a:alphaModFix/>
          </a:blip>
          <a:srcRect l="28596" r="4590"/>
          <a:stretch/>
        </p:blipFill>
        <p:spPr>
          <a:xfrm>
            <a:off x="5516875" y="1114425"/>
            <a:ext cx="2913900" cy="2914800"/>
          </a:xfrm>
          <a:prstGeom prst="ellipse">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79"/>
        <p:cNvGrpSpPr/>
        <p:nvPr/>
      </p:nvGrpSpPr>
      <p:grpSpPr>
        <a:xfrm>
          <a:off x="0" y="0"/>
          <a:ext cx="0" cy="0"/>
          <a:chOff x="0" y="0"/>
          <a:chExt cx="0" cy="0"/>
        </a:xfrm>
      </p:grpSpPr>
      <p:sp>
        <p:nvSpPr>
          <p:cNvPr id="9380" name="Google Shape;9380;p38"/>
          <p:cNvSpPr txBox="1">
            <a:spLocks noGrp="1"/>
          </p:cNvSpPr>
          <p:nvPr>
            <p:ph type="title"/>
          </p:nvPr>
        </p:nvSpPr>
        <p:spPr>
          <a:xfrm>
            <a:off x="720000" y="15889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Context Diagram</a:t>
            </a:r>
            <a:endParaRPr dirty="0"/>
          </a:p>
        </p:txBody>
      </p:sp>
      <p:pic>
        <p:nvPicPr>
          <p:cNvPr id="27" name="Picture 26">
            <a:extLst>
              <a:ext uri="{FF2B5EF4-FFF2-40B4-BE49-F238E27FC236}">
                <a16:creationId xmlns:a16="http://schemas.microsoft.com/office/drawing/2014/main" id="{43494C37-CAAD-1ED3-1A5C-A86A609F8BF2}"/>
              </a:ext>
            </a:extLst>
          </p:cNvPr>
          <p:cNvPicPr>
            <a:picLocks noChangeAspect="1"/>
          </p:cNvPicPr>
          <p:nvPr/>
        </p:nvPicPr>
        <p:blipFill>
          <a:blip r:embed="rId3"/>
          <a:stretch>
            <a:fillRect/>
          </a:stretch>
        </p:blipFill>
        <p:spPr>
          <a:xfrm>
            <a:off x="1010654" y="1704894"/>
            <a:ext cx="7098630" cy="3126683"/>
          </a:xfrm>
          <a:prstGeom prst="rect">
            <a:avLst/>
          </a:prstGeom>
        </p:spPr>
      </p:pic>
      <p:sp>
        <p:nvSpPr>
          <p:cNvPr id="30" name="Subtitle 10">
            <a:extLst>
              <a:ext uri="{FF2B5EF4-FFF2-40B4-BE49-F238E27FC236}">
                <a16:creationId xmlns:a16="http://schemas.microsoft.com/office/drawing/2014/main" id="{5F06BD3B-7FBE-A7F7-2677-8FF1A16ADBD4}"/>
              </a:ext>
            </a:extLst>
          </p:cNvPr>
          <p:cNvSpPr txBox="1">
            <a:spLocks/>
          </p:cNvSpPr>
          <p:nvPr/>
        </p:nvSpPr>
        <p:spPr>
          <a:xfrm>
            <a:off x="602581" y="890338"/>
            <a:ext cx="7938837" cy="97455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Bebas Neue"/>
              <a:buNone/>
              <a:defRPr sz="1800" b="0" i="0" u="none" strike="noStrike" cap="none">
                <a:solidFill>
                  <a:schemeClr val="dk1"/>
                </a:solidFill>
                <a:latin typeface="Audiowide"/>
                <a:ea typeface="Audiowide"/>
                <a:cs typeface="Audiowide"/>
                <a:sym typeface="Audiowide"/>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algn="just"/>
            <a:r>
              <a:rPr lang="en-US" sz="1600" dirty="0"/>
              <a:t>The Personalized Fitness Scheduler acts as the central system, allowing gym users to interact with their workout plans, while administrators manage user data, and the database ensures efficient storage and retrieval of information.</a:t>
            </a:r>
          </a:p>
          <a:p>
            <a:pPr algn="just"/>
            <a:endParaRPr lang="en-IN"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24"/>
        <p:cNvGrpSpPr/>
        <p:nvPr/>
      </p:nvGrpSpPr>
      <p:grpSpPr>
        <a:xfrm>
          <a:off x="0" y="0"/>
          <a:ext cx="0" cy="0"/>
          <a:chOff x="0" y="0"/>
          <a:chExt cx="0" cy="0"/>
        </a:xfrm>
      </p:grpSpPr>
      <p:sp>
        <p:nvSpPr>
          <p:cNvPr id="8925" name="Google Shape;8925;p33"/>
          <p:cNvSpPr txBox="1">
            <a:spLocks noGrp="1"/>
          </p:cNvSpPr>
          <p:nvPr>
            <p:ph type="title"/>
          </p:nvPr>
        </p:nvSpPr>
        <p:spPr>
          <a:xfrm>
            <a:off x="706700" y="314393"/>
            <a:ext cx="48318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Usecase Diagram</a:t>
            </a:r>
            <a:endParaRPr dirty="0"/>
          </a:p>
        </p:txBody>
      </p:sp>
      <p:sp>
        <p:nvSpPr>
          <p:cNvPr id="8926" name="Google Shape;8926;p33"/>
          <p:cNvSpPr txBox="1">
            <a:spLocks noGrp="1"/>
          </p:cNvSpPr>
          <p:nvPr>
            <p:ph type="subTitle" idx="1"/>
          </p:nvPr>
        </p:nvSpPr>
        <p:spPr>
          <a:xfrm>
            <a:off x="706700" y="968306"/>
            <a:ext cx="2132753" cy="2716691"/>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400" dirty="0"/>
              <a:t>The "Personalized Fitness Scheduler" is a MERN-based application that allows gym users to create accounts, view and customize workout plans, track workouts, and view history. Administrators can also manage and track user workout plans, providing a streamlined way for both users and administrators to manage personalized fitness goals.</a:t>
            </a:r>
            <a:endParaRPr sz="1400" dirty="0"/>
          </a:p>
        </p:txBody>
      </p:sp>
      <p:pic>
        <p:nvPicPr>
          <p:cNvPr id="3" name="Picture 2">
            <a:extLst>
              <a:ext uri="{FF2B5EF4-FFF2-40B4-BE49-F238E27FC236}">
                <a16:creationId xmlns:a16="http://schemas.microsoft.com/office/drawing/2014/main" id="{B58FE6F5-22D3-EE04-27EA-3F2BF2E57F40}"/>
              </a:ext>
            </a:extLst>
          </p:cNvPr>
          <p:cNvPicPr>
            <a:picLocks noChangeAspect="1"/>
          </p:cNvPicPr>
          <p:nvPr/>
        </p:nvPicPr>
        <p:blipFill>
          <a:blip r:embed="rId3"/>
          <a:stretch>
            <a:fillRect/>
          </a:stretch>
        </p:blipFill>
        <p:spPr>
          <a:xfrm>
            <a:off x="3245745" y="968306"/>
            <a:ext cx="5441909" cy="37365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81"/>
        <p:cNvGrpSpPr/>
        <p:nvPr/>
      </p:nvGrpSpPr>
      <p:grpSpPr>
        <a:xfrm>
          <a:off x="0" y="0"/>
          <a:ext cx="0" cy="0"/>
          <a:chOff x="0" y="0"/>
          <a:chExt cx="0" cy="0"/>
        </a:xfrm>
      </p:grpSpPr>
      <p:sp>
        <p:nvSpPr>
          <p:cNvPr id="10082" name="Google Shape;10082;p51"/>
          <p:cNvSpPr txBox="1">
            <a:spLocks noGrp="1"/>
          </p:cNvSpPr>
          <p:nvPr>
            <p:ph type="title"/>
          </p:nvPr>
        </p:nvSpPr>
        <p:spPr>
          <a:xfrm>
            <a:off x="487525" y="353737"/>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Database Diagram</a:t>
            </a:r>
            <a:endParaRPr dirty="0"/>
          </a:p>
        </p:txBody>
      </p:sp>
      <p:sp>
        <p:nvSpPr>
          <p:cNvPr id="10083" name="Google Shape;10083;p51"/>
          <p:cNvSpPr txBox="1">
            <a:spLocks noGrp="1"/>
          </p:cNvSpPr>
          <p:nvPr>
            <p:ph type="body" idx="1"/>
          </p:nvPr>
        </p:nvSpPr>
        <p:spPr>
          <a:xfrm>
            <a:off x="309294" y="785251"/>
            <a:ext cx="2538868" cy="3873539"/>
          </a:xfrm>
          <a:prstGeom prst="rect">
            <a:avLst/>
          </a:prstGeom>
        </p:spPr>
        <p:txBody>
          <a:bodyPr spcFirstLastPara="1" wrap="square" lIns="91425" tIns="91425" rIns="91425" bIns="91425" anchor="t" anchorCtr="0">
            <a:noAutofit/>
          </a:bodyPr>
          <a:lstStyle/>
          <a:p>
            <a:endParaRPr lang="en-US" dirty="0"/>
          </a:p>
          <a:p>
            <a:pPr marL="152400" indent="0">
              <a:buNone/>
            </a:pPr>
            <a:r>
              <a:rPr lang="en-US" dirty="0"/>
              <a:t>The "Personalized Fitness Scheduler" database schema is structured to manage workout plans, routines, users, and progress tracking. The </a:t>
            </a:r>
            <a:r>
              <a:rPr lang="en-US" b="1" dirty="0"/>
              <a:t>User</a:t>
            </a:r>
            <a:r>
              <a:rPr lang="en-US" dirty="0"/>
              <a:t> table stores user details and fitness levels. The </a:t>
            </a:r>
            <a:r>
              <a:rPr lang="en-US" b="1" dirty="0"/>
              <a:t>Workout Planner</a:t>
            </a:r>
            <a:r>
              <a:rPr lang="en-US" dirty="0"/>
              <a:t> table connects users to specific workout plans with start and end dates. Each plan has associated exercises in the </a:t>
            </a:r>
            <a:r>
              <a:rPr lang="en-US" b="1" dirty="0"/>
              <a:t>Workout Routine</a:t>
            </a:r>
            <a:r>
              <a:rPr lang="en-US" dirty="0"/>
              <a:t> table, detailing sets, repetitions, and exercises. The </a:t>
            </a:r>
            <a:r>
              <a:rPr lang="en-US" b="1" dirty="0"/>
              <a:t>Progress Tracker</a:t>
            </a:r>
            <a:r>
              <a:rPr lang="en-US" dirty="0"/>
              <a:t> logs daily progress for each plan, including weight, calories burned, and workout duration. This schema ensures efficient tracking and customization of fitness plans for users.</a:t>
            </a:r>
          </a:p>
          <a:p>
            <a:pPr marL="0" lvl="0" indent="0" algn="l" rtl="0">
              <a:spcBef>
                <a:spcPts val="0"/>
              </a:spcBef>
              <a:spcAft>
                <a:spcPts val="0"/>
              </a:spcAft>
              <a:buClr>
                <a:schemeClr val="dk1"/>
              </a:buClr>
              <a:buSzPts val="1100"/>
              <a:buFont typeface="Arial"/>
              <a:buNone/>
            </a:pPr>
            <a:endParaRPr dirty="0"/>
          </a:p>
        </p:txBody>
      </p:sp>
      <p:pic>
        <p:nvPicPr>
          <p:cNvPr id="3" name="Picture 2">
            <a:extLst>
              <a:ext uri="{FF2B5EF4-FFF2-40B4-BE49-F238E27FC236}">
                <a16:creationId xmlns:a16="http://schemas.microsoft.com/office/drawing/2014/main" id="{4747EE1F-9E5A-FCDD-B987-3B94FEA94D20}"/>
              </a:ext>
            </a:extLst>
          </p:cNvPr>
          <p:cNvPicPr>
            <a:picLocks noChangeAspect="1"/>
          </p:cNvPicPr>
          <p:nvPr/>
        </p:nvPicPr>
        <p:blipFill>
          <a:blip r:embed="rId3"/>
          <a:stretch>
            <a:fillRect/>
          </a:stretch>
        </p:blipFill>
        <p:spPr>
          <a:xfrm>
            <a:off x="2971226" y="1110715"/>
            <a:ext cx="5956469" cy="37358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24">
          <a:extLst>
            <a:ext uri="{FF2B5EF4-FFF2-40B4-BE49-F238E27FC236}">
              <a16:creationId xmlns:a16="http://schemas.microsoft.com/office/drawing/2014/main" id="{4143BA9B-137A-A4C9-6F5A-205778A226DE}"/>
            </a:ext>
          </a:extLst>
        </p:cNvPr>
        <p:cNvGrpSpPr/>
        <p:nvPr/>
      </p:nvGrpSpPr>
      <p:grpSpPr>
        <a:xfrm>
          <a:off x="0" y="0"/>
          <a:ext cx="0" cy="0"/>
          <a:chOff x="0" y="0"/>
          <a:chExt cx="0" cy="0"/>
        </a:xfrm>
      </p:grpSpPr>
      <p:sp>
        <p:nvSpPr>
          <p:cNvPr id="8925" name="Google Shape;8925;p33">
            <a:extLst>
              <a:ext uri="{FF2B5EF4-FFF2-40B4-BE49-F238E27FC236}">
                <a16:creationId xmlns:a16="http://schemas.microsoft.com/office/drawing/2014/main" id="{ECF0F0E0-6BCA-F8E0-40BC-D9A2F9E73D88}"/>
              </a:ext>
            </a:extLst>
          </p:cNvPr>
          <p:cNvSpPr txBox="1">
            <a:spLocks noGrp="1"/>
          </p:cNvSpPr>
          <p:nvPr>
            <p:ph type="title"/>
          </p:nvPr>
        </p:nvSpPr>
        <p:spPr>
          <a:xfrm>
            <a:off x="706700" y="314393"/>
            <a:ext cx="48318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Dependency Diagram</a:t>
            </a:r>
            <a:endParaRPr dirty="0"/>
          </a:p>
        </p:txBody>
      </p:sp>
      <p:sp>
        <p:nvSpPr>
          <p:cNvPr id="8926" name="Google Shape;8926;p33">
            <a:extLst>
              <a:ext uri="{FF2B5EF4-FFF2-40B4-BE49-F238E27FC236}">
                <a16:creationId xmlns:a16="http://schemas.microsoft.com/office/drawing/2014/main" id="{59990388-8F5F-BF46-AE6D-7EB4CA66F512}"/>
              </a:ext>
            </a:extLst>
          </p:cNvPr>
          <p:cNvSpPr txBox="1">
            <a:spLocks noGrp="1"/>
          </p:cNvSpPr>
          <p:nvPr>
            <p:ph type="subTitle" idx="1"/>
          </p:nvPr>
        </p:nvSpPr>
        <p:spPr>
          <a:xfrm>
            <a:off x="590155" y="852037"/>
            <a:ext cx="2602188" cy="4055881"/>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Here is the dependency diagram of the "Personalized Fitness Scheduler" by MERN stack. All the packages are organized according to how it will structure the application. The Client-Side Packages include components in user profile, workout scheduler, progress tracker, calendar utility, and services that reach out to an API. The Server-Side Packages include controllers, models, services, routes, and utility functions which manage users, workouts, and notifications. The Database Package uses MongoDB collections for storing information about the users and their workouts; the same goes for the progress thereafter. It is a such structure that greatly facilitates the communication between the client, server, and database layers.</a:t>
            </a:r>
            <a:endParaRPr dirty="0"/>
          </a:p>
        </p:txBody>
      </p:sp>
      <p:pic>
        <p:nvPicPr>
          <p:cNvPr id="4" name="Picture 3">
            <a:extLst>
              <a:ext uri="{FF2B5EF4-FFF2-40B4-BE49-F238E27FC236}">
                <a16:creationId xmlns:a16="http://schemas.microsoft.com/office/drawing/2014/main" id="{03B06027-D867-EAE1-B5FF-FBFA89D2DB9F}"/>
              </a:ext>
            </a:extLst>
          </p:cNvPr>
          <p:cNvPicPr>
            <a:picLocks noChangeAspect="1"/>
          </p:cNvPicPr>
          <p:nvPr/>
        </p:nvPicPr>
        <p:blipFill>
          <a:blip r:embed="rId3"/>
          <a:stretch>
            <a:fillRect/>
          </a:stretch>
        </p:blipFill>
        <p:spPr>
          <a:xfrm>
            <a:off x="3308888" y="969629"/>
            <a:ext cx="5559204" cy="3765103"/>
          </a:xfrm>
          <a:prstGeom prst="rect">
            <a:avLst/>
          </a:prstGeom>
        </p:spPr>
      </p:pic>
    </p:spTree>
    <p:extLst>
      <p:ext uri="{BB962C8B-B14F-4D97-AF65-F5344CB8AC3E}">
        <p14:creationId xmlns:p14="http://schemas.microsoft.com/office/powerpoint/2010/main" val="1132660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81">
          <a:extLst>
            <a:ext uri="{FF2B5EF4-FFF2-40B4-BE49-F238E27FC236}">
              <a16:creationId xmlns:a16="http://schemas.microsoft.com/office/drawing/2014/main" id="{71BDDDDD-CAC2-2D60-E609-F862E3422F4E}"/>
            </a:ext>
          </a:extLst>
        </p:cNvPr>
        <p:cNvGrpSpPr/>
        <p:nvPr/>
      </p:nvGrpSpPr>
      <p:grpSpPr>
        <a:xfrm>
          <a:off x="0" y="0"/>
          <a:ext cx="0" cy="0"/>
          <a:chOff x="0" y="0"/>
          <a:chExt cx="0" cy="0"/>
        </a:xfrm>
      </p:grpSpPr>
      <p:sp>
        <p:nvSpPr>
          <p:cNvPr id="10082" name="Google Shape;10082;p51">
            <a:extLst>
              <a:ext uri="{FF2B5EF4-FFF2-40B4-BE49-F238E27FC236}">
                <a16:creationId xmlns:a16="http://schemas.microsoft.com/office/drawing/2014/main" id="{DD362820-B848-8626-43B3-8DF81B0E7690}"/>
              </a:ext>
            </a:extLst>
          </p:cNvPr>
          <p:cNvSpPr txBox="1">
            <a:spLocks noGrp="1"/>
          </p:cNvSpPr>
          <p:nvPr>
            <p:ph type="title"/>
          </p:nvPr>
        </p:nvSpPr>
        <p:spPr>
          <a:xfrm>
            <a:off x="487525" y="353737"/>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MVC Diagram</a:t>
            </a:r>
            <a:endParaRPr dirty="0"/>
          </a:p>
        </p:txBody>
      </p:sp>
      <p:sp>
        <p:nvSpPr>
          <p:cNvPr id="10083" name="Google Shape;10083;p51">
            <a:extLst>
              <a:ext uri="{FF2B5EF4-FFF2-40B4-BE49-F238E27FC236}">
                <a16:creationId xmlns:a16="http://schemas.microsoft.com/office/drawing/2014/main" id="{57CDE090-D570-6AEE-5D7C-82FFCF31C975}"/>
              </a:ext>
            </a:extLst>
          </p:cNvPr>
          <p:cNvSpPr txBox="1">
            <a:spLocks noGrp="1"/>
          </p:cNvSpPr>
          <p:nvPr>
            <p:ph type="body" idx="1"/>
          </p:nvPr>
        </p:nvSpPr>
        <p:spPr>
          <a:xfrm>
            <a:off x="286047" y="953683"/>
            <a:ext cx="2538868" cy="3639652"/>
          </a:xfrm>
          <a:prstGeom prst="rect">
            <a:avLst/>
          </a:prstGeom>
        </p:spPr>
        <p:txBody>
          <a:bodyPr spcFirstLastPara="1" wrap="square" lIns="91425" tIns="91425" rIns="91425" bIns="91425" anchor="t" anchorCtr="0">
            <a:noAutofit/>
          </a:bodyPr>
          <a:lstStyle/>
          <a:p>
            <a:pPr marL="152400" indent="0" algn="just">
              <a:buNone/>
            </a:pPr>
            <a:r>
              <a:rPr lang="en-US" sz="1400" dirty="0"/>
              <a:t>The "Personalized Fitness Scheduler" follows the MVC architecture:</a:t>
            </a:r>
          </a:p>
          <a:p>
            <a:pPr marL="152400" indent="0" algn="just">
              <a:buNone/>
            </a:pPr>
            <a:endParaRPr lang="en-US" sz="1400" dirty="0"/>
          </a:p>
          <a:p>
            <a:pPr algn="just"/>
            <a:r>
              <a:rPr lang="en-US" sz="1400" b="1" dirty="0"/>
              <a:t>Model</a:t>
            </a:r>
            <a:r>
              <a:rPr lang="en-US" sz="1400" dirty="0"/>
              <a:t>: Manages data and logic, with models for workouts, exercises, and user progress.</a:t>
            </a:r>
          </a:p>
          <a:p>
            <a:pPr algn="just"/>
            <a:r>
              <a:rPr lang="en-US" sz="1400" b="1" dirty="0"/>
              <a:t>View</a:t>
            </a:r>
            <a:r>
              <a:rPr lang="en-US" sz="1400" dirty="0"/>
              <a:t>: Displays data to the user, including a dashboard, workout plan, and exercise details.</a:t>
            </a:r>
          </a:p>
          <a:p>
            <a:pPr algn="just"/>
            <a:r>
              <a:rPr lang="en-US" sz="1400" b="1" dirty="0"/>
              <a:t>Controller</a:t>
            </a:r>
            <a:r>
              <a:rPr lang="en-US" sz="1400" dirty="0"/>
              <a:t>: Handles user inputs, updates the model, and refreshes the view.</a:t>
            </a:r>
          </a:p>
          <a:p>
            <a:pPr marL="0" lvl="0" indent="0" algn="just" rtl="0">
              <a:spcBef>
                <a:spcPts val="0"/>
              </a:spcBef>
              <a:spcAft>
                <a:spcPts val="0"/>
              </a:spcAft>
              <a:buClr>
                <a:schemeClr val="dk1"/>
              </a:buClr>
              <a:buSzPts val="1100"/>
              <a:buFont typeface="Arial"/>
              <a:buNone/>
            </a:pPr>
            <a:endParaRPr sz="1400" dirty="0"/>
          </a:p>
        </p:txBody>
      </p:sp>
      <p:pic>
        <p:nvPicPr>
          <p:cNvPr id="4" name="Picture 3">
            <a:extLst>
              <a:ext uri="{FF2B5EF4-FFF2-40B4-BE49-F238E27FC236}">
                <a16:creationId xmlns:a16="http://schemas.microsoft.com/office/drawing/2014/main" id="{71820616-59CB-01CC-1C9B-6719A9636526}"/>
              </a:ext>
            </a:extLst>
          </p:cNvPr>
          <p:cNvPicPr>
            <a:picLocks noChangeAspect="1"/>
          </p:cNvPicPr>
          <p:nvPr/>
        </p:nvPicPr>
        <p:blipFill>
          <a:blip r:embed="rId3"/>
          <a:stretch>
            <a:fillRect/>
          </a:stretch>
        </p:blipFill>
        <p:spPr>
          <a:xfrm>
            <a:off x="2890436" y="902194"/>
            <a:ext cx="6183824" cy="3639652"/>
          </a:xfrm>
          <a:prstGeom prst="rect">
            <a:avLst/>
          </a:prstGeom>
        </p:spPr>
      </p:pic>
    </p:spTree>
    <p:extLst>
      <p:ext uri="{BB962C8B-B14F-4D97-AF65-F5344CB8AC3E}">
        <p14:creationId xmlns:p14="http://schemas.microsoft.com/office/powerpoint/2010/main" val="4241159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24">
          <a:extLst>
            <a:ext uri="{FF2B5EF4-FFF2-40B4-BE49-F238E27FC236}">
              <a16:creationId xmlns:a16="http://schemas.microsoft.com/office/drawing/2014/main" id="{1E856077-1305-1B9B-1C2E-14F20A3A8B07}"/>
            </a:ext>
          </a:extLst>
        </p:cNvPr>
        <p:cNvGrpSpPr/>
        <p:nvPr/>
      </p:nvGrpSpPr>
      <p:grpSpPr>
        <a:xfrm>
          <a:off x="0" y="0"/>
          <a:ext cx="0" cy="0"/>
          <a:chOff x="0" y="0"/>
          <a:chExt cx="0" cy="0"/>
        </a:xfrm>
      </p:grpSpPr>
      <p:sp>
        <p:nvSpPr>
          <p:cNvPr id="8925" name="Google Shape;8925;p33">
            <a:extLst>
              <a:ext uri="{FF2B5EF4-FFF2-40B4-BE49-F238E27FC236}">
                <a16:creationId xmlns:a16="http://schemas.microsoft.com/office/drawing/2014/main" id="{79C0F6DC-AC28-601A-C9D9-551A36B727E2}"/>
              </a:ext>
            </a:extLst>
          </p:cNvPr>
          <p:cNvSpPr txBox="1">
            <a:spLocks noGrp="1"/>
          </p:cNvSpPr>
          <p:nvPr>
            <p:ph type="title"/>
          </p:nvPr>
        </p:nvSpPr>
        <p:spPr>
          <a:xfrm>
            <a:off x="706700" y="314393"/>
            <a:ext cx="48318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Deployment Diagram</a:t>
            </a:r>
            <a:endParaRPr dirty="0"/>
          </a:p>
        </p:txBody>
      </p:sp>
      <p:sp>
        <p:nvSpPr>
          <p:cNvPr id="8926" name="Google Shape;8926;p33">
            <a:extLst>
              <a:ext uri="{FF2B5EF4-FFF2-40B4-BE49-F238E27FC236}">
                <a16:creationId xmlns:a16="http://schemas.microsoft.com/office/drawing/2014/main" id="{196A8552-C4AA-EA1B-779E-008252C569B4}"/>
              </a:ext>
            </a:extLst>
          </p:cNvPr>
          <p:cNvSpPr txBox="1">
            <a:spLocks noGrp="1"/>
          </p:cNvSpPr>
          <p:nvPr>
            <p:ph type="subTitle" idx="1"/>
          </p:nvPr>
        </p:nvSpPr>
        <p:spPr>
          <a:xfrm>
            <a:off x="706700" y="968306"/>
            <a:ext cx="2132753" cy="2716691"/>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400" dirty="0"/>
              <a:t>The "Personalized Fitness Scheduler" consists of a React frontend for users to manage workouts and track progress. The backend, built with Node.js and Express.js, handles API requests, business logic, and authentication with JWT for secure sessions. MongoDB stores user data, workouts, and progress in a flexible format, with middleware for validation and error handling.</a:t>
            </a:r>
            <a:endParaRPr sz="1050" dirty="0"/>
          </a:p>
        </p:txBody>
      </p:sp>
      <p:pic>
        <p:nvPicPr>
          <p:cNvPr id="4" name="Picture 3">
            <a:extLst>
              <a:ext uri="{FF2B5EF4-FFF2-40B4-BE49-F238E27FC236}">
                <a16:creationId xmlns:a16="http://schemas.microsoft.com/office/drawing/2014/main" id="{A9ACE18B-FC31-62F6-DB27-E9936DD37C46}"/>
              </a:ext>
            </a:extLst>
          </p:cNvPr>
          <p:cNvPicPr>
            <a:picLocks noChangeAspect="1"/>
          </p:cNvPicPr>
          <p:nvPr/>
        </p:nvPicPr>
        <p:blipFill>
          <a:blip r:embed="rId3"/>
          <a:srcRect r="4088"/>
          <a:stretch/>
        </p:blipFill>
        <p:spPr>
          <a:xfrm>
            <a:off x="3122600" y="1053130"/>
            <a:ext cx="5887452" cy="2991928"/>
          </a:xfrm>
          <a:prstGeom prst="rect">
            <a:avLst/>
          </a:prstGeom>
        </p:spPr>
      </p:pic>
    </p:spTree>
    <p:extLst>
      <p:ext uri="{BB962C8B-B14F-4D97-AF65-F5344CB8AC3E}">
        <p14:creationId xmlns:p14="http://schemas.microsoft.com/office/powerpoint/2010/main" val="3984808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81">
          <a:extLst>
            <a:ext uri="{FF2B5EF4-FFF2-40B4-BE49-F238E27FC236}">
              <a16:creationId xmlns:a16="http://schemas.microsoft.com/office/drawing/2014/main" id="{3AF2A436-BD00-186D-C57F-0CA17E9988AD}"/>
            </a:ext>
          </a:extLst>
        </p:cNvPr>
        <p:cNvGrpSpPr/>
        <p:nvPr/>
      </p:nvGrpSpPr>
      <p:grpSpPr>
        <a:xfrm>
          <a:off x="0" y="0"/>
          <a:ext cx="0" cy="0"/>
          <a:chOff x="0" y="0"/>
          <a:chExt cx="0" cy="0"/>
        </a:xfrm>
      </p:grpSpPr>
      <p:sp>
        <p:nvSpPr>
          <p:cNvPr id="10082" name="Google Shape;10082;p51">
            <a:extLst>
              <a:ext uri="{FF2B5EF4-FFF2-40B4-BE49-F238E27FC236}">
                <a16:creationId xmlns:a16="http://schemas.microsoft.com/office/drawing/2014/main" id="{46251B92-ECFE-B18C-50E9-1835C4625944}"/>
              </a:ext>
            </a:extLst>
          </p:cNvPr>
          <p:cNvSpPr txBox="1">
            <a:spLocks noGrp="1"/>
          </p:cNvSpPr>
          <p:nvPr>
            <p:ph type="title"/>
          </p:nvPr>
        </p:nvSpPr>
        <p:spPr>
          <a:xfrm>
            <a:off x="495274" y="19836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Class Diagram</a:t>
            </a:r>
            <a:endParaRPr dirty="0"/>
          </a:p>
        </p:txBody>
      </p:sp>
      <p:sp>
        <p:nvSpPr>
          <p:cNvPr id="10083" name="Google Shape;10083;p51">
            <a:extLst>
              <a:ext uri="{FF2B5EF4-FFF2-40B4-BE49-F238E27FC236}">
                <a16:creationId xmlns:a16="http://schemas.microsoft.com/office/drawing/2014/main" id="{3313BD06-1EC9-A40B-2CB0-F03C52BE4F36}"/>
              </a:ext>
            </a:extLst>
          </p:cNvPr>
          <p:cNvSpPr txBox="1">
            <a:spLocks noGrp="1"/>
          </p:cNvSpPr>
          <p:nvPr>
            <p:ph type="body" idx="1"/>
          </p:nvPr>
        </p:nvSpPr>
        <p:spPr>
          <a:xfrm>
            <a:off x="309294" y="785251"/>
            <a:ext cx="2538868" cy="3873539"/>
          </a:xfrm>
          <a:prstGeom prst="rect">
            <a:avLst/>
          </a:prstGeom>
        </p:spPr>
        <p:txBody>
          <a:bodyPr spcFirstLastPara="1" wrap="square" lIns="91425" tIns="91425" rIns="91425" bIns="91425" anchor="t" anchorCtr="0">
            <a:noAutofit/>
          </a:bodyPr>
          <a:lstStyle/>
          <a:p>
            <a:pPr marL="152400" indent="0" algn="just">
              <a:buNone/>
            </a:pPr>
            <a:r>
              <a:rPr lang="en-US" dirty="0"/>
              <a:t>The class diagram represents a personalized fitness application with five main entities: </a:t>
            </a:r>
            <a:r>
              <a:rPr lang="en-US" dirty="0" err="1"/>
              <a:t>FitnessPlan</a:t>
            </a:r>
            <a:r>
              <a:rPr lang="en-US" dirty="0"/>
              <a:t>, User, Workout, </a:t>
            </a:r>
            <a:r>
              <a:rPr lang="en-US" dirty="0" err="1"/>
              <a:t>DietPlan</a:t>
            </a:r>
            <a:r>
              <a:rPr lang="en-US" dirty="0"/>
              <a:t>, and Progress. Each entity has attributes that store relevant information, such as </a:t>
            </a:r>
            <a:r>
              <a:rPr lang="en-US" dirty="0" err="1"/>
              <a:t>planId</a:t>
            </a:r>
            <a:r>
              <a:rPr lang="en-US" dirty="0"/>
              <a:t> for fitness plans, </a:t>
            </a:r>
            <a:r>
              <a:rPr lang="en-US" dirty="0" err="1"/>
              <a:t>userId</a:t>
            </a:r>
            <a:r>
              <a:rPr lang="en-US" dirty="0"/>
              <a:t> for users, and </a:t>
            </a:r>
            <a:r>
              <a:rPr lang="en-US" dirty="0" err="1"/>
              <a:t>workoutId</a:t>
            </a:r>
            <a:r>
              <a:rPr lang="en-US" dirty="0"/>
              <a:t> for workouts. Each entity also includes methods to manage the data, such as creating, updating, and deleting plans, workouts, and diet plans, along with logging and viewing user progress. Together, these entities enable users to create and manage fitness plans, track workouts, monitor diet, and log progress over time.</a:t>
            </a:r>
          </a:p>
        </p:txBody>
      </p:sp>
      <p:pic>
        <p:nvPicPr>
          <p:cNvPr id="4" name="Picture 3">
            <a:extLst>
              <a:ext uri="{FF2B5EF4-FFF2-40B4-BE49-F238E27FC236}">
                <a16:creationId xmlns:a16="http://schemas.microsoft.com/office/drawing/2014/main" id="{758D3E32-0827-7A7C-1A9C-312762D11A80}"/>
              </a:ext>
            </a:extLst>
          </p:cNvPr>
          <p:cNvPicPr>
            <a:picLocks noChangeAspect="1"/>
          </p:cNvPicPr>
          <p:nvPr/>
        </p:nvPicPr>
        <p:blipFill>
          <a:blip r:embed="rId3"/>
          <a:stretch>
            <a:fillRect/>
          </a:stretch>
        </p:blipFill>
        <p:spPr>
          <a:xfrm>
            <a:off x="3026393" y="916224"/>
            <a:ext cx="6055746" cy="3873539"/>
          </a:xfrm>
          <a:prstGeom prst="rect">
            <a:avLst/>
          </a:prstGeom>
        </p:spPr>
      </p:pic>
    </p:spTree>
    <p:extLst>
      <p:ext uri="{BB962C8B-B14F-4D97-AF65-F5344CB8AC3E}">
        <p14:creationId xmlns:p14="http://schemas.microsoft.com/office/powerpoint/2010/main" val="14185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24">
          <a:extLst>
            <a:ext uri="{FF2B5EF4-FFF2-40B4-BE49-F238E27FC236}">
              <a16:creationId xmlns:a16="http://schemas.microsoft.com/office/drawing/2014/main" id="{6CCF4896-2D73-4B53-C596-0D1B38CA7ED7}"/>
            </a:ext>
          </a:extLst>
        </p:cNvPr>
        <p:cNvGrpSpPr/>
        <p:nvPr/>
      </p:nvGrpSpPr>
      <p:grpSpPr>
        <a:xfrm>
          <a:off x="0" y="0"/>
          <a:ext cx="0" cy="0"/>
          <a:chOff x="0" y="0"/>
          <a:chExt cx="0" cy="0"/>
        </a:xfrm>
      </p:grpSpPr>
      <p:sp>
        <p:nvSpPr>
          <p:cNvPr id="8925" name="Google Shape;8925;p33">
            <a:extLst>
              <a:ext uri="{FF2B5EF4-FFF2-40B4-BE49-F238E27FC236}">
                <a16:creationId xmlns:a16="http://schemas.microsoft.com/office/drawing/2014/main" id="{A57D0929-32CD-ABFD-C876-50A9E1EA8387}"/>
              </a:ext>
            </a:extLst>
          </p:cNvPr>
          <p:cNvSpPr txBox="1">
            <a:spLocks noGrp="1"/>
          </p:cNvSpPr>
          <p:nvPr>
            <p:ph type="title"/>
          </p:nvPr>
        </p:nvSpPr>
        <p:spPr>
          <a:xfrm>
            <a:off x="706700" y="314393"/>
            <a:ext cx="48318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Sequence Diagram</a:t>
            </a:r>
            <a:endParaRPr dirty="0"/>
          </a:p>
        </p:txBody>
      </p:sp>
      <p:sp>
        <p:nvSpPr>
          <p:cNvPr id="8926" name="Google Shape;8926;p33">
            <a:extLst>
              <a:ext uri="{FF2B5EF4-FFF2-40B4-BE49-F238E27FC236}">
                <a16:creationId xmlns:a16="http://schemas.microsoft.com/office/drawing/2014/main" id="{1611E808-85CC-6BCD-4684-67334A8513A1}"/>
              </a:ext>
            </a:extLst>
          </p:cNvPr>
          <p:cNvSpPr txBox="1">
            <a:spLocks noGrp="1"/>
          </p:cNvSpPr>
          <p:nvPr>
            <p:ph type="subTitle" idx="1"/>
          </p:nvPr>
        </p:nvSpPr>
        <p:spPr>
          <a:xfrm>
            <a:off x="542441" y="887093"/>
            <a:ext cx="2851689" cy="2716691"/>
          </a:xfrm>
          <a:prstGeom prst="rect">
            <a:avLst/>
          </a:prstGeom>
        </p:spPr>
        <p:txBody>
          <a:bodyPr spcFirstLastPara="1" wrap="square" lIns="91425" tIns="91425" rIns="91425" bIns="91425" anchor="t" anchorCtr="0">
            <a:noAutofit/>
          </a:bodyPr>
          <a:lstStyle/>
          <a:p>
            <a:pPr marL="152400" indent="0" algn="just">
              <a:buNone/>
            </a:pPr>
            <a:r>
              <a:rPr lang="en-US" dirty="0"/>
              <a:t>The sequence of actions in the "Personalized Fitness Scheduler" begins with the user logging in, where they can either sign up to create a new account or sign in if they are an existing user. After the user enters their credentials, the system validates the information to ensure it’s correct. Upon successful login, the system displays the user’s main dashboard. From there, the user can create a personalized fitness plan, which the system saves in the database. The system then shows the user their daily workout routine, and as they progress, it tracks and updates their fitness data. The user can view a summary of their progress at any time. If the user wishes to make changes, they can update their fitness plan. Finally, when finished, the user can log out, exiting the application.</a:t>
            </a:r>
          </a:p>
        </p:txBody>
      </p:sp>
      <p:pic>
        <p:nvPicPr>
          <p:cNvPr id="3" name="Picture 2">
            <a:extLst>
              <a:ext uri="{FF2B5EF4-FFF2-40B4-BE49-F238E27FC236}">
                <a16:creationId xmlns:a16="http://schemas.microsoft.com/office/drawing/2014/main" id="{027D0877-AF12-F2DC-DB74-851462984B1E}"/>
              </a:ext>
            </a:extLst>
          </p:cNvPr>
          <p:cNvPicPr>
            <a:picLocks noChangeAspect="1"/>
          </p:cNvPicPr>
          <p:nvPr/>
        </p:nvPicPr>
        <p:blipFill>
          <a:blip r:embed="rId3"/>
          <a:stretch>
            <a:fillRect/>
          </a:stretch>
        </p:blipFill>
        <p:spPr>
          <a:xfrm>
            <a:off x="3572359" y="887093"/>
            <a:ext cx="5090384" cy="4050869"/>
          </a:xfrm>
          <a:prstGeom prst="rect">
            <a:avLst/>
          </a:prstGeom>
        </p:spPr>
      </p:pic>
    </p:spTree>
    <p:extLst>
      <p:ext uri="{BB962C8B-B14F-4D97-AF65-F5344CB8AC3E}">
        <p14:creationId xmlns:p14="http://schemas.microsoft.com/office/powerpoint/2010/main" val="3377372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72"/>
        <p:cNvGrpSpPr/>
        <p:nvPr/>
      </p:nvGrpSpPr>
      <p:grpSpPr>
        <a:xfrm>
          <a:off x="0" y="0"/>
          <a:ext cx="0" cy="0"/>
          <a:chOff x="0" y="0"/>
          <a:chExt cx="0" cy="0"/>
        </a:xfrm>
      </p:grpSpPr>
      <p:sp>
        <p:nvSpPr>
          <p:cNvPr id="9473" name="Google Shape;9473;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State of Development Using Product Backlog</a:t>
            </a:r>
            <a:endParaRPr dirty="0"/>
          </a:p>
        </p:txBody>
      </p:sp>
      <p:grpSp>
        <p:nvGrpSpPr>
          <p:cNvPr id="9474" name="Google Shape;9474;p41"/>
          <p:cNvGrpSpPr/>
          <p:nvPr/>
        </p:nvGrpSpPr>
        <p:grpSpPr>
          <a:xfrm rot="10800000">
            <a:off x="8803369" y="2949716"/>
            <a:ext cx="81758" cy="608663"/>
            <a:chOff x="-1154155" y="1061718"/>
            <a:chExt cx="36015" cy="268015"/>
          </a:xfrm>
        </p:grpSpPr>
        <p:sp>
          <p:nvSpPr>
            <p:cNvPr id="9475" name="Google Shape;9475;p41"/>
            <p:cNvSpPr/>
            <p:nvPr/>
          </p:nvSpPr>
          <p:spPr>
            <a:xfrm>
              <a:off x="-1154155" y="1061718"/>
              <a:ext cx="36015" cy="34445"/>
            </a:xfrm>
            <a:custGeom>
              <a:avLst/>
              <a:gdLst/>
              <a:ahLst/>
              <a:cxnLst/>
              <a:rect l="l" t="t" r="r" b="b"/>
              <a:pathLst>
                <a:path w="482" h="461" extrusionOk="0">
                  <a:moveTo>
                    <a:pt x="195" y="0"/>
                  </a:moveTo>
                  <a:cubicBezTo>
                    <a:pt x="175" y="0"/>
                    <a:pt x="164" y="11"/>
                    <a:pt x="144" y="11"/>
                  </a:cubicBezTo>
                  <a:cubicBezTo>
                    <a:pt x="134" y="21"/>
                    <a:pt x="123" y="31"/>
                    <a:pt x="103" y="31"/>
                  </a:cubicBezTo>
                  <a:lnTo>
                    <a:pt x="73" y="62"/>
                  </a:lnTo>
                  <a:cubicBezTo>
                    <a:pt x="62" y="72"/>
                    <a:pt x="52" y="82"/>
                    <a:pt x="42" y="103"/>
                  </a:cubicBezTo>
                  <a:cubicBezTo>
                    <a:pt x="32" y="113"/>
                    <a:pt x="32" y="123"/>
                    <a:pt x="21" y="143"/>
                  </a:cubicBezTo>
                  <a:cubicBezTo>
                    <a:pt x="21" y="154"/>
                    <a:pt x="11" y="164"/>
                    <a:pt x="11" y="184"/>
                  </a:cubicBezTo>
                  <a:cubicBezTo>
                    <a:pt x="1" y="195"/>
                    <a:pt x="1" y="215"/>
                    <a:pt x="1" y="225"/>
                  </a:cubicBezTo>
                  <a:cubicBezTo>
                    <a:pt x="1" y="286"/>
                    <a:pt x="32" y="348"/>
                    <a:pt x="73" y="389"/>
                  </a:cubicBezTo>
                  <a:cubicBezTo>
                    <a:pt x="114" y="440"/>
                    <a:pt x="175" y="461"/>
                    <a:pt x="236" y="461"/>
                  </a:cubicBezTo>
                  <a:cubicBezTo>
                    <a:pt x="297" y="461"/>
                    <a:pt x="359" y="440"/>
                    <a:pt x="400" y="389"/>
                  </a:cubicBezTo>
                  <a:lnTo>
                    <a:pt x="430" y="358"/>
                  </a:lnTo>
                  <a:cubicBezTo>
                    <a:pt x="440" y="348"/>
                    <a:pt x="440" y="327"/>
                    <a:pt x="450" y="318"/>
                  </a:cubicBezTo>
                  <a:cubicBezTo>
                    <a:pt x="461" y="307"/>
                    <a:pt x="461" y="286"/>
                    <a:pt x="461" y="277"/>
                  </a:cubicBezTo>
                  <a:cubicBezTo>
                    <a:pt x="481" y="195"/>
                    <a:pt x="450" y="123"/>
                    <a:pt x="400" y="62"/>
                  </a:cubicBezTo>
                  <a:cubicBezTo>
                    <a:pt x="359" y="21"/>
                    <a:pt x="297" y="0"/>
                    <a:pt x="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6" name="Google Shape;9476;p41"/>
            <p:cNvSpPr/>
            <p:nvPr/>
          </p:nvSpPr>
          <p:spPr>
            <a:xfrm>
              <a:off x="-1154155" y="1139575"/>
              <a:ext cx="35193" cy="112300"/>
            </a:xfrm>
            <a:custGeom>
              <a:avLst/>
              <a:gdLst/>
              <a:ahLst/>
              <a:cxnLst/>
              <a:rect l="l" t="t" r="r" b="b"/>
              <a:pathLst>
                <a:path w="471" h="1503" extrusionOk="0">
                  <a:moveTo>
                    <a:pt x="236" y="1"/>
                  </a:moveTo>
                  <a:cubicBezTo>
                    <a:pt x="114" y="1"/>
                    <a:pt x="1" y="103"/>
                    <a:pt x="1" y="225"/>
                  </a:cubicBezTo>
                  <a:cubicBezTo>
                    <a:pt x="1" y="358"/>
                    <a:pt x="114" y="461"/>
                    <a:pt x="236" y="461"/>
                  </a:cubicBezTo>
                  <a:cubicBezTo>
                    <a:pt x="369" y="461"/>
                    <a:pt x="471" y="358"/>
                    <a:pt x="471" y="225"/>
                  </a:cubicBezTo>
                  <a:cubicBezTo>
                    <a:pt x="471" y="103"/>
                    <a:pt x="369" y="1"/>
                    <a:pt x="236" y="1"/>
                  </a:cubicBezTo>
                  <a:close/>
                  <a:moveTo>
                    <a:pt x="236" y="1043"/>
                  </a:moveTo>
                  <a:cubicBezTo>
                    <a:pt x="114" y="1043"/>
                    <a:pt x="1" y="1145"/>
                    <a:pt x="1" y="1267"/>
                  </a:cubicBezTo>
                  <a:cubicBezTo>
                    <a:pt x="1" y="1401"/>
                    <a:pt x="114" y="1503"/>
                    <a:pt x="236" y="1503"/>
                  </a:cubicBezTo>
                  <a:cubicBezTo>
                    <a:pt x="369" y="1503"/>
                    <a:pt x="471" y="1401"/>
                    <a:pt x="471" y="1267"/>
                  </a:cubicBezTo>
                  <a:cubicBezTo>
                    <a:pt x="471" y="1145"/>
                    <a:pt x="369" y="1043"/>
                    <a:pt x="236" y="104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7" name="Google Shape;9477;p41"/>
            <p:cNvSpPr/>
            <p:nvPr/>
          </p:nvSpPr>
          <p:spPr>
            <a:xfrm>
              <a:off x="-1154155" y="1295289"/>
              <a:ext cx="36015" cy="34445"/>
            </a:xfrm>
            <a:custGeom>
              <a:avLst/>
              <a:gdLst/>
              <a:ahLst/>
              <a:cxnLst/>
              <a:rect l="l" t="t" r="r" b="b"/>
              <a:pathLst>
                <a:path w="482" h="461" extrusionOk="0">
                  <a:moveTo>
                    <a:pt x="236" y="1"/>
                  </a:moveTo>
                  <a:cubicBezTo>
                    <a:pt x="175" y="1"/>
                    <a:pt x="114" y="21"/>
                    <a:pt x="73" y="62"/>
                  </a:cubicBezTo>
                  <a:cubicBezTo>
                    <a:pt x="32" y="113"/>
                    <a:pt x="1" y="175"/>
                    <a:pt x="1" y="225"/>
                  </a:cubicBezTo>
                  <a:cubicBezTo>
                    <a:pt x="1" y="246"/>
                    <a:pt x="1" y="256"/>
                    <a:pt x="11" y="277"/>
                  </a:cubicBezTo>
                  <a:cubicBezTo>
                    <a:pt x="11" y="287"/>
                    <a:pt x="21" y="307"/>
                    <a:pt x="21" y="318"/>
                  </a:cubicBezTo>
                  <a:cubicBezTo>
                    <a:pt x="32" y="328"/>
                    <a:pt x="32" y="348"/>
                    <a:pt x="42" y="359"/>
                  </a:cubicBezTo>
                  <a:lnTo>
                    <a:pt x="73" y="389"/>
                  </a:lnTo>
                  <a:cubicBezTo>
                    <a:pt x="114" y="440"/>
                    <a:pt x="175" y="461"/>
                    <a:pt x="236" y="461"/>
                  </a:cubicBezTo>
                  <a:lnTo>
                    <a:pt x="277" y="461"/>
                  </a:lnTo>
                  <a:cubicBezTo>
                    <a:pt x="297" y="450"/>
                    <a:pt x="307" y="450"/>
                    <a:pt x="328" y="440"/>
                  </a:cubicBezTo>
                  <a:cubicBezTo>
                    <a:pt x="338" y="440"/>
                    <a:pt x="348" y="430"/>
                    <a:pt x="369" y="420"/>
                  </a:cubicBezTo>
                  <a:lnTo>
                    <a:pt x="400" y="389"/>
                  </a:lnTo>
                  <a:lnTo>
                    <a:pt x="430" y="359"/>
                  </a:lnTo>
                  <a:cubicBezTo>
                    <a:pt x="440" y="348"/>
                    <a:pt x="440" y="328"/>
                    <a:pt x="450" y="318"/>
                  </a:cubicBezTo>
                  <a:cubicBezTo>
                    <a:pt x="461" y="307"/>
                    <a:pt x="461" y="287"/>
                    <a:pt x="461" y="277"/>
                  </a:cubicBezTo>
                  <a:cubicBezTo>
                    <a:pt x="481" y="195"/>
                    <a:pt x="450" y="123"/>
                    <a:pt x="400" y="62"/>
                  </a:cubicBezTo>
                  <a:cubicBezTo>
                    <a:pt x="389" y="52"/>
                    <a:pt x="379" y="41"/>
                    <a:pt x="369" y="41"/>
                  </a:cubicBezTo>
                  <a:cubicBezTo>
                    <a:pt x="348" y="32"/>
                    <a:pt x="338" y="21"/>
                    <a:pt x="328" y="11"/>
                  </a:cubicBezTo>
                  <a:cubicBezTo>
                    <a:pt x="307" y="11"/>
                    <a:pt x="297" y="1"/>
                    <a:pt x="2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78" name="Google Shape;9478;p41"/>
          <p:cNvSpPr txBox="1">
            <a:spLocks noGrp="1"/>
          </p:cNvSpPr>
          <p:nvPr>
            <p:ph type="title" idx="4294967295"/>
          </p:nvPr>
        </p:nvSpPr>
        <p:spPr>
          <a:xfrm>
            <a:off x="2065921" y="3602867"/>
            <a:ext cx="3690949" cy="35880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SzPct val="100000"/>
              <a:buFont typeface="Wingdings" panose="05000000000000000000" pitchFamily="2" charset="2"/>
              <a:buChar char="Ø"/>
            </a:pPr>
            <a:r>
              <a:rPr lang="en" sz="1400" b="0" i="0" dirty="0"/>
              <a:t>T</a:t>
            </a:r>
            <a:r>
              <a:rPr lang="en-IN" sz="1400" b="0" i="0" dirty="0"/>
              <a:t>e</a:t>
            </a:r>
            <a:r>
              <a:rPr lang="en" sz="1400" b="0" i="0" dirty="0"/>
              <a:t>sting and Q&amp;A </a:t>
            </a:r>
            <a:r>
              <a:rPr lang="en" sz="1200" b="0" i="0" dirty="0">
                <a:latin typeface="Albert Sans"/>
              </a:rPr>
              <a:t>(Completed)</a:t>
            </a:r>
            <a:br>
              <a:rPr lang="en" sz="1400" b="0" i="0" dirty="0"/>
            </a:br>
            <a:r>
              <a:rPr lang="en" sz="1400" b="0" i="0" dirty="0"/>
              <a:t>Deployment and Documentation </a:t>
            </a:r>
            <a:r>
              <a:rPr lang="en" sz="1200" b="0" i="0" dirty="0">
                <a:latin typeface="Albert Sans"/>
              </a:rPr>
              <a:t>(In Progress)</a:t>
            </a:r>
            <a:endParaRPr sz="1400" b="0" i="0" dirty="0">
              <a:latin typeface="Albert Sans"/>
            </a:endParaRPr>
          </a:p>
        </p:txBody>
      </p:sp>
      <p:sp>
        <p:nvSpPr>
          <p:cNvPr id="9480" name="Google Shape;9480;p41"/>
          <p:cNvSpPr txBox="1">
            <a:spLocks noGrp="1"/>
          </p:cNvSpPr>
          <p:nvPr>
            <p:ph type="title" idx="4294967295"/>
          </p:nvPr>
        </p:nvSpPr>
        <p:spPr>
          <a:xfrm>
            <a:off x="2065922" y="2848539"/>
            <a:ext cx="3466222" cy="35880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SzPct val="100000"/>
              <a:buFont typeface="Wingdings" panose="05000000000000000000" pitchFamily="2" charset="2"/>
              <a:buChar char="Ø"/>
            </a:pPr>
            <a:r>
              <a:rPr lang="en" sz="1400" b="0" i="0" dirty="0"/>
              <a:t>Progress Tracker </a:t>
            </a:r>
            <a:r>
              <a:rPr lang="en" sz="1200" b="0" i="0" dirty="0">
                <a:latin typeface="Albert Sans"/>
              </a:rPr>
              <a:t>(Completed)</a:t>
            </a:r>
            <a:endParaRPr sz="1400" b="0" i="0" dirty="0">
              <a:latin typeface="Albert Sans"/>
            </a:endParaRPr>
          </a:p>
        </p:txBody>
      </p:sp>
      <p:sp>
        <p:nvSpPr>
          <p:cNvPr id="9482" name="Google Shape;9482;p41"/>
          <p:cNvSpPr txBox="1">
            <a:spLocks noGrp="1"/>
          </p:cNvSpPr>
          <p:nvPr>
            <p:ph type="title" idx="4294967295"/>
          </p:nvPr>
        </p:nvSpPr>
        <p:spPr>
          <a:xfrm>
            <a:off x="2042240" y="2263273"/>
            <a:ext cx="3240745" cy="358800"/>
          </a:xfrm>
          <a:prstGeom prst="rect">
            <a:avLst/>
          </a:prstGeom>
        </p:spPr>
        <p:txBody>
          <a:bodyPr spcFirstLastPara="1" wrap="square" lIns="91425" tIns="91425" rIns="91425" bIns="91425" anchor="b" anchorCtr="0">
            <a:noAutofit/>
          </a:bodyPr>
          <a:lstStyle/>
          <a:p>
            <a:pPr marL="285750" lvl="0" indent="-285750" algn="l" rtl="0">
              <a:spcBef>
                <a:spcPts val="0"/>
              </a:spcBef>
              <a:spcAft>
                <a:spcPts val="0"/>
              </a:spcAft>
              <a:buSzPct val="100000"/>
              <a:buFont typeface="Wingdings" panose="05000000000000000000" pitchFamily="2" charset="2"/>
              <a:buChar char="Ø"/>
            </a:pPr>
            <a:r>
              <a:rPr lang="en" sz="1400" b="0" i="0" dirty="0"/>
              <a:t>Backend Development </a:t>
            </a:r>
            <a:r>
              <a:rPr lang="en" sz="1200" b="0" i="0" dirty="0">
                <a:latin typeface="Albert Sans"/>
              </a:rPr>
              <a:t>(Completed) </a:t>
            </a:r>
            <a:r>
              <a:rPr lang="en" sz="1400" b="0" i="0" dirty="0"/>
              <a:t>Workout plan feature </a:t>
            </a:r>
            <a:r>
              <a:rPr lang="en" sz="1200" b="0" i="0" dirty="0">
                <a:latin typeface="Albert Sans"/>
              </a:rPr>
              <a:t>(Completed)</a:t>
            </a:r>
            <a:endParaRPr sz="1200" b="0" i="0" dirty="0">
              <a:latin typeface="Albert Sans"/>
            </a:endParaRPr>
          </a:p>
        </p:txBody>
      </p:sp>
      <p:sp>
        <p:nvSpPr>
          <p:cNvPr id="9484" name="Google Shape;9484;p41"/>
          <p:cNvSpPr txBox="1">
            <a:spLocks noGrp="1"/>
          </p:cNvSpPr>
          <p:nvPr>
            <p:ph type="title" idx="4294967295"/>
          </p:nvPr>
        </p:nvSpPr>
        <p:spPr>
          <a:xfrm>
            <a:off x="2013616" y="1363832"/>
            <a:ext cx="3031519" cy="358800"/>
          </a:xfrm>
          <a:prstGeom prst="rect">
            <a:avLst/>
          </a:prstGeom>
        </p:spPr>
        <p:txBody>
          <a:bodyPr spcFirstLastPara="1" wrap="square" lIns="91425" tIns="91425" rIns="91425" bIns="91425" anchor="ctr" anchorCtr="0">
            <a:noAutofit/>
          </a:bodyPr>
          <a:lstStyle/>
          <a:p>
            <a:pPr marL="285750" lvl="0" indent="-285750" algn="l" rtl="0">
              <a:spcBef>
                <a:spcPts val="0"/>
              </a:spcBef>
              <a:spcAft>
                <a:spcPts val="0"/>
              </a:spcAft>
              <a:buSzPct val="100000"/>
              <a:buFont typeface="Wingdings" panose="05000000000000000000" pitchFamily="2" charset="2"/>
              <a:buChar char="Ø"/>
            </a:pPr>
            <a:r>
              <a:rPr lang="en" sz="1400" b="0" i="0" dirty="0"/>
              <a:t>Setup Environment </a:t>
            </a:r>
            <a:r>
              <a:rPr lang="en" sz="1200" b="0" i="0" dirty="0">
                <a:latin typeface="Albert Sans"/>
              </a:rPr>
              <a:t>(Completed)</a:t>
            </a:r>
            <a:br>
              <a:rPr lang="en" sz="1200" b="0" i="0" dirty="0">
                <a:latin typeface="Albert Sans"/>
              </a:rPr>
            </a:br>
            <a:r>
              <a:rPr lang="en" sz="1400" b="0" i="0" dirty="0"/>
              <a:t>UI/UX Design </a:t>
            </a:r>
            <a:r>
              <a:rPr lang="en-IN" sz="1200" b="0" i="0" dirty="0">
                <a:latin typeface="Albert Sans"/>
              </a:rPr>
              <a:t>(Completed) </a:t>
            </a:r>
            <a:endParaRPr sz="1200" b="0" i="0" dirty="0">
              <a:latin typeface="Albert Sans"/>
            </a:endParaRPr>
          </a:p>
        </p:txBody>
      </p:sp>
      <p:sp>
        <p:nvSpPr>
          <p:cNvPr id="9487" name="Google Shape;9487;p41"/>
          <p:cNvSpPr txBox="1">
            <a:spLocks noGrp="1"/>
          </p:cNvSpPr>
          <p:nvPr>
            <p:ph type="title" idx="4294967295"/>
          </p:nvPr>
        </p:nvSpPr>
        <p:spPr>
          <a:xfrm>
            <a:off x="1023034" y="3602869"/>
            <a:ext cx="966900" cy="358800"/>
          </a:xfrm>
          <a:prstGeom prst="rect">
            <a:avLst/>
          </a:prstGeom>
          <a:solidFill>
            <a:schemeClr val="accent5"/>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800" b="0" i="0" dirty="0"/>
              <a:t>Sprint 4</a:t>
            </a:r>
            <a:endParaRPr sz="1800" b="0" i="0" dirty="0"/>
          </a:p>
        </p:txBody>
      </p:sp>
      <p:sp>
        <p:nvSpPr>
          <p:cNvPr id="9488" name="Google Shape;9488;p41"/>
          <p:cNvSpPr txBox="1">
            <a:spLocks noGrp="1"/>
          </p:cNvSpPr>
          <p:nvPr>
            <p:ph type="title" idx="4294967295"/>
          </p:nvPr>
        </p:nvSpPr>
        <p:spPr>
          <a:xfrm>
            <a:off x="1023034" y="2848544"/>
            <a:ext cx="966900" cy="358800"/>
          </a:xfrm>
          <a:prstGeom prst="rect">
            <a:avLst/>
          </a:prstGeom>
          <a:solidFill>
            <a:schemeClr val="accent1"/>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800" b="0" i="0" dirty="0"/>
              <a:t>Sprint 3</a:t>
            </a:r>
            <a:endParaRPr sz="1800" b="0" i="0" dirty="0"/>
          </a:p>
        </p:txBody>
      </p:sp>
      <p:sp>
        <p:nvSpPr>
          <p:cNvPr id="9489" name="Google Shape;9489;p41"/>
          <p:cNvSpPr txBox="1">
            <a:spLocks noGrp="1"/>
          </p:cNvSpPr>
          <p:nvPr>
            <p:ph type="title" idx="4294967295"/>
          </p:nvPr>
        </p:nvSpPr>
        <p:spPr>
          <a:xfrm>
            <a:off x="1023034" y="2094219"/>
            <a:ext cx="966900" cy="358800"/>
          </a:xfrm>
          <a:prstGeom prst="rect">
            <a:avLst/>
          </a:prstGeom>
          <a:solidFill>
            <a:schemeClr val="accent2"/>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800" b="0" i="0" dirty="0">
                <a:solidFill>
                  <a:schemeClr val="lt1"/>
                </a:solidFill>
              </a:rPr>
              <a:t>Sprint 2</a:t>
            </a:r>
            <a:endParaRPr sz="1800" b="0" i="0" dirty="0">
              <a:solidFill>
                <a:schemeClr val="lt1"/>
              </a:solidFill>
            </a:endParaRPr>
          </a:p>
        </p:txBody>
      </p:sp>
      <p:sp>
        <p:nvSpPr>
          <p:cNvPr id="9490" name="Google Shape;9490;p41"/>
          <p:cNvSpPr txBox="1">
            <a:spLocks noGrp="1"/>
          </p:cNvSpPr>
          <p:nvPr>
            <p:ph type="title" idx="4294967295"/>
          </p:nvPr>
        </p:nvSpPr>
        <p:spPr>
          <a:xfrm>
            <a:off x="1023034" y="1339894"/>
            <a:ext cx="966900" cy="358800"/>
          </a:xfrm>
          <a:prstGeom prst="rect">
            <a:avLst/>
          </a:prstGeom>
          <a:solidFill>
            <a:schemeClr val="dk2"/>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800" b="0" i="0" dirty="0"/>
              <a:t>Sprint 1</a:t>
            </a:r>
            <a:endParaRPr sz="1800" b="0" i="0" dirty="0"/>
          </a:p>
        </p:txBody>
      </p:sp>
      <p:pic>
        <p:nvPicPr>
          <p:cNvPr id="9491" name="Google Shape;9491;p41" title="Gráfico">
            <a:hlinkClick r:id="rId3"/>
          </p:cNvPr>
          <p:cNvPicPr preferRelativeResize="0"/>
          <p:nvPr/>
        </p:nvPicPr>
        <p:blipFill>
          <a:blip r:embed="rId4">
            <a:alphaModFix/>
          </a:blip>
          <a:stretch>
            <a:fillRect/>
          </a:stretch>
        </p:blipFill>
        <p:spPr>
          <a:xfrm>
            <a:off x="5532144" y="1066262"/>
            <a:ext cx="3352983" cy="32649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42"/>
        <p:cNvGrpSpPr/>
        <p:nvPr/>
      </p:nvGrpSpPr>
      <p:grpSpPr>
        <a:xfrm>
          <a:off x="0" y="0"/>
          <a:ext cx="0" cy="0"/>
          <a:chOff x="0" y="0"/>
          <a:chExt cx="0" cy="0"/>
        </a:xfrm>
      </p:grpSpPr>
      <p:sp>
        <p:nvSpPr>
          <p:cNvPr id="9343" name="Google Shape;9343;p37"/>
          <p:cNvSpPr txBox="1">
            <a:spLocks noGrp="1"/>
          </p:cNvSpPr>
          <p:nvPr>
            <p:ph type="subTitle" idx="6"/>
          </p:nvPr>
        </p:nvSpPr>
        <p:spPr>
          <a:xfrm>
            <a:off x="1362125" y="2776155"/>
            <a:ext cx="2853600" cy="66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Time Management</a:t>
            </a:r>
          </a:p>
        </p:txBody>
      </p:sp>
      <p:sp>
        <p:nvSpPr>
          <p:cNvPr id="9344" name="Google Shape;9344;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Lessons Learned</a:t>
            </a:r>
            <a:endParaRPr dirty="0"/>
          </a:p>
        </p:txBody>
      </p:sp>
      <p:sp>
        <p:nvSpPr>
          <p:cNvPr id="9345" name="Google Shape;9345;p37"/>
          <p:cNvSpPr txBox="1">
            <a:spLocks noGrp="1"/>
          </p:cNvSpPr>
          <p:nvPr>
            <p:ph type="subTitle" idx="1"/>
          </p:nvPr>
        </p:nvSpPr>
        <p:spPr>
          <a:xfrm>
            <a:off x="1385291" y="1638521"/>
            <a:ext cx="2853600" cy="1030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Resolving MongoDB connection issues taught us to configure databases carefully and handle authentication challenges.</a:t>
            </a:r>
            <a:endParaRPr dirty="0"/>
          </a:p>
        </p:txBody>
      </p:sp>
      <p:sp>
        <p:nvSpPr>
          <p:cNvPr id="9346" name="Google Shape;9346;p37"/>
          <p:cNvSpPr txBox="1">
            <a:spLocks noGrp="1"/>
          </p:cNvSpPr>
          <p:nvPr>
            <p:ph type="subTitle" idx="2"/>
          </p:nvPr>
        </p:nvSpPr>
        <p:spPr>
          <a:xfrm>
            <a:off x="5610265" y="1613113"/>
            <a:ext cx="2853600" cy="1030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Implementing the Progress Tracker emphasized the importance of breaking down tasks and systematic testing, improving our debugging skills.</a:t>
            </a:r>
            <a:endParaRPr dirty="0"/>
          </a:p>
        </p:txBody>
      </p:sp>
      <p:sp>
        <p:nvSpPr>
          <p:cNvPr id="9347" name="Google Shape;9347;p37"/>
          <p:cNvSpPr txBox="1">
            <a:spLocks noGrp="1"/>
          </p:cNvSpPr>
          <p:nvPr>
            <p:ph type="subTitle" idx="3"/>
          </p:nvPr>
        </p:nvSpPr>
        <p:spPr>
          <a:xfrm>
            <a:off x="1362125" y="3449187"/>
            <a:ext cx="2853600" cy="1030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Working within sprint deadlines sharpened our planning and prioritization skills, helping us stay on track.</a:t>
            </a:r>
          </a:p>
        </p:txBody>
      </p:sp>
      <p:sp>
        <p:nvSpPr>
          <p:cNvPr id="9348" name="Google Shape;9348;p37"/>
          <p:cNvSpPr txBox="1">
            <a:spLocks noGrp="1"/>
          </p:cNvSpPr>
          <p:nvPr>
            <p:ph type="subTitle" idx="4"/>
          </p:nvPr>
        </p:nvSpPr>
        <p:spPr>
          <a:xfrm>
            <a:off x="5570400" y="3384625"/>
            <a:ext cx="2853600" cy="1030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We gained hands-on experience with the MERN stack, including user authentication, MongoDB integration, and creating interactive features.</a:t>
            </a:r>
            <a:endParaRPr dirty="0"/>
          </a:p>
        </p:txBody>
      </p:sp>
      <p:sp>
        <p:nvSpPr>
          <p:cNvPr id="9350" name="Google Shape;9350;p37"/>
          <p:cNvSpPr txBox="1">
            <a:spLocks noGrp="1"/>
          </p:cNvSpPr>
          <p:nvPr>
            <p:ph type="subTitle" idx="7"/>
          </p:nvPr>
        </p:nvSpPr>
        <p:spPr>
          <a:xfrm>
            <a:off x="5586386" y="989975"/>
            <a:ext cx="2853600" cy="66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Feature Debugging</a:t>
            </a:r>
            <a:endParaRPr dirty="0"/>
          </a:p>
        </p:txBody>
      </p:sp>
      <p:sp>
        <p:nvSpPr>
          <p:cNvPr id="9351" name="Google Shape;9351;p37"/>
          <p:cNvSpPr txBox="1">
            <a:spLocks noGrp="1"/>
          </p:cNvSpPr>
          <p:nvPr>
            <p:ph type="subTitle" idx="8"/>
          </p:nvPr>
        </p:nvSpPr>
        <p:spPr>
          <a:xfrm>
            <a:off x="5586386" y="2756273"/>
            <a:ext cx="2853600" cy="665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Technical Skills</a:t>
            </a:r>
            <a:endParaRPr dirty="0"/>
          </a:p>
        </p:txBody>
      </p:sp>
      <p:sp>
        <p:nvSpPr>
          <p:cNvPr id="9352" name="Google Shape;9352;p37"/>
          <p:cNvSpPr/>
          <p:nvPr/>
        </p:nvSpPr>
        <p:spPr>
          <a:xfrm rot="5400000">
            <a:off x="191507" y="3514467"/>
            <a:ext cx="1616136" cy="572701"/>
          </a:xfrm>
          <a:custGeom>
            <a:avLst/>
            <a:gdLst/>
            <a:ahLst/>
            <a:cxnLst/>
            <a:rect l="l" t="t" r="r" b="b"/>
            <a:pathLst>
              <a:path w="12526" h="12516" extrusionOk="0">
                <a:moveTo>
                  <a:pt x="0" y="0"/>
                </a:moveTo>
                <a:lnTo>
                  <a:pt x="0" y="12515"/>
                </a:lnTo>
                <a:lnTo>
                  <a:pt x="12525" y="12515"/>
                </a:lnTo>
                <a:lnTo>
                  <a:pt x="125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3" name="Google Shape;9353;p37"/>
          <p:cNvSpPr/>
          <p:nvPr/>
        </p:nvSpPr>
        <p:spPr>
          <a:xfrm rot="5400000">
            <a:off x="191507" y="1765493"/>
            <a:ext cx="1616136" cy="572701"/>
          </a:xfrm>
          <a:custGeom>
            <a:avLst/>
            <a:gdLst/>
            <a:ahLst/>
            <a:cxnLst/>
            <a:rect l="l" t="t" r="r" b="b"/>
            <a:pathLst>
              <a:path w="12526" h="12516" extrusionOk="0">
                <a:moveTo>
                  <a:pt x="0" y="0"/>
                </a:moveTo>
                <a:lnTo>
                  <a:pt x="0" y="12515"/>
                </a:lnTo>
                <a:lnTo>
                  <a:pt x="12525" y="12515"/>
                </a:lnTo>
                <a:lnTo>
                  <a:pt x="125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4" name="Google Shape;9354;p37"/>
          <p:cNvSpPr/>
          <p:nvPr/>
        </p:nvSpPr>
        <p:spPr>
          <a:xfrm rot="5400000">
            <a:off x="4399782" y="3514468"/>
            <a:ext cx="1616136" cy="572701"/>
          </a:xfrm>
          <a:custGeom>
            <a:avLst/>
            <a:gdLst/>
            <a:ahLst/>
            <a:cxnLst/>
            <a:rect l="l" t="t" r="r" b="b"/>
            <a:pathLst>
              <a:path w="12526" h="12516" extrusionOk="0">
                <a:moveTo>
                  <a:pt x="0" y="0"/>
                </a:moveTo>
                <a:lnTo>
                  <a:pt x="0" y="12515"/>
                </a:lnTo>
                <a:lnTo>
                  <a:pt x="12525" y="12515"/>
                </a:lnTo>
                <a:lnTo>
                  <a:pt x="125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5" name="Google Shape;9355;p37"/>
          <p:cNvSpPr/>
          <p:nvPr/>
        </p:nvSpPr>
        <p:spPr>
          <a:xfrm rot="5400000">
            <a:off x="4399782" y="1765493"/>
            <a:ext cx="1616136" cy="572701"/>
          </a:xfrm>
          <a:custGeom>
            <a:avLst/>
            <a:gdLst/>
            <a:ahLst/>
            <a:cxnLst/>
            <a:rect l="l" t="t" r="r" b="b"/>
            <a:pathLst>
              <a:path w="12526" h="12516" extrusionOk="0">
                <a:moveTo>
                  <a:pt x="0" y="0"/>
                </a:moveTo>
                <a:lnTo>
                  <a:pt x="0" y="12515"/>
                </a:lnTo>
                <a:lnTo>
                  <a:pt x="12525" y="12515"/>
                </a:lnTo>
                <a:lnTo>
                  <a:pt x="1252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56" name="Google Shape;9356;p37"/>
          <p:cNvGrpSpPr/>
          <p:nvPr/>
        </p:nvGrpSpPr>
        <p:grpSpPr>
          <a:xfrm>
            <a:off x="846882" y="3068941"/>
            <a:ext cx="305386" cy="338602"/>
            <a:chOff x="3300325" y="249875"/>
            <a:chExt cx="433725" cy="480900"/>
          </a:xfrm>
        </p:grpSpPr>
        <p:sp>
          <p:nvSpPr>
            <p:cNvPr id="9357" name="Google Shape;9357;p37"/>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58" name="Google Shape;9358;p37"/>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59" name="Google Shape;9359;p37"/>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60" name="Google Shape;9360;p37"/>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61" name="Google Shape;9361;p37"/>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62" name="Google Shape;9362;p37"/>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9363" name="Google Shape;9363;p37"/>
          <p:cNvGrpSpPr/>
          <p:nvPr/>
        </p:nvGrpSpPr>
        <p:grpSpPr>
          <a:xfrm>
            <a:off x="822185" y="1319970"/>
            <a:ext cx="354778" cy="339271"/>
            <a:chOff x="5045500" y="842250"/>
            <a:chExt cx="503875" cy="481850"/>
          </a:xfrm>
        </p:grpSpPr>
        <p:sp>
          <p:nvSpPr>
            <p:cNvPr id="9364" name="Google Shape;9364;p37"/>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65" name="Google Shape;9365;p37"/>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9366" name="Google Shape;9366;p37"/>
          <p:cNvSpPr/>
          <p:nvPr/>
        </p:nvSpPr>
        <p:spPr>
          <a:xfrm>
            <a:off x="5041013" y="3068951"/>
            <a:ext cx="333673" cy="315824"/>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9367" name="Google Shape;9367;p37"/>
          <p:cNvGrpSpPr/>
          <p:nvPr/>
        </p:nvGrpSpPr>
        <p:grpSpPr>
          <a:xfrm>
            <a:off x="5037563" y="1319968"/>
            <a:ext cx="340573" cy="339271"/>
            <a:chOff x="898875" y="4399275"/>
            <a:chExt cx="483700" cy="481850"/>
          </a:xfrm>
        </p:grpSpPr>
        <p:sp>
          <p:nvSpPr>
            <p:cNvPr id="9368" name="Google Shape;9368;p37"/>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69" name="Google Shape;9369;p37"/>
            <p:cNvSpPr/>
            <p:nvPr/>
          </p:nvSpPr>
          <p:spPr>
            <a:xfrm>
              <a:off x="1138025" y="4763350"/>
              <a:ext cx="25" cy="25"/>
            </a:xfrm>
            <a:custGeom>
              <a:avLst/>
              <a:gdLst/>
              <a:ahLst/>
              <a:cxnLst/>
              <a:rect l="l" t="t" r="r" b="b"/>
              <a:pathLst>
                <a:path w="1" h="1" extrusionOk="0">
                  <a:moveTo>
                    <a:pt x="1" y="0"/>
                  </a:move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70" name="Google Shape;9370;p37"/>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71" name="Google Shape;9371;p37"/>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72" name="Google Shape;9372;p37"/>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73" name="Google Shape;9373;p37"/>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74" name="Google Shape;9374;p37"/>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375" name="Google Shape;9375;p37"/>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 name="Subtitle 5">
            <a:extLst>
              <a:ext uri="{FF2B5EF4-FFF2-40B4-BE49-F238E27FC236}">
                <a16:creationId xmlns:a16="http://schemas.microsoft.com/office/drawing/2014/main" id="{B8713114-EEC4-B6F8-2904-CC3600C126A1}"/>
              </a:ext>
            </a:extLst>
          </p:cNvPr>
          <p:cNvSpPr>
            <a:spLocks noGrp="1"/>
          </p:cNvSpPr>
          <p:nvPr>
            <p:ph type="subTitle" idx="5"/>
          </p:nvPr>
        </p:nvSpPr>
        <p:spPr>
          <a:xfrm>
            <a:off x="1235206" y="1243775"/>
            <a:ext cx="2853600" cy="428912"/>
          </a:xfrm>
        </p:spPr>
        <p:txBody>
          <a:bodyPr/>
          <a:lstStyle/>
          <a:p>
            <a:r>
              <a:rPr lang="en-IN" dirty="0"/>
              <a:t>Database Connectivity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523"/>
        <p:cNvGrpSpPr/>
        <p:nvPr/>
      </p:nvGrpSpPr>
      <p:grpSpPr>
        <a:xfrm>
          <a:off x="0" y="0"/>
          <a:ext cx="0" cy="0"/>
          <a:chOff x="0" y="0"/>
          <a:chExt cx="0" cy="0"/>
        </a:xfrm>
      </p:grpSpPr>
      <p:sp>
        <p:nvSpPr>
          <p:cNvPr id="8524" name="Google Shape;8524;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Next steps</a:t>
            </a:r>
            <a:endParaRPr dirty="0"/>
          </a:p>
        </p:txBody>
      </p:sp>
      <p:sp>
        <p:nvSpPr>
          <p:cNvPr id="8537" name="Google Shape;8537;p32"/>
          <p:cNvSpPr/>
          <p:nvPr/>
        </p:nvSpPr>
        <p:spPr>
          <a:xfrm>
            <a:off x="7624535" y="4112686"/>
            <a:ext cx="922194" cy="913197"/>
          </a:xfrm>
          <a:custGeom>
            <a:avLst/>
            <a:gdLst/>
            <a:ahLst/>
            <a:cxnLst/>
            <a:rect l="l" t="t" r="r" b="b"/>
            <a:pathLst>
              <a:path w="12342" h="12222" extrusionOk="0">
                <a:moveTo>
                  <a:pt x="6166" y="3107"/>
                </a:moveTo>
                <a:cubicBezTo>
                  <a:pt x="6185" y="3107"/>
                  <a:pt x="6203" y="3107"/>
                  <a:pt x="6222" y="3107"/>
                </a:cubicBezTo>
                <a:cubicBezTo>
                  <a:pt x="7888" y="3138"/>
                  <a:pt x="9205" y="4507"/>
                  <a:pt x="9175" y="6162"/>
                </a:cubicBezTo>
                <a:cubicBezTo>
                  <a:pt x="9144" y="7808"/>
                  <a:pt x="7806" y="9115"/>
                  <a:pt x="6177" y="9115"/>
                </a:cubicBezTo>
                <a:cubicBezTo>
                  <a:pt x="6158" y="9115"/>
                  <a:pt x="6139" y="9115"/>
                  <a:pt x="6120" y="9114"/>
                </a:cubicBezTo>
                <a:cubicBezTo>
                  <a:pt x="4455" y="9084"/>
                  <a:pt x="3137" y="7715"/>
                  <a:pt x="3168" y="6060"/>
                </a:cubicBezTo>
                <a:cubicBezTo>
                  <a:pt x="3198" y="4413"/>
                  <a:pt x="4536" y="3107"/>
                  <a:pt x="6166" y="3107"/>
                </a:cubicBezTo>
                <a:close/>
                <a:moveTo>
                  <a:pt x="6160" y="0"/>
                </a:moveTo>
                <a:cubicBezTo>
                  <a:pt x="2840" y="0"/>
                  <a:pt x="123" y="2665"/>
                  <a:pt x="62" y="6009"/>
                </a:cubicBezTo>
                <a:cubicBezTo>
                  <a:pt x="1" y="9380"/>
                  <a:pt x="2698" y="12159"/>
                  <a:pt x="6069" y="12220"/>
                </a:cubicBezTo>
                <a:cubicBezTo>
                  <a:pt x="6107" y="12221"/>
                  <a:pt x="6144" y="12221"/>
                  <a:pt x="6182" y="12221"/>
                </a:cubicBezTo>
                <a:cubicBezTo>
                  <a:pt x="9502" y="12221"/>
                  <a:pt x="12220" y="9547"/>
                  <a:pt x="12281" y="6213"/>
                </a:cubicBezTo>
                <a:cubicBezTo>
                  <a:pt x="12342" y="2842"/>
                  <a:pt x="9655" y="63"/>
                  <a:pt x="6273" y="1"/>
                </a:cubicBezTo>
                <a:cubicBezTo>
                  <a:pt x="6236" y="1"/>
                  <a:pt x="6198" y="0"/>
                  <a:pt x="61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8" name="Google Shape;8538;p32"/>
          <p:cNvSpPr/>
          <p:nvPr/>
        </p:nvSpPr>
        <p:spPr>
          <a:xfrm>
            <a:off x="4964150" y="3483568"/>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39" name="Google Shape;8539;p32"/>
          <p:cNvGrpSpPr/>
          <p:nvPr/>
        </p:nvGrpSpPr>
        <p:grpSpPr>
          <a:xfrm>
            <a:off x="4844532" y="3821615"/>
            <a:ext cx="1517538" cy="1495345"/>
            <a:chOff x="-1517525" y="-541175"/>
            <a:chExt cx="1096725" cy="1080686"/>
          </a:xfrm>
        </p:grpSpPr>
        <p:sp>
          <p:nvSpPr>
            <p:cNvPr id="8540" name="Google Shape;8540;p32"/>
            <p:cNvSpPr/>
            <p:nvPr/>
          </p:nvSpPr>
          <p:spPr>
            <a:xfrm>
              <a:off x="-463817" y="-160521"/>
              <a:ext cx="16121" cy="15134"/>
            </a:xfrm>
            <a:custGeom>
              <a:avLst/>
              <a:gdLst/>
              <a:ahLst/>
              <a:cxnLst/>
              <a:rect l="l" t="t" r="r" b="b"/>
              <a:pathLst>
                <a:path w="196" h="184"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1" name="Google Shape;8541;p32"/>
            <p:cNvSpPr/>
            <p:nvPr/>
          </p:nvSpPr>
          <p:spPr>
            <a:xfrm>
              <a:off x="-501570" y="-122686"/>
              <a:ext cx="15216" cy="15216"/>
            </a:xfrm>
            <a:custGeom>
              <a:avLst/>
              <a:gdLst/>
              <a:ahLst/>
              <a:cxnLst/>
              <a:rect l="l" t="t" r="r" b="b"/>
              <a:pathLst>
                <a:path w="185" h="185" extrusionOk="0">
                  <a:moveTo>
                    <a:pt x="92" y="0"/>
                  </a:moveTo>
                  <a:cubicBezTo>
                    <a:pt x="5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2" name="Google Shape;8542;p32"/>
            <p:cNvSpPr/>
            <p:nvPr/>
          </p:nvSpPr>
          <p:spPr>
            <a:xfrm>
              <a:off x="-501570"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3" name="Google Shape;8543;p32"/>
            <p:cNvSpPr/>
            <p:nvPr/>
          </p:nvSpPr>
          <p:spPr>
            <a:xfrm>
              <a:off x="-425159" y="31040"/>
              <a:ext cx="4359" cy="12667"/>
            </a:xfrm>
            <a:custGeom>
              <a:avLst/>
              <a:gdLst/>
              <a:ahLst/>
              <a:cxnLst/>
              <a:rect l="l" t="t" r="r" b="b"/>
              <a:pathLst>
                <a:path w="53" h="154" extrusionOk="0">
                  <a:moveTo>
                    <a:pt x="52" y="0"/>
                  </a:moveTo>
                  <a:cubicBezTo>
                    <a:pt x="21" y="11"/>
                    <a:pt x="1" y="41"/>
                    <a:pt x="1" y="72"/>
                  </a:cubicBezTo>
                  <a:cubicBezTo>
                    <a:pt x="1" y="103"/>
                    <a:pt x="11" y="134"/>
                    <a:pt x="32" y="154"/>
                  </a:cubicBezTo>
                  <a:cubicBezTo>
                    <a:pt x="41" y="123"/>
                    <a:pt x="41" y="103"/>
                    <a:pt x="41" y="72"/>
                  </a:cubicBezTo>
                  <a:cubicBezTo>
                    <a:pt x="41" y="52"/>
                    <a:pt x="41" y="21"/>
                    <a:pt x="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4" name="Google Shape;8544;p32"/>
            <p:cNvSpPr/>
            <p:nvPr/>
          </p:nvSpPr>
          <p:spPr>
            <a:xfrm>
              <a:off x="-425159" y="-44630"/>
              <a:ext cx="3455" cy="12749"/>
            </a:xfrm>
            <a:custGeom>
              <a:avLst/>
              <a:gdLst/>
              <a:ahLst/>
              <a:cxnLst/>
              <a:rect l="l" t="t" r="r" b="b"/>
              <a:pathLst>
                <a:path w="42" h="155" extrusionOk="0">
                  <a:moveTo>
                    <a:pt x="32" y="1"/>
                  </a:moveTo>
                  <a:cubicBezTo>
                    <a:pt x="11" y="21"/>
                    <a:pt x="1" y="42"/>
                    <a:pt x="1" y="73"/>
                  </a:cubicBezTo>
                  <a:cubicBezTo>
                    <a:pt x="1" y="103"/>
                    <a:pt x="21" y="134"/>
                    <a:pt x="41" y="155"/>
                  </a:cubicBezTo>
                  <a:cubicBezTo>
                    <a:pt x="41" y="103"/>
                    <a:pt x="41" y="52"/>
                    <a:pt x="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5" name="Google Shape;8545;p32"/>
            <p:cNvSpPr/>
            <p:nvPr/>
          </p:nvSpPr>
          <p:spPr>
            <a:xfrm>
              <a:off x="-463817" y="-8440"/>
              <a:ext cx="16121" cy="15216"/>
            </a:xfrm>
            <a:custGeom>
              <a:avLst/>
              <a:gdLst/>
              <a:ahLst/>
              <a:cxnLst/>
              <a:rect l="l" t="t" r="r" b="b"/>
              <a:pathLst>
                <a:path w="196" h="185" extrusionOk="0">
                  <a:moveTo>
                    <a:pt x="93" y="1"/>
                  </a:moveTo>
                  <a:cubicBezTo>
                    <a:pt x="41" y="1"/>
                    <a:pt x="1" y="41"/>
                    <a:pt x="1" y="92"/>
                  </a:cubicBezTo>
                  <a:cubicBezTo>
                    <a:pt x="1" y="144"/>
                    <a:pt x="41" y="184"/>
                    <a:pt x="93" y="184"/>
                  </a:cubicBezTo>
                  <a:cubicBezTo>
                    <a:pt x="144" y="184"/>
                    <a:pt x="195" y="144"/>
                    <a:pt x="195" y="92"/>
                  </a:cubicBezTo>
                  <a:cubicBezTo>
                    <a:pt x="19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6" name="Google Shape;8546;p32"/>
            <p:cNvSpPr/>
            <p:nvPr/>
          </p:nvSpPr>
          <p:spPr>
            <a:xfrm>
              <a:off x="-463817" y="-84028"/>
              <a:ext cx="16121" cy="15216"/>
            </a:xfrm>
            <a:custGeom>
              <a:avLst/>
              <a:gdLst/>
              <a:ahLst/>
              <a:cxnLst/>
              <a:rect l="l" t="t" r="r" b="b"/>
              <a:pathLst>
                <a:path w="196" h="185" extrusionOk="0">
                  <a:moveTo>
                    <a:pt x="93" y="0"/>
                  </a:moveTo>
                  <a:cubicBezTo>
                    <a:pt x="41" y="0"/>
                    <a:pt x="1" y="41"/>
                    <a:pt x="1" y="92"/>
                  </a:cubicBezTo>
                  <a:cubicBezTo>
                    <a:pt x="1" y="143"/>
                    <a:pt x="41"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7" name="Google Shape;8547;p32"/>
            <p:cNvSpPr/>
            <p:nvPr/>
          </p:nvSpPr>
          <p:spPr>
            <a:xfrm>
              <a:off x="-501570"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8" name="Google Shape;8548;p32"/>
            <p:cNvSpPr/>
            <p:nvPr/>
          </p:nvSpPr>
          <p:spPr>
            <a:xfrm>
              <a:off x="-501570"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9" name="Google Shape;8549;p32"/>
            <p:cNvSpPr/>
            <p:nvPr/>
          </p:nvSpPr>
          <p:spPr>
            <a:xfrm>
              <a:off x="-463817" y="143641"/>
              <a:ext cx="16121" cy="15216"/>
            </a:xfrm>
            <a:custGeom>
              <a:avLst/>
              <a:gdLst/>
              <a:ahLst/>
              <a:cxnLst/>
              <a:rect l="l" t="t" r="r" b="b"/>
              <a:pathLst>
                <a:path w="196" h="185" extrusionOk="0">
                  <a:moveTo>
                    <a:pt x="93" y="0"/>
                  </a:moveTo>
                  <a:cubicBezTo>
                    <a:pt x="41" y="0"/>
                    <a:pt x="1" y="41"/>
                    <a:pt x="1" y="93"/>
                  </a:cubicBezTo>
                  <a:cubicBezTo>
                    <a:pt x="1" y="143"/>
                    <a:pt x="41"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0" name="Google Shape;8550;p32"/>
            <p:cNvSpPr/>
            <p:nvPr/>
          </p:nvSpPr>
          <p:spPr>
            <a:xfrm>
              <a:off x="-463817" y="67970"/>
              <a:ext cx="16121" cy="15216"/>
            </a:xfrm>
            <a:custGeom>
              <a:avLst/>
              <a:gdLst/>
              <a:ahLst/>
              <a:cxnLst/>
              <a:rect l="l" t="t" r="r" b="b"/>
              <a:pathLst>
                <a:path w="196" h="185" extrusionOk="0">
                  <a:moveTo>
                    <a:pt x="93" y="1"/>
                  </a:moveTo>
                  <a:cubicBezTo>
                    <a:pt x="41" y="1"/>
                    <a:pt x="1" y="42"/>
                    <a:pt x="1" y="93"/>
                  </a:cubicBezTo>
                  <a:cubicBezTo>
                    <a:pt x="1" y="144"/>
                    <a:pt x="41"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1" name="Google Shape;8551;p32"/>
            <p:cNvSpPr/>
            <p:nvPr/>
          </p:nvSpPr>
          <p:spPr>
            <a:xfrm>
              <a:off x="-501570" y="182298"/>
              <a:ext cx="15216" cy="15216"/>
            </a:xfrm>
            <a:custGeom>
              <a:avLst/>
              <a:gdLst/>
              <a:ahLst/>
              <a:cxnLst/>
              <a:rect l="l" t="t" r="r" b="b"/>
              <a:pathLst>
                <a:path w="185" h="185" extrusionOk="0">
                  <a:moveTo>
                    <a:pt x="62"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2" name="Google Shape;8552;p32"/>
            <p:cNvSpPr/>
            <p:nvPr/>
          </p:nvSpPr>
          <p:spPr>
            <a:xfrm>
              <a:off x="-501570"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3" name="Google Shape;8553;p32"/>
            <p:cNvSpPr/>
            <p:nvPr/>
          </p:nvSpPr>
          <p:spPr>
            <a:xfrm>
              <a:off x="-501570" y="257886"/>
              <a:ext cx="15216" cy="15216"/>
            </a:xfrm>
            <a:custGeom>
              <a:avLst/>
              <a:gdLst/>
              <a:ahLst/>
              <a:cxnLst/>
              <a:rect l="l" t="t" r="r" b="b"/>
              <a:pathLst>
                <a:path w="185" h="185" extrusionOk="0">
                  <a:moveTo>
                    <a:pt x="92" y="1"/>
                  </a:moveTo>
                  <a:cubicBezTo>
                    <a:pt x="41" y="1"/>
                    <a:pt x="0" y="42"/>
                    <a:pt x="0" y="93"/>
                  </a:cubicBezTo>
                  <a:cubicBezTo>
                    <a:pt x="0" y="144"/>
                    <a:pt x="41" y="185"/>
                    <a:pt x="92" y="185"/>
                  </a:cubicBezTo>
                  <a:lnTo>
                    <a:pt x="112" y="185"/>
                  </a:lnTo>
                  <a:cubicBezTo>
                    <a:pt x="133" y="144"/>
                    <a:pt x="153" y="103"/>
                    <a:pt x="18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4" name="Google Shape;8554;p32"/>
            <p:cNvSpPr/>
            <p:nvPr/>
          </p:nvSpPr>
          <p:spPr>
            <a:xfrm>
              <a:off x="-653733"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2" y="185"/>
                    <a:pt x="93" y="185"/>
                  </a:cubicBezTo>
                  <a:cubicBezTo>
                    <a:pt x="103" y="185"/>
                    <a:pt x="123" y="185"/>
                    <a:pt x="134" y="174"/>
                  </a:cubicBezTo>
                  <a:cubicBezTo>
                    <a:pt x="154" y="164"/>
                    <a:pt x="175" y="154"/>
                    <a:pt x="175" y="133"/>
                  </a:cubicBezTo>
                  <a:cubicBezTo>
                    <a:pt x="185" y="113"/>
                    <a:pt x="185" y="103"/>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5" name="Google Shape;8555;p32"/>
            <p:cNvSpPr/>
            <p:nvPr/>
          </p:nvSpPr>
          <p:spPr>
            <a:xfrm>
              <a:off x="-577240" y="-274849"/>
              <a:ext cx="15216" cy="15216"/>
            </a:xfrm>
            <a:custGeom>
              <a:avLst/>
              <a:gdLst/>
              <a:ahLst/>
              <a:cxnLst/>
              <a:rect l="l" t="t" r="r" b="b"/>
              <a:pathLst>
                <a:path w="185" h="185" extrusionOk="0">
                  <a:moveTo>
                    <a:pt x="92" y="1"/>
                  </a:moveTo>
                  <a:cubicBezTo>
                    <a:pt x="52" y="1"/>
                    <a:pt x="21" y="21"/>
                    <a:pt x="1" y="62"/>
                  </a:cubicBezTo>
                  <a:lnTo>
                    <a:pt x="1" y="93"/>
                  </a:lnTo>
                  <a:cubicBezTo>
                    <a:pt x="1" y="123"/>
                    <a:pt x="11" y="144"/>
                    <a:pt x="21" y="164"/>
                  </a:cubicBezTo>
                  <a:cubicBezTo>
                    <a:pt x="42" y="175"/>
                    <a:pt x="62" y="184"/>
                    <a:pt x="92" y="184"/>
                  </a:cubicBezTo>
                  <a:cubicBezTo>
                    <a:pt x="113" y="184"/>
                    <a:pt x="133" y="175"/>
                    <a:pt x="154" y="164"/>
                  </a:cubicBezTo>
                  <a:cubicBezTo>
                    <a:pt x="174" y="144"/>
                    <a:pt x="185" y="123"/>
                    <a:pt x="185" y="93"/>
                  </a:cubicBezTo>
                  <a:cubicBezTo>
                    <a:pt x="185" y="82"/>
                    <a:pt x="174" y="73"/>
                    <a:pt x="174" y="6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6" name="Google Shape;8556;p32"/>
            <p:cNvSpPr/>
            <p:nvPr/>
          </p:nvSpPr>
          <p:spPr>
            <a:xfrm>
              <a:off x="-577240"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7" name="Google Shape;8557;p32"/>
            <p:cNvSpPr/>
            <p:nvPr/>
          </p:nvSpPr>
          <p:spPr>
            <a:xfrm>
              <a:off x="-615898"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8" name="Google Shape;8558;p32"/>
            <p:cNvSpPr/>
            <p:nvPr/>
          </p:nvSpPr>
          <p:spPr>
            <a:xfrm>
              <a:off x="-539405"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9" name="Google Shape;8559;p32"/>
            <p:cNvSpPr/>
            <p:nvPr/>
          </p:nvSpPr>
          <p:spPr>
            <a:xfrm>
              <a:off x="-615898"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0" name="Google Shape;8560;p32"/>
            <p:cNvSpPr/>
            <p:nvPr/>
          </p:nvSpPr>
          <p:spPr>
            <a:xfrm>
              <a:off x="-653733"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2" y="175"/>
                    <a:pt x="73" y="184"/>
                    <a:pt x="93" y="184"/>
                  </a:cubicBezTo>
                  <a:lnTo>
                    <a:pt x="134" y="184"/>
                  </a:lnTo>
                  <a:lnTo>
                    <a:pt x="154" y="164"/>
                  </a:lnTo>
                  <a:cubicBezTo>
                    <a:pt x="164" y="154"/>
                    <a:pt x="175" y="14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1" name="Google Shape;8561;p32"/>
            <p:cNvSpPr/>
            <p:nvPr/>
          </p:nvSpPr>
          <p:spPr>
            <a:xfrm>
              <a:off x="-653733"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03" y="184"/>
                    <a:pt x="123" y="174"/>
                    <a:pt x="134" y="174"/>
                  </a:cubicBezTo>
                  <a:cubicBezTo>
                    <a:pt x="154" y="164"/>
                    <a:pt x="175" y="143"/>
                    <a:pt x="175" y="123"/>
                  </a:cubicBezTo>
                  <a:cubicBezTo>
                    <a:pt x="185" y="113"/>
                    <a:pt x="185" y="102"/>
                    <a:pt x="185" y="92"/>
                  </a:cubicBezTo>
                  <a:cubicBezTo>
                    <a:pt x="185" y="72"/>
                    <a:pt x="185" y="61"/>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2" name="Google Shape;8562;p32"/>
            <p:cNvSpPr/>
            <p:nvPr/>
          </p:nvSpPr>
          <p:spPr>
            <a:xfrm>
              <a:off x="-577240" y="-122686"/>
              <a:ext cx="15216" cy="15216"/>
            </a:xfrm>
            <a:custGeom>
              <a:avLst/>
              <a:gdLst/>
              <a:ahLst/>
              <a:cxnLst/>
              <a:rect l="l" t="t" r="r" b="b"/>
              <a:pathLst>
                <a:path w="185" h="185" extrusionOk="0">
                  <a:moveTo>
                    <a:pt x="92" y="0"/>
                  </a:moveTo>
                  <a:cubicBezTo>
                    <a:pt x="52" y="0"/>
                    <a:pt x="21" y="30"/>
                    <a:pt x="1" y="61"/>
                  </a:cubicBezTo>
                  <a:lnTo>
                    <a:pt x="1" y="92"/>
                  </a:lnTo>
                  <a:cubicBezTo>
                    <a:pt x="1" y="143"/>
                    <a:pt x="42" y="184"/>
                    <a:pt x="92" y="184"/>
                  </a:cubicBezTo>
                  <a:cubicBezTo>
                    <a:pt x="144" y="184"/>
                    <a:pt x="185" y="143"/>
                    <a:pt x="185" y="92"/>
                  </a:cubicBezTo>
                  <a:cubicBezTo>
                    <a:pt x="185" y="82"/>
                    <a:pt x="174" y="71"/>
                    <a:pt x="174" y="61"/>
                  </a:cubicBezTo>
                  <a:cubicBezTo>
                    <a:pt x="164" y="30"/>
                    <a:pt x="12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3" name="Google Shape;8563;p32"/>
            <p:cNvSpPr/>
            <p:nvPr/>
          </p:nvSpPr>
          <p:spPr>
            <a:xfrm>
              <a:off x="-577240"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4" name="Google Shape;8564;p32"/>
            <p:cNvSpPr/>
            <p:nvPr/>
          </p:nvSpPr>
          <p:spPr>
            <a:xfrm>
              <a:off x="-615898"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5" name="Google Shape;8565;p32"/>
            <p:cNvSpPr/>
            <p:nvPr/>
          </p:nvSpPr>
          <p:spPr>
            <a:xfrm>
              <a:off x="-539405"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6" name="Google Shape;8566;p32"/>
            <p:cNvSpPr/>
            <p:nvPr/>
          </p:nvSpPr>
          <p:spPr>
            <a:xfrm>
              <a:off x="-615898"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7" name="Google Shape;8567;p32"/>
            <p:cNvSpPr/>
            <p:nvPr/>
          </p:nvSpPr>
          <p:spPr>
            <a:xfrm>
              <a:off x="-539405"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8" name="Google Shape;8568;p32"/>
            <p:cNvSpPr/>
            <p:nvPr/>
          </p:nvSpPr>
          <p:spPr>
            <a:xfrm>
              <a:off x="-653733"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2" y="184"/>
                    <a:pt x="93" y="184"/>
                  </a:cubicBezTo>
                  <a:lnTo>
                    <a:pt x="134" y="184"/>
                  </a:lnTo>
                  <a:cubicBezTo>
                    <a:pt x="154" y="173"/>
                    <a:pt x="175" y="153"/>
                    <a:pt x="175" y="133"/>
                  </a:cubicBezTo>
                  <a:cubicBezTo>
                    <a:pt x="185" y="123"/>
                    <a:pt x="185" y="112"/>
                    <a:pt x="185" y="92"/>
                  </a:cubicBezTo>
                  <a:cubicBezTo>
                    <a:pt x="185" y="82"/>
                    <a:pt x="185" y="71"/>
                    <a:pt x="175" y="61"/>
                  </a:cubicBezTo>
                  <a:cubicBezTo>
                    <a:pt x="175" y="41"/>
                    <a:pt x="154" y="21"/>
                    <a:pt x="134" y="10"/>
                  </a:cubicBezTo>
                  <a:cubicBezTo>
                    <a:pt x="12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9" name="Google Shape;8569;p32"/>
            <p:cNvSpPr/>
            <p:nvPr/>
          </p:nvSpPr>
          <p:spPr>
            <a:xfrm>
              <a:off x="-653733"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03" y="185"/>
                    <a:pt x="123" y="185"/>
                    <a:pt x="134" y="174"/>
                  </a:cubicBezTo>
                  <a:cubicBezTo>
                    <a:pt x="154" y="164"/>
                    <a:pt x="175" y="144"/>
                    <a:pt x="175" y="123"/>
                  </a:cubicBezTo>
                  <a:cubicBezTo>
                    <a:pt x="185" y="113"/>
                    <a:pt x="185" y="103"/>
                    <a:pt x="185" y="92"/>
                  </a:cubicBezTo>
                  <a:cubicBezTo>
                    <a:pt x="185" y="72"/>
                    <a:pt x="185" y="62"/>
                    <a:pt x="175" y="51"/>
                  </a:cubicBezTo>
                  <a:cubicBezTo>
                    <a:pt x="175" y="31"/>
                    <a:pt x="154" y="10"/>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0" name="Google Shape;8570;p32"/>
            <p:cNvSpPr/>
            <p:nvPr/>
          </p:nvSpPr>
          <p:spPr>
            <a:xfrm>
              <a:off x="-501570" y="-274849"/>
              <a:ext cx="13489" cy="15216"/>
            </a:xfrm>
            <a:custGeom>
              <a:avLst/>
              <a:gdLst/>
              <a:ahLst/>
              <a:cxnLst/>
              <a:rect l="l" t="t" r="r" b="b"/>
              <a:pathLst>
                <a:path w="164" h="185" extrusionOk="0">
                  <a:moveTo>
                    <a:pt x="82" y="1"/>
                  </a:moveTo>
                  <a:cubicBezTo>
                    <a:pt x="51" y="11"/>
                    <a:pt x="21" y="32"/>
                    <a:pt x="10" y="62"/>
                  </a:cubicBezTo>
                  <a:cubicBezTo>
                    <a:pt x="0" y="73"/>
                    <a:pt x="0" y="82"/>
                    <a:pt x="0" y="93"/>
                  </a:cubicBezTo>
                  <a:cubicBezTo>
                    <a:pt x="0" y="123"/>
                    <a:pt x="10" y="144"/>
                    <a:pt x="31" y="164"/>
                  </a:cubicBezTo>
                  <a:cubicBezTo>
                    <a:pt x="41" y="175"/>
                    <a:pt x="71" y="184"/>
                    <a:pt x="92" y="184"/>
                  </a:cubicBezTo>
                  <a:cubicBezTo>
                    <a:pt x="123" y="184"/>
                    <a:pt x="143" y="175"/>
                    <a:pt x="164" y="164"/>
                  </a:cubicBezTo>
                  <a:lnTo>
                    <a:pt x="164" y="154"/>
                  </a:lnTo>
                  <a:lnTo>
                    <a:pt x="133" y="93"/>
                  </a:lnTo>
                  <a:cubicBezTo>
                    <a:pt x="123" y="73"/>
                    <a:pt x="112" y="52"/>
                    <a:pt x="92" y="21"/>
                  </a:cubicBezTo>
                  <a:cubicBezTo>
                    <a:pt x="92" y="21"/>
                    <a:pt x="82" y="11"/>
                    <a:pt x="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1" name="Google Shape;8571;p32"/>
            <p:cNvSpPr/>
            <p:nvPr/>
          </p:nvSpPr>
          <p:spPr>
            <a:xfrm>
              <a:off x="-577240"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2" name="Google Shape;8572;p32"/>
            <p:cNvSpPr/>
            <p:nvPr/>
          </p:nvSpPr>
          <p:spPr>
            <a:xfrm>
              <a:off x="-577240"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3" name="Google Shape;8573;p32"/>
            <p:cNvSpPr/>
            <p:nvPr/>
          </p:nvSpPr>
          <p:spPr>
            <a:xfrm>
              <a:off x="-615898"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4" name="Google Shape;8574;p32"/>
            <p:cNvSpPr/>
            <p:nvPr/>
          </p:nvSpPr>
          <p:spPr>
            <a:xfrm>
              <a:off x="-539405"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5" name="Google Shape;8575;p32"/>
            <p:cNvSpPr/>
            <p:nvPr/>
          </p:nvSpPr>
          <p:spPr>
            <a:xfrm>
              <a:off x="-615898"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6" name="Google Shape;8576;p32"/>
            <p:cNvSpPr/>
            <p:nvPr/>
          </p:nvSpPr>
          <p:spPr>
            <a:xfrm>
              <a:off x="-539405"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7" name="Google Shape;8577;p32"/>
            <p:cNvSpPr/>
            <p:nvPr/>
          </p:nvSpPr>
          <p:spPr>
            <a:xfrm>
              <a:off x="-653733" y="29313"/>
              <a:ext cx="15216" cy="15216"/>
            </a:xfrm>
            <a:custGeom>
              <a:avLst/>
              <a:gdLst/>
              <a:ahLst/>
              <a:cxnLst/>
              <a:rect l="l" t="t" r="r" b="b"/>
              <a:pathLst>
                <a:path w="185" h="185" extrusionOk="0">
                  <a:moveTo>
                    <a:pt x="93" y="1"/>
                  </a:moveTo>
                  <a:cubicBezTo>
                    <a:pt x="42" y="1"/>
                    <a:pt x="1" y="42"/>
                    <a:pt x="1" y="93"/>
                  </a:cubicBezTo>
                  <a:cubicBezTo>
                    <a:pt x="1" y="144"/>
                    <a:pt x="42" y="185"/>
                    <a:pt x="93" y="185"/>
                  </a:cubicBezTo>
                  <a:lnTo>
                    <a:pt x="134" y="185"/>
                  </a:lnTo>
                  <a:cubicBezTo>
                    <a:pt x="154" y="175"/>
                    <a:pt x="175" y="155"/>
                    <a:pt x="175" y="134"/>
                  </a:cubicBezTo>
                  <a:cubicBezTo>
                    <a:pt x="185" y="124"/>
                    <a:pt x="185" y="114"/>
                    <a:pt x="185" y="93"/>
                  </a:cubicBezTo>
                  <a:cubicBezTo>
                    <a:pt x="185" y="83"/>
                    <a:pt x="185" y="73"/>
                    <a:pt x="175" y="62"/>
                  </a:cubicBezTo>
                  <a:cubicBezTo>
                    <a:pt x="175" y="42"/>
                    <a:pt x="154" y="21"/>
                    <a:pt x="134" y="12"/>
                  </a:cubicBezTo>
                  <a:cubicBezTo>
                    <a:pt x="12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8" name="Google Shape;8578;p32"/>
            <p:cNvSpPr/>
            <p:nvPr/>
          </p:nvSpPr>
          <p:spPr>
            <a:xfrm>
              <a:off x="-653733"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03" y="184"/>
                    <a:pt x="123" y="184"/>
                    <a:pt x="134" y="175"/>
                  </a:cubicBezTo>
                  <a:cubicBezTo>
                    <a:pt x="154" y="164"/>
                    <a:pt x="175" y="154"/>
                    <a:pt x="175" y="123"/>
                  </a:cubicBezTo>
                  <a:cubicBezTo>
                    <a:pt x="185" y="113"/>
                    <a:pt x="185" y="103"/>
                    <a:pt x="185" y="93"/>
                  </a:cubicBezTo>
                  <a:cubicBezTo>
                    <a:pt x="185" y="82"/>
                    <a:pt x="185" y="62"/>
                    <a:pt x="175" y="52"/>
                  </a:cubicBezTo>
                  <a:cubicBezTo>
                    <a:pt x="175" y="31"/>
                    <a:pt x="154" y="11"/>
                    <a:pt x="134" y="11"/>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9" name="Google Shape;8579;p32"/>
            <p:cNvSpPr/>
            <p:nvPr/>
          </p:nvSpPr>
          <p:spPr>
            <a:xfrm>
              <a:off x="-577240" y="182298"/>
              <a:ext cx="15216" cy="15216"/>
            </a:xfrm>
            <a:custGeom>
              <a:avLst/>
              <a:gdLst/>
              <a:ahLst/>
              <a:cxnLst/>
              <a:rect l="l" t="t" r="r" b="b"/>
              <a:pathLst>
                <a:path w="185" h="185" extrusionOk="0">
                  <a:moveTo>
                    <a:pt x="52" y="0"/>
                  </a:moveTo>
                  <a:cubicBezTo>
                    <a:pt x="31" y="11"/>
                    <a:pt x="11" y="31"/>
                    <a:pt x="1" y="52"/>
                  </a:cubicBezTo>
                  <a:lnTo>
                    <a:pt x="1" y="93"/>
                  </a:lnTo>
                  <a:cubicBezTo>
                    <a:pt x="1" y="143"/>
                    <a:pt x="42" y="184"/>
                    <a:pt x="92" y="184"/>
                  </a:cubicBezTo>
                  <a:cubicBezTo>
                    <a:pt x="144" y="184"/>
                    <a:pt x="185" y="143"/>
                    <a:pt x="185" y="93"/>
                  </a:cubicBezTo>
                  <a:cubicBezTo>
                    <a:pt x="185" y="72"/>
                    <a:pt x="174"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0" name="Google Shape;8580;p32"/>
            <p:cNvSpPr/>
            <p:nvPr/>
          </p:nvSpPr>
          <p:spPr>
            <a:xfrm>
              <a:off x="-577240"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1" name="Google Shape;8581;p32"/>
            <p:cNvSpPr/>
            <p:nvPr/>
          </p:nvSpPr>
          <p:spPr>
            <a:xfrm>
              <a:off x="-615898"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2" name="Google Shape;8582;p32"/>
            <p:cNvSpPr/>
            <p:nvPr/>
          </p:nvSpPr>
          <p:spPr>
            <a:xfrm>
              <a:off x="-539405"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3" name="Google Shape;8583;p32"/>
            <p:cNvSpPr/>
            <p:nvPr/>
          </p:nvSpPr>
          <p:spPr>
            <a:xfrm>
              <a:off x="-615898"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4" name="Google Shape;8584;p32"/>
            <p:cNvSpPr/>
            <p:nvPr/>
          </p:nvSpPr>
          <p:spPr>
            <a:xfrm>
              <a:off x="-539405"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5" name="Google Shape;8585;p32"/>
            <p:cNvSpPr/>
            <p:nvPr/>
          </p:nvSpPr>
          <p:spPr>
            <a:xfrm>
              <a:off x="-653733"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2" y="184"/>
                    <a:pt x="93" y="184"/>
                  </a:cubicBezTo>
                  <a:cubicBezTo>
                    <a:pt x="103" y="184"/>
                    <a:pt x="123" y="174"/>
                    <a:pt x="134" y="174"/>
                  </a:cubicBezTo>
                  <a:cubicBezTo>
                    <a:pt x="154" y="164"/>
                    <a:pt x="175" y="143"/>
                    <a:pt x="175" y="123"/>
                  </a:cubicBezTo>
                  <a:cubicBezTo>
                    <a:pt x="185" y="113"/>
                    <a:pt x="185" y="102"/>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6" name="Google Shape;8586;p32"/>
            <p:cNvSpPr/>
            <p:nvPr/>
          </p:nvSpPr>
          <p:spPr>
            <a:xfrm>
              <a:off x="-653733"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03" y="184"/>
                    <a:pt x="123" y="184"/>
                    <a:pt x="134" y="173"/>
                  </a:cubicBezTo>
                  <a:cubicBezTo>
                    <a:pt x="154" y="163"/>
                    <a:pt x="175" y="153"/>
                    <a:pt x="175" y="132"/>
                  </a:cubicBezTo>
                  <a:cubicBezTo>
                    <a:pt x="185" y="112"/>
                    <a:pt x="185" y="102"/>
                    <a:pt x="185" y="92"/>
                  </a:cubicBezTo>
                  <a:cubicBezTo>
                    <a:pt x="185" y="82"/>
                    <a:pt x="185" y="71"/>
                    <a:pt x="175" y="51"/>
                  </a:cubicBezTo>
                  <a:cubicBezTo>
                    <a:pt x="175" y="30"/>
                    <a:pt x="154" y="20"/>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7" name="Google Shape;8587;p32"/>
            <p:cNvSpPr/>
            <p:nvPr/>
          </p:nvSpPr>
          <p:spPr>
            <a:xfrm>
              <a:off x="-577240" y="334379"/>
              <a:ext cx="15216" cy="15216"/>
            </a:xfrm>
            <a:custGeom>
              <a:avLst/>
              <a:gdLst/>
              <a:ahLst/>
              <a:cxnLst/>
              <a:rect l="l" t="t" r="r" b="b"/>
              <a:pathLst>
                <a:path w="185" h="185" extrusionOk="0">
                  <a:moveTo>
                    <a:pt x="92" y="1"/>
                  </a:moveTo>
                  <a:cubicBezTo>
                    <a:pt x="52" y="1"/>
                    <a:pt x="21" y="21"/>
                    <a:pt x="1" y="52"/>
                  </a:cubicBezTo>
                  <a:lnTo>
                    <a:pt x="1" y="92"/>
                  </a:lnTo>
                  <a:cubicBezTo>
                    <a:pt x="1" y="113"/>
                    <a:pt x="11" y="133"/>
                    <a:pt x="21" y="154"/>
                  </a:cubicBezTo>
                  <a:cubicBezTo>
                    <a:pt x="42" y="174"/>
                    <a:pt x="62" y="185"/>
                    <a:pt x="92" y="185"/>
                  </a:cubicBezTo>
                  <a:cubicBezTo>
                    <a:pt x="113" y="185"/>
                    <a:pt x="133" y="174"/>
                    <a:pt x="154" y="154"/>
                  </a:cubicBezTo>
                  <a:cubicBezTo>
                    <a:pt x="174" y="133"/>
                    <a:pt x="185" y="113"/>
                    <a:pt x="185" y="92"/>
                  </a:cubicBezTo>
                  <a:cubicBezTo>
                    <a:pt x="185" y="72"/>
                    <a:pt x="174" y="62"/>
                    <a:pt x="174" y="52"/>
                  </a:cubicBezTo>
                  <a:cubicBezTo>
                    <a:pt x="164" y="21"/>
                    <a:pt x="12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8" name="Google Shape;8588;p32"/>
            <p:cNvSpPr/>
            <p:nvPr/>
          </p:nvSpPr>
          <p:spPr>
            <a:xfrm>
              <a:off x="-577240"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9" name="Google Shape;8589;p32"/>
            <p:cNvSpPr/>
            <p:nvPr/>
          </p:nvSpPr>
          <p:spPr>
            <a:xfrm>
              <a:off x="-615898"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0" name="Google Shape;8590;p32"/>
            <p:cNvSpPr/>
            <p:nvPr/>
          </p:nvSpPr>
          <p:spPr>
            <a:xfrm>
              <a:off x="-539405"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1" name="Google Shape;8591;p32"/>
            <p:cNvSpPr/>
            <p:nvPr/>
          </p:nvSpPr>
          <p:spPr>
            <a:xfrm>
              <a:off x="-615898"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2" name="Google Shape;8592;p32"/>
            <p:cNvSpPr/>
            <p:nvPr/>
          </p:nvSpPr>
          <p:spPr>
            <a:xfrm>
              <a:off x="-539405"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3" name="Google Shape;8593;p32"/>
            <p:cNvSpPr/>
            <p:nvPr/>
          </p:nvSpPr>
          <p:spPr>
            <a:xfrm>
              <a:off x="-653733"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2" y="174"/>
                    <a:pt x="73" y="185"/>
                    <a:pt x="93" y="185"/>
                  </a:cubicBezTo>
                  <a:cubicBezTo>
                    <a:pt x="103" y="185"/>
                    <a:pt x="123" y="185"/>
                    <a:pt x="134" y="174"/>
                  </a:cubicBezTo>
                  <a:cubicBezTo>
                    <a:pt x="144" y="174"/>
                    <a:pt x="154" y="164"/>
                    <a:pt x="154" y="154"/>
                  </a:cubicBezTo>
                  <a:cubicBezTo>
                    <a:pt x="164" y="144"/>
                    <a:pt x="175" y="133"/>
                    <a:pt x="175" y="123"/>
                  </a:cubicBezTo>
                  <a:cubicBezTo>
                    <a:pt x="185" y="113"/>
                    <a:pt x="185" y="103"/>
                    <a:pt x="185" y="92"/>
                  </a:cubicBezTo>
                  <a:cubicBezTo>
                    <a:pt x="185" y="72"/>
                    <a:pt x="185" y="62"/>
                    <a:pt x="175" y="52"/>
                  </a:cubicBezTo>
                  <a:cubicBezTo>
                    <a:pt x="175" y="31"/>
                    <a:pt x="154" y="11"/>
                    <a:pt x="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4" name="Google Shape;8594;p32"/>
            <p:cNvSpPr/>
            <p:nvPr/>
          </p:nvSpPr>
          <p:spPr>
            <a:xfrm>
              <a:off x="-653733"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03" y="185"/>
                    <a:pt x="123" y="185"/>
                    <a:pt x="134" y="175"/>
                  </a:cubicBezTo>
                  <a:cubicBezTo>
                    <a:pt x="154" y="175"/>
                    <a:pt x="175" y="154"/>
                    <a:pt x="175" y="134"/>
                  </a:cubicBezTo>
                  <a:cubicBezTo>
                    <a:pt x="185" y="123"/>
                    <a:pt x="185" y="103"/>
                    <a:pt x="185" y="93"/>
                  </a:cubicBezTo>
                  <a:cubicBezTo>
                    <a:pt x="185" y="82"/>
                    <a:pt x="185" y="73"/>
                    <a:pt x="175" y="62"/>
                  </a:cubicBezTo>
                  <a:cubicBezTo>
                    <a:pt x="175" y="32"/>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5" name="Google Shape;8595;p32"/>
            <p:cNvSpPr/>
            <p:nvPr/>
          </p:nvSpPr>
          <p:spPr>
            <a:xfrm>
              <a:off x="-615898"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6" name="Google Shape;8596;p32"/>
            <p:cNvSpPr/>
            <p:nvPr/>
          </p:nvSpPr>
          <p:spPr>
            <a:xfrm>
              <a:off x="-653733" y="410049"/>
              <a:ext cx="15216" cy="15216"/>
            </a:xfrm>
            <a:custGeom>
              <a:avLst/>
              <a:gdLst/>
              <a:ahLst/>
              <a:cxnLst/>
              <a:rect l="l" t="t" r="r" b="b"/>
              <a:pathLst>
                <a:path w="185" h="185" extrusionOk="0">
                  <a:moveTo>
                    <a:pt x="93" y="0"/>
                  </a:moveTo>
                  <a:cubicBezTo>
                    <a:pt x="42" y="0"/>
                    <a:pt x="1" y="41"/>
                    <a:pt x="1" y="92"/>
                  </a:cubicBezTo>
                  <a:cubicBezTo>
                    <a:pt x="1" y="143"/>
                    <a:pt x="42" y="184"/>
                    <a:pt x="93" y="184"/>
                  </a:cubicBezTo>
                  <a:lnTo>
                    <a:pt x="134" y="184"/>
                  </a:lnTo>
                  <a:cubicBezTo>
                    <a:pt x="154" y="174"/>
                    <a:pt x="175" y="153"/>
                    <a:pt x="175" y="133"/>
                  </a:cubicBezTo>
                  <a:cubicBezTo>
                    <a:pt x="185" y="123"/>
                    <a:pt x="185" y="112"/>
                    <a:pt x="185" y="92"/>
                  </a:cubicBezTo>
                  <a:cubicBezTo>
                    <a:pt x="185" y="82"/>
                    <a:pt x="185" y="71"/>
                    <a:pt x="175" y="62"/>
                  </a:cubicBezTo>
                  <a:cubicBezTo>
                    <a:pt x="175" y="41"/>
                    <a:pt x="154" y="21"/>
                    <a:pt x="134" y="10"/>
                  </a:cubicBezTo>
                  <a:cubicBezTo>
                    <a:pt x="12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7" name="Google Shape;8597;p32"/>
            <p:cNvSpPr/>
            <p:nvPr/>
          </p:nvSpPr>
          <p:spPr>
            <a:xfrm>
              <a:off x="-730143" y="-426929"/>
              <a:ext cx="16039" cy="15216"/>
            </a:xfrm>
            <a:custGeom>
              <a:avLst/>
              <a:gdLst/>
              <a:ahLst/>
              <a:cxnLst/>
              <a:rect l="l" t="t" r="r" b="b"/>
              <a:pathLst>
                <a:path w="195" h="185" extrusionOk="0">
                  <a:moveTo>
                    <a:pt x="103" y="1"/>
                  </a:moveTo>
                  <a:cubicBezTo>
                    <a:pt x="82" y="1"/>
                    <a:pt x="72" y="1"/>
                    <a:pt x="62" y="11"/>
                  </a:cubicBezTo>
                  <a:cubicBezTo>
                    <a:pt x="41" y="21"/>
                    <a:pt x="21" y="31"/>
                    <a:pt x="10" y="62"/>
                  </a:cubicBezTo>
                  <a:cubicBezTo>
                    <a:pt x="10" y="72"/>
                    <a:pt x="0" y="83"/>
                    <a:pt x="0" y="92"/>
                  </a:cubicBezTo>
                  <a:cubicBezTo>
                    <a:pt x="0" y="144"/>
                    <a:pt x="51" y="185"/>
                    <a:pt x="103" y="185"/>
                  </a:cubicBezTo>
                  <a:cubicBezTo>
                    <a:pt x="153" y="185"/>
                    <a:pt x="194" y="144"/>
                    <a:pt x="194" y="92"/>
                  </a:cubicBezTo>
                  <a:cubicBezTo>
                    <a:pt x="194" y="83"/>
                    <a:pt x="184" y="72"/>
                    <a:pt x="184" y="62"/>
                  </a:cubicBezTo>
                  <a:cubicBezTo>
                    <a:pt x="174" y="31"/>
                    <a:pt x="153" y="21"/>
                    <a:pt x="133" y="11"/>
                  </a:cubicBezTo>
                  <a:cubicBezTo>
                    <a:pt x="123" y="1"/>
                    <a:pt x="112"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8" name="Google Shape;8598;p32"/>
            <p:cNvSpPr/>
            <p:nvPr/>
          </p:nvSpPr>
          <p:spPr>
            <a:xfrm>
              <a:off x="-729321" y="-492483"/>
              <a:ext cx="8472" cy="5182"/>
            </a:xfrm>
            <a:custGeom>
              <a:avLst/>
              <a:gdLst/>
              <a:ahLst/>
              <a:cxnLst/>
              <a:rect l="l" t="t" r="r" b="b"/>
              <a:pathLst>
                <a:path w="103" h="63" extrusionOk="0">
                  <a:moveTo>
                    <a:pt x="0" y="1"/>
                  </a:moveTo>
                  <a:lnTo>
                    <a:pt x="0" y="1"/>
                  </a:lnTo>
                  <a:cubicBezTo>
                    <a:pt x="21" y="31"/>
                    <a:pt x="52" y="62"/>
                    <a:pt x="93" y="62"/>
                  </a:cubicBezTo>
                  <a:cubicBezTo>
                    <a:pt x="93" y="62"/>
                    <a:pt x="93" y="52"/>
                    <a:pt x="102" y="52"/>
                  </a:cubicBezTo>
                  <a:cubicBezTo>
                    <a:pt x="72" y="42"/>
                    <a:pt x="41" y="2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9" name="Google Shape;8599;p32"/>
            <p:cNvSpPr/>
            <p:nvPr/>
          </p:nvSpPr>
          <p:spPr>
            <a:xfrm>
              <a:off x="-767978" y="-464765"/>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0" name="Google Shape;8600;p32"/>
            <p:cNvSpPr/>
            <p:nvPr/>
          </p:nvSpPr>
          <p:spPr>
            <a:xfrm>
              <a:off x="-691486"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1" name="Google Shape;8601;p32"/>
            <p:cNvSpPr/>
            <p:nvPr/>
          </p:nvSpPr>
          <p:spPr>
            <a:xfrm>
              <a:off x="-805731" y="-426929"/>
              <a:ext cx="15134" cy="15216"/>
            </a:xfrm>
            <a:custGeom>
              <a:avLst/>
              <a:gdLst/>
              <a:ahLst/>
              <a:cxnLst/>
              <a:rect l="l" t="t" r="r" b="b"/>
              <a:pathLst>
                <a:path w="184" h="185" extrusionOk="0">
                  <a:moveTo>
                    <a:pt x="92" y="1"/>
                  </a:moveTo>
                  <a:cubicBezTo>
                    <a:pt x="82" y="1"/>
                    <a:pt x="71" y="1"/>
                    <a:pt x="51" y="11"/>
                  </a:cubicBezTo>
                  <a:cubicBezTo>
                    <a:pt x="30" y="21"/>
                    <a:pt x="20" y="31"/>
                    <a:pt x="10" y="62"/>
                  </a:cubicBezTo>
                  <a:cubicBezTo>
                    <a:pt x="0" y="72"/>
                    <a:pt x="0" y="83"/>
                    <a:pt x="0" y="92"/>
                  </a:cubicBezTo>
                  <a:cubicBezTo>
                    <a:pt x="0" y="144"/>
                    <a:pt x="41" y="185"/>
                    <a:pt x="92" y="185"/>
                  </a:cubicBezTo>
                  <a:cubicBezTo>
                    <a:pt x="102" y="185"/>
                    <a:pt x="112" y="185"/>
                    <a:pt x="123" y="174"/>
                  </a:cubicBezTo>
                  <a:cubicBezTo>
                    <a:pt x="153" y="164"/>
                    <a:pt x="163" y="154"/>
                    <a:pt x="173" y="133"/>
                  </a:cubicBezTo>
                  <a:cubicBezTo>
                    <a:pt x="184" y="113"/>
                    <a:pt x="184" y="103"/>
                    <a:pt x="184" y="92"/>
                  </a:cubicBezTo>
                  <a:cubicBezTo>
                    <a:pt x="184" y="83"/>
                    <a:pt x="184" y="72"/>
                    <a:pt x="173" y="62"/>
                  </a:cubicBezTo>
                  <a:cubicBezTo>
                    <a:pt x="163" y="31"/>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2" name="Google Shape;8602;p32"/>
            <p:cNvSpPr/>
            <p:nvPr/>
          </p:nvSpPr>
          <p:spPr>
            <a:xfrm>
              <a:off x="-805731" y="-503422"/>
              <a:ext cx="15134" cy="16121"/>
            </a:xfrm>
            <a:custGeom>
              <a:avLst/>
              <a:gdLst/>
              <a:ahLst/>
              <a:cxnLst/>
              <a:rect l="l" t="t" r="r" b="b"/>
              <a:pathLst>
                <a:path w="184" h="196" extrusionOk="0">
                  <a:moveTo>
                    <a:pt x="92" y="1"/>
                  </a:moveTo>
                  <a:cubicBezTo>
                    <a:pt x="41" y="1"/>
                    <a:pt x="0" y="42"/>
                    <a:pt x="0" y="93"/>
                  </a:cubicBezTo>
                  <a:cubicBezTo>
                    <a:pt x="0" y="144"/>
                    <a:pt x="41" y="195"/>
                    <a:pt x="92" y="195"/>
                  </a:cubicBezTo>
                  <a:cubicBezTo>
                    <a:pt x="102" y="195"/>
                    <a:pt x="112" y="185"/>
                    <a:pt x="123" y="185"/>
                  </a:cubicBezTo>
                  <a:cubicBezTo>
                    <a:pt x="153" y="175"/>
                    <a:pt x="163" y="154"/>
                    <a:pt x="173" y="134"/>
                  </a:cubicBezTo>
                  <a:cubicBezTo>
                    <a:pt x="184" y="123"/>
                    <a:pt x="184" y="114"/>
                    <a:pt x="184" y="93"/>
                  </a:cubicBezTo>
                  <a:cubicBezTo>
                    <a:pt x="184" y="82"/>
                    <a:pt x="184" y="73"/>
                    <a:pt x="173" y="62"/>
                  </a:cubicBezTo>
                  <a:cubicBezTo>
                    <a:pt x="163" y="42"/>
                    <a:pt x="153" y="21"/>
                    <a:pt x="123" y="11"/>
                  </a:cubicBezTo>
                  <a:cubicBezTo>
                    <a:pt x="112" y="1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3" name="Google Shape;8603;p32"/>
            <p:cNvSpPr/>
            <p:nvPr/>
          </p:nvSpPr>
          <p:spPr>
            <a:xfrm>
              <a:off x="-730143" y="-274849"/>
              <a:ext cx="16039" cy="15216"/>
            </a:xfrm>
            <a:custGeom>
              <a:avLst/>
              <a:gdLst/>
              <a:ahLst/>
              <a:cxnLst/>
              <a:rect l="l" t="t" r="r" b="b"/>
              <a:pathLst>
                <a:path w="195" h="185" extrusionOk="0">
                  <a:moveTo>
                    <a:pt x="103" y="1"/>
                  </a:moveTo>
                  <a:cubicBezTo>
                    <a:pt x="62" y="1"/>
                    <a:pt x="31" y="21"/>
                    <a:pt x="10" y="62"/>
                  </a:cubicBezTo>
                  <a:cubicBezTo>
                    <a:pt x="10" y="73"/>
                    <a:pt x="0" y="82"/>
                    <a:pt x="0" y="93"/>
                  </a:cubicBezTo>
                  <a:cubicBezTo>
                    <a:pt x="0" y="123"/>
                    <a:pt x="10" y="144"/>
                    <a:pt x="31" y="164"/>
                  </a:cubicBezTo>
                  <a:cubicBezTo>
                    <a:pt x="51" y="175"/>
                    <a:pt x="72" y="184"/>
                    <a:pt x="103" y="184"/>
                  </a:cubicBezTo>
                  <a:cubicBezTo>
                    <a:pt x="123" y="184"/>
                    <a:pt x="144" y="175"/>
                    <a:pt x="164" y="164"/>
                  </a:cubicBezTo>
                  <a:cubicBezTo>
                    <a:pt x="184" y="144"/>
                    <a:pt x="194" y="123"/>
                    <a:pt x="194" y="93"/>
                  </a:cubicBezTo>
                  <a:cubicBezTo>
                    <a:pt x="194" y="82"/>
                    <a:pt x="184" y="73"/>
                    <a:pt x="184" y="6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4" name="Google Shape;8604;p32"/>
            <p:cNvSpPr/>
            <p:nvPr/>
          </p:nvSpPr>
          <p:spPr>
            <a:xfrm>
              <a:off x="-730143" y="-350437"/>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5" name="Google Shape;8605;p32"/>
            <p:cNvSpPr/>
            <p:nvPr/>
          </p:nvSpPr>
          <p:spPr>
            <a:xfrm>
              <a:off x="-767978"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6" name="Google Shape;8606;p32"/>
            <p:cNvSpPr/>
            <p:nvPr/>
          </p:nvSpPr>
          <p:spPr>
            <a:xfrm>
              <a:off x="-691486"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7" name="Google Shape;8607;p32"/>
            <p:cNvSpPr/>
            <p:nvPr/>
          </p:nvSpPr>
          <p:spPr>
            <a:xfrm>
              <a:off x="-767978"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8" name="Google Shape;8608;p32"/>
            <p:cNvSpPr/>
            <p:nvPr/>
          </p:nvSpPr>
          <p:spPr>
            <a:xfrm>
              <a:off x="-691486"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9" name="Google Shape;8609;p32"/>
            <p:cNvSpPr/>
            <p:nvPr/>
          </p:nvSpPr>
          <p:spPr>
            <a:xfrm>
              <a:off x="-805731" y="-274849"/>
              <a:ext cx="15134" cy="15216"/>
            </a:xfrm>
            <a:custGeom>
              <a:avLst/>
              <a:gdLst/>
              <a:ahLst/>
              <a:cxnLst/>
              <a:rect l="l" t="t" r="r" b="b"/>
              <a:pathLst>
                <a:path w="184" h="185" extrusionOk="0">
                  <a:moveTo>
                    <a:pt x="92" y="1"/>
                  </a:moveTo>
                  <a:cubicBezTo>
                    <a:pt x="51" y="1"/>
                    <a:pt x="20" y="21"/>
                    <a:pt x="10" y="62"/>
                  </a:cubicBezTo>
                  <a:cubicBezTo>
                    <a:pt x="0" y="73"/>
                    <a:pt x="0" y="82"/>
                    <a:pt x="0" y="93"/>
                  </a:cubicBezTo>
                  <a:cubicBezTo>
                    <a:pt x="0" y="123"/>
                    <a:pt x="10" y="144"/>
                    <a:pt x="30" y="164"/>
                  </a:cubicBezTo>
                  <a:cubicBezTo>
                    <a:pt x="41" y="175"/>
                    <a:pt x="61" y="184"/>
                    <a:pt x="92" y="184"/>
                  </a:cubicBezTo>
                  <a:lnTo>
                    <a:pt x="123" y="184"/>
                  </a:lnTo>
                  <a:cubicBezTo>
                    <a:pt x="143" y="175"/>
                    <a:pt x="153" y="164"/>
                    <a:pt x="153" y="164"/>
                  </a:cubicBezTo>
                  <a:cubicBezTo>
                    <a:pt x="163" y="154"/>
                    <a:pt x="173" y="14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0" name="Google Shape;8610;p32"/>
            <p:cNvSpPr/>
            <p:nvPr/>
          </p:nvSpPr>
          <p:spPr>
            <a:xfrm>
              <a:off x="-805731" y="-350437"/>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02" y="184"/>
                    <a:pt x="112" y="174"/>
                    <a:pt x="123" y="174"/>
                  </a:cubicBezTo>
                  <a:cubicBezTo>
                    <a:pt x="153" y="164"/>
                    <a:pt x="163" y="143"/>
                    <a:pt x="173" y="123"/>
                  </a:cubicBezTo>
                  <a:cubicBezTo>
                    <a:pt x="184" y="113"/>
                    <a:pt x="184" y="102"/>
                    <a:pt x="184" y="92"/>
                  </a:cubicBezTo>
                  <a:cubicBezTo>
                    <a:pt x="184" y="72"/>
                    <a:pt x="184" y="61"/>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1" name="Google Shape;8611;p32"/>
            <p:cNvSpPr/>
            <p:nvPr/>
          </p:nvSpPr>
          <p:spPr>
            <a:xfrm>
              <a:off x="-730143" y="-122686"/>
              <a:ext cx="16039" cy="15216"/>
            </a:xfrm>
            <a:custGeom>
              <a:avLst/>
              <a:gdLst/>
              <a:ahLst/>
              <a:cxnLst/>
              <a:rect l="l" t="t" r="r" b="b"/>
              <a:pathLst>
                <a:path w="195" h="185" extrusionOk="0">
                  <a:moveTo>
                    <a:pt x="103" y="0"/>
                  </a:moveTo>
                  <a:cubicBezTo>
                    <a:pt x="62" y="0"/>
                    <a:pt x="31" y="30"/>
                    <a:pt x="10" y="61"/>
                  </a:cubicBezTo>
                  <a:cubicBezTo>
                    <a:pt x="10" y="71"/>
                    <a:pt x="0" y="82"/>
                    <a:pt x="0" y="92"/>
                  </a:cubicBezTo>
                  <a:cubicBezTo>
                    <a:pt x="0" y="143"/>
                    <a:pt x="51" y="184"/>
                    <a:pt x="103" y="184"/>
                  </a:cubicBezTo>
                  <a:cubicBezTo>
                    <a:pt x="153" y="184"/>
                    <a:pt x="194" y="143"/>
                    <a:pt x="194" y="92"/>
                  </a:cubicBezTo>
                  <a:cubicBezTo>
                    <a:pt x="194" y="82"/>
                    <a:pt x="184" y="71"/>
                    <a:pt x="184" y="61"/>
                  </a:cubicBezTo>
                  <a:cubicBezTo>
                    <a:pt x="164" y="30"/>
                    <a:pt x="13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2" name="Google Shape;8612;p32"/>
            <p:cNvSpPr/>
            <p:nvPr/>
          </p:nvSpPr>
          <p:spPr>
            <a:xfrm>
              <a:off x="-730143" y="-198356"/>
              <a:ext cx="16039" cy="15216"/>
            </a:xfrm>
            <a:custGeom>
              <a:avLst/>
              <a:gdLst/>
              <a:ahLst/>
              <a:cxnLst/>
              <a:rect l="l" t="t" r="r" b="b"/>
              <a:pathLst>
                <a:path w="195" h="185" extrusionOk="0">
                  <a:moveTo>
                    <a:pt x="103" y="1"/>
                  </a:moveTo>
                  <a:cubicBezTo>
                    <a:pt x="51" y="1"/>
                    <a:pt x="0" y="42"/>
                    <a:pt x="0" y="92"/>
                  </a:cubicBezTo>
                  <a:cubicBezTo>
                    <a:pt x="0" y="144"/>
                    <a:pt x="51" y="185"/>
                    <a:pt x="103" y="185"/>
                  </a:cubicBezTo>
                  <a:cubicBezTo>
                    <a:pt x="153" y="185"/>
                    <a:pt x="194" y="144"/>
                    <a:pt x="194" y="92"/>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3" name="Google Shape;8613;p32"/>
            <p:cNvSpPr/>
            <p:nvPr/>
          </p:nvSpPr>
          <p:spPr>
            <a:xfrm>
              <a:off x="-767978"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4" name="Google Shape;8614;p32"/>
            <p:cNvSpPr/>
            <p:nvPr/>
          </p:nvSpPr>
          <p:spPr>
            <a:xfrm>
              <a:off x="-691486"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5" name="Google Shape;8615;p32"/>
            <p:cNvSpPr/>
            <p:nvPr/>
          </p:nvSpPr>
          <p:spPr>
            <a:xfrm>
              <a:off x="-767978"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6" name="Google Shape;8616;p32"/>
            <p:cNvSpPr/>
            <p:nvPr/>
          </p:nvSpPr>
          <p:spPr>
            <a:xfrm>
              <a:off x="-691486"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7" name="Google Shape;8617;p32"/>
            <p:cNvSpPr/>
            <p:nvPr/>
          </p:nvSpPr>
          <p:spPr>
            <a:xfrm>
              <a:off x="-805731" y="-122686"/>
              <a:ext cx="15134" cy="15216"/>
            </a:xfrm>
            <a:custGeom>
              <a:avLst/>
              <a:gdLst/>
              <a:ahLst/>
              <a:cxnLst/>
              <a:rect l="l" t="t" r="r" b="b"/>
              <a:pathLst>
                <a:path w="184" h="185" extrusionOk="0">
                  <a:moveTo>
                    <a:pt x="92" y="0"/>
                  </a:moveTo>
                  <a:cubicBezTo>
                    <a:pt x="51" y="0"/>
                    <a:pt x="20" y="30"/>
                    <a:pt x="10" y="61"/>
                  </a:cubicBezTo>
                  <a:cubicBezTo>
                    <a:pt x="0" y="71"/>
                    <a:pt x="0" y="82"/>
                    <a:pt x="0" y="92"/>
                  </a:cubicBezTo>
                  <a:cubicBezTo>
                    <a:pt x="0" y="143"/>
                    <a:pt x="41" y="184"/>
                    <a:pt x="92" y="184"/>
                  </a:cubicBezTo>
                  <a:lnTo>
                    <a:pt x="123" y="184"/>
                  </a:lnTo>
                  <a:cubicBezTo>
                    <a:pt x="153" y="173"/>
                    <a:pt x="163" y="153"/>
                    <a:pt x="173" y="133"/>
                  </a:cubicBezTo>
                  <a:cubicBezTo>
                    <a:pt x="184" y="123"/>
                    <a:pt x="184" y="112"/>
                    <a:pt x="184" y="92"/>
                  </a:cubicBezTo>
                  <a:cubicBezTo>
                    <a:pt x="184" y="82"/>
                    <a:pt x="184" y="71"/>
                    <a:pt x="173" y="61"/>
                  </a:cubicBezTo>
                  <a:cubicBezTo>
                    <a:pt x="163" y="41"/>
                    <a:pt x="153" y="21"/>
                    <a:pt x="123" y="10"/>
                  </a:cubicBezTo>
                  <a:cubicBezTo>
                    <a:pt x="112" y="1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8" name="Google Shape;8618;p32"/>
            <p:cNvSpPr/>
            <p:nvPr/>
          </p:nvSpPr>
          <p:spPr>
            <a:xfrm>
              <a:off x="-805731" y="-198356"/>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02" y="185"/>
                    <a:pt x="112" y="185"/>
                    <a:pt x="123" y="174"/>
                  </a:cubicBezTo>
                  <a:cubicBezTo>
                    <a:pt x="153" y="164"/>
                    <a:pt x="163" y="144"/>
                    <a:pt x="173" y="123"/>
                  </a:cubicBezTo>
                  <a:cubicBezTo>
                    <a:pt x="184" y="113"/>
                    <a:pt x="184" y="103"/>
                    <a:pt x="184" y="92"/>
                  </a:cubicBezTo>
                  <a:cubicBezTo>
                    <a:pt x="184" y="72"/>
                    <a:pt x="184" y="62"/>
                    <a:pt x="173" y="51"/>
                  </a:cubicBezTo>
                  <a:cubicBezTo>
                    <a:pt x="163" y="31"/>
                    <a:pt x="153" y="10"/>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9" name="Google Shape;8619;p32"/>
            <p:cNvSpPr/>
            <p:nvPr/>
          </p:nvSpPr>
          <p:spPr>
            <a:xfrm>
              <a:off x="-730143" y="29313"/>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0" name="Google Shape;8620;p32"/>
            <p:cNvSpPr/>
            <p:nvPr/>
          </p:nvSpPr>
          <p:spPr>
            <a:xfrm>
              <a:off x="-730143" y="-46275"/>
              <a:ext cx="16039" cy="15216"/>
            </a:xfrm>
            <a:custGeom>
              <a:avLst/>
              <a:gdLst/>
              <a:ahLst/>
              <a:cxnLst/>
              <a:rect l="l" t="t" r="r" b="b"/>
              <a:pathLst>
                <a:path w="195" h="185" extrusionOk="0">
                  <a:moveTo>
                    <a:pt x="103" y="0"/>
                  </a:moveTo>
                  <a:cubicBezTo>
                    <a:pt x="51" y="0"/>
                    <a:pt x="0" y="41"/>
                    <a:pt x="0" y="93"/>
                  </a:cubicBezTo>
                  <a:cubicBezTo>
                    <a:pt x="0" y="143"/>
                    <a:pt x="51" y="184"/>
                    <a:pt x="103" y="184"/>
                  </a:cubicBezTo>
                  <a:cubicBezTo>
                    <a:pt x="153" y="184"/>
                    <a:pt x="194" y="143"/>
                    <a:pt x="194" y="93"/>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1" name="Google Shape;8621;p32"/>
            <p:cNvSpPr/>
            <p:nvPr/>
          </p:nvSpPr>
          <p:spPr>
            <a:xfrm>
              <a:off x="-767978"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2" name="Google Shape;8622;p32"/>
            <p:cNvSpPr/>
            <p:nvPr/>
          </p:nvSpPr>
          <p:spPr>
            <a:xfrm>
              <a:off x="-691486"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3" name="Google Shape;8623;p32"/>
            <p:cNvSpPr/>
            <p:nvPr/>
          </p:nvSpPr>
          <p:spPr>
            <a:xfrm>
              <a:off x="-767978"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4" name="Google Shape;8624;p32"/>
            <p:cNvSpPr/>
            <p:nvPr/>
          </p:nvSpPr>
          <p:spPr>
            <a:xfrm>
              <a:off x="-691486"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5" name="Google Shape;8625;p32"/>
            <p:cNvSpPr/>
            <p:nvPr/>
          </p:nvSpPr>
          <p:spPr>
            <a:xfrm>
              <a:off x="-805731" y="29313"/>
              <a:ext cx="15134" cy="15216"/>
            </a:xfrm>
            <a:custGeom>
              <a:avLst/>
              <a:gdLst/>
              <a:ahLst/>
              <a:cxnLst/>
              <a:rect l="l" t="t" r="r" b="b"/>
              <a:pathLst>
                <a:path w="184" h="185" extrusionOk="0">
                  <a:moveTo>
                    <a:pt x="92" y="1"/>
                  </a:moveTo>
                  <a:cubicBezTo>
                    <a:pt x="41" y="1"/>
                    <a:pt x="0" y="42"/>
                    <a:pt x="0" y="93"/>
                  </a:cubicBezTo>
                  <a:cubicBezTo>
                    <a:pt x="0" y="144"/>
                    <a:pt x="41" y="185"/>
                    <a:pt x="92" y="185"/>
                  </a:cubicBezTo>
                  <a:lnTo>
                    <a:pt x="123" y="185"/>
                  </a:lnTo>
                  <a:cubicBezTo>
                    <a:pt x="153" y="175"/>
                    <a:pt x="163" y="155"/>
                    <a:pt x="173" y="134"/>
                  </a:cubicBezTo>
                  <a:cubicBezTo>
                    <a:pt x="184" y="124"/>
                    <a:pt x="184" y="114"/>
                    <a:pt x="184" y="93"/>
                  </a:cubicBezTo>
                  <a:cubicBezTo>
                    <a:pt x="184" y="83"/>
                    <a:pt x="184" y="73"/>
                    <a:pt x="173" y="62"/>
                  </a:cubicBezTo>
                  <a:cubicBezTo>
                    <a:pt x="163" y="42"/>
                    <a:pt x="153" y="21"/>
                    <a:pt x="123" y="12"/>
                  </a:cubicBezTo>
                  <a:cubicBezTo>
                    <a:pt x="112" y="12"/>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6" name="Google Shape;8626;p32"/>
            <p:cNvSpPr/>
            <p:nvPr/>
          </p:nvSpPr>
          <p:spPr>
            <a:xfrm>
              <a:off x="-805731" y="-46275"/>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1"/>
                    <a:pt x="153" y="11"/>
                    <a:pt x="123" y="11"/>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7" name="Google Shape;8627;p32"/>
            <p:cNvSpPr/>
            <p:nvPr/>
          </p:nvSpPr>
          <p:spPr>
            <a:xfrm>
              <a:off x="-730143" y="182298"/>
              <a:ext cx="16039" cy="15216"/>
            </a:xfrm>
            <a:custGeom>
              <a:avLst/>
              <a:gdLst/>
              <a:ahLst/>
              <a:cxnLst/>
              <a:rect l="l" t="t" r="r" b="b"/>
              <a:pathLst>
                <a:path w="195" h="185" extrusionOk="0">
                  <a:moveTo>
                    <a:pt x="62" y="0"/>
                  </a:moveTo>
                  <a:cubicBezTo>
                    <a:pt x="41" y="11"/>
                    <a:pt x="21" y="31"/>
                    <a:pt x="10" y="52"/>
                  </a:cubicBezTo>
                  <a:cubicBezTo>
                    <a:pt x="10" y="62"/>
                    <a:pt x="0" y="72"/>
                    <a:pt x="0" y="93"/>
                  </a:cubicBezTo>
                  <a:cubicBezTo>
                    <a:pt x="0" y="143"/>
                    <a:pt x="51" y="184"/>
                    <a:pt x="103" y="184"/>
                  </a:cubicBezTo>
                  <a:cubicBezTo>
                    <a:pt x="153" y="184"/>
                    <a:pt x="194" y="143"/>
                    <a:pt x="194" y="93"/>
                  </a:cubicBezTo>
                  <a:cubicBezTo>
                    <a:pt x="194" y="72"/>
                    <a:pt x="184" y="62"/>
                    <a:pt x="184" y="52"/>
                  </a:cubicBezTo>
                  <a:cubicBezTo>
                    <a:pt x="174"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8" name="Google Shape;8628;p32"/>
            <p:cNvSpPr/>
            <p:nvPr/>
          </p:nvSpPr>
          <p:spPr>
            <a:xfrm>
              <a:off x="-730143" y="105888"/>
              <a:ext cx="16039" cy="15134"/>
            </a:xfrm>
            <a:custGeom>
              <a:avLst/>
              <a:gdLst/>
              <a:ahLst/>
              <a:cxnLst/>
              <a:rect l="l" t="t" r="r" b="b"/>
              <a:pathLst>
                <a:path w="195" h="184"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9" name="Google Shape;8629;p32"/>
            <p:cNvSpPr/>
            <p:nvPr/>
          </p:nvSpPr>
          <p:spPr>
            <a:xfrm>
              <a:off x="-767978"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0" name="Google Shape;8630;p32"/>
            <p:cNvSpPr/>
            <p:nvPr/>
          </p:nvSpPr>
          <p:spPr>
            <a:xfrm>
              <a:off x="-691486"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1" name="Google Shape;8631;p32"/>
            <p:cNvSpPr/>
            <p:nvPr/>
          </p:nvSpPr>
          <p:spPr>
            <a:xfrm>
              <a:off x="-767978"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2" name="Google Shape;8632;p32"/>
            <p:cNvSpPr/>
            <p:nvPr/>
          </p:nvSpPr>
          <p:spPr>
            <a:xfrm>
              <a:off x="-691486"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3" name="Google Shape;8633;p32"/>
            <p:cNvSpPr/>
            <p:nvPr/>
          </p:nvSpPr>
          <p:spPr>
            <a:xfrm>
              <a:off x="-805731" y="182298"/>
              <a:ext cx="15134" cy="15216"/>
            </a:xfrm>
            <a:custGeom>
              <a:avLst/>
              <a:gdLst/>
              <a:ahLst/>
              <a:cxnLst/>
              <a:rect l="l" t="t" r="r" b="b"/>
              <a:pathLst>
                <a:path w="184" h="185" extrusionOk="0">
                  <a:moveTo>
                    <a:pt x="51" y="0"/>
                  </a:moveTo>
                  <a:cubicBezTo>
                    <a:pt x="30" y="11"/>
                    <a:pt x="20" y="31"/>
                    <a:pt x="10" y="52"/>
                  </a:cubicBezTo>
                  <a:cubicBezTo>
                    <a:pt x="0" y="62"/>
                    <a:pt x="0" y="72"/>
                    <a:pt x="0" y="93"/>
                  </a:cubicBezTo>
                  <a:cubicBezTo>
                    <a:pt x="0" y="143"/>
                    <a:pt x="41" y="184"/>
                    <a:pt x="92" y="184"/>
                  </a:cubicBezTo>
                  <a:cubicBezTo>
                    <a:pt x="102" y="184"/>
                    <a:pt x="112" y="174"/>
                    <a:pt x="123" y="174"/>
                  </a:cubicBezTo>
                  <a:cubicBezTo>
                    <a:pt x="153" y="164"/>
                    <a:pt x="163" y="143"/>
                    <a:pt x="173" y="123"/>
                  </a:cubicBezTo>
                  <a:cubicBezTo>
                    <a:pt x="184" y="113"/>
                    <a:pt x="184" y="102"/>
                    <a:pt x="184" y="93"/>
                  </a:cubicBezTo>
                  <a:cubicBezTo>
                    <a:pt x="184" y="72"/>
                    <a:pt x="184" y="62"/>
                    <a:pt x="173" y="52"/>
                  </a:cubicBezTo>
                  <a:cubicBezTo>
                    <a:pt x="163" y="31"/>
                    <a:pt x="15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4" name="Google Shape;8634;p32"/>
            <p:cNvSpPr/>
            <p:nvPr/>
          </p:nvSpPr>
          <p:spPr>
            <a:xfrm>
              <a:off x="-805731" y="105888"/>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02" y="184"/>
                    <a:pt x="112" y="184"/>
                    <a:pt x="123" y="173"/>
                  </a:cubicBezTo>
                  <a:cubicBezTo>
                    <a:pt x="153" y="163"/>
                    <a:pt x="163" y="153"/>
                    <a:pt x="173" y="132"/>
                  </a:cubicBezTo>
                  <a:cubicBezTo>
                    <a:pt x="184" y="112"/>
                    <a:pt x="184" y="102"/>
                    <a:pt x="184" y="92"/>
                  </a:cubicBezTo>
                  <a:cubicBezTo>
                    <a:pt x="184" y="82"/>
                    <a:pt x="184" y="71"/>
                    <a:pt x="173" y="51"/>
                  </a:cubicBezTo>
                  <a:cubicBezTo>
                    <a:pt x="163" y="30"/>
                    <a:pt x="153" y="20"/>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5" name="Google Shape;8635;p32"/>
            <p:cNvSpPr/>
            <p:nvPr/>
          </p:nvSpPr>
          <p:spPr>
            <a:xfrm>
              <a:off x="-730143" y="334379"/>
              <a:ext cx="16039" cy="15216"/>
            </a:xfrm>
            <a:custGeom>
              <a:avLst/>
              <a:gdLst/>
              <a:ahLst/>
              <a:cxnLst/>
              <a:rect l="l" t="t" r="r" b="b"/>
              <a:pathLst>
                <a:path w="195" h="185" extrusionOk="0">
                  <a:moveTo>
                    <a:pt x="103" y="1"/>
                  </a:moveTo>
                  <a:cubicBezTo>
                    <a:pt x="62" y="1"/>
                    <a:pt x="31" y="21"/>
                    <a:pt x="10" y="52"/>
                  </a:cubicBezTo>
                  <a:cubicBezTo>
                    <a:pt x="10" y="62"/>
                    <a:pt x="0" y="72"/>
                    <a:pt x="0" y="92"/>
                  </a:cubicBezTo>
                  <a:cubicBezTo>
                    <a:pt x="0" y="113"/>
                    <a:pt x="10" y="133"/>
                    <a:pt x="31" y="154"/>
                  </a:cubicBezTo>
                  <a:cubicBezTo>
                    <a:pt x="51" y="174"/>
                    <a:pt x="72" y="185"/>
                    <a:pt x="103" y="185"/>
                  </a:cubicBezTo>
                  <a:cubicBezTo>
                    <a:pt x="123" y="185"/>
                    <a:pt x="144" y="174"/>
                    <a:pt x="164" y="154"/>
                  </a:cubicBezTo>
                  <a:cubicBezTo>
                    <a:pt x="184" y="133"/>
                    <a:pt x="194" y="113"/>
                    <a:pt x="194" y="92"/>
                  </a:cubicBezTo>
                  <a:cubicBezTo>
                    <a:pt x="194" y="72"/>
                    <a:pt x="184" y="62"/>
                    <a:pt x="184" y="52"/>
                  </a:cubicBezTo>
                  <a:cubicBezTo>
                    <a:pt x="164" y="21"/>
                    <a:pt x="13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6" name="Google Shape;8636;p32"/>
            <p:cNvSpPr/>
            <p:nvPr/>
          </p:nvSpPr>
          <p:spPr>
            <a:xfrm>
              <a:off x="-730143" y="257886"/>
              <a:ext cx="16039" cy="15216"/>
            </a:xfrm>
            <a:custGeom>
              <a:avLst/>
              <a:gdLst/>
              <a:ahLst/>
              <a:cxnLst/>
              <a:rect l="l" t="t" r="r" b="b"/>
              <a:pathLst>
                <a:path w="195" h="185" extrusionOk="0">
                  <a:moveTo>
                    <a:pt x="103" y="1"/>
                  </a:moveTo>
                  <a:cubicBezTo>
                    <a:pt x="51" y="1"/>
                    <a:pt x="0" y="42"/>
                    <a:pt x="0" y="93"/>
                  </a:cubicBezTo>
                  <a:cubicBezTo>
                    <a:pt x="0" y="144"/>
                    <a:pt x="51" y="185"/>
                    <a:pt x="103" y="185"/>
                  </a:cubicBezTo>
                  <a:cubicBezTo>
                    <a:pt x="153" y="185"/>
                    <a:pt x="194" y="144"/>
                    <a:pt x="194" y="93"/>
                  </a:cubicBezTo>
                  <a:cubicBezTo>
                    <a:pt x="194" y="42"/>
                    <a:pt x="15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7" name="Google Shape;8637;p32"/>
            <p:cNvSpPr/>
            <p:nvPr/>
          </p:nvSpPr>
          <p:spPr>
            <a:xfrm>
              <a:off x="-767978"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8" name="Google Shape;8638;p32"/>
            <p:cNvSpPr/>
            <p:nvPr/>
          </p:nvSpPr>
          <p:spPr>
            <a:xfrm>
              <a:off x="-691486"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9" name="Google Shape;8639;p32"/>
            <p:cNvSpPr/>
            <p:nvPr/>
          </p:nvSpPr>
          <p:spPr>
            <a:xfrm>
              <a:off x="-767978"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0" name="Google Shape;8640;p32"/>
            <p:cNvSpPr/>
            <p:nvPr/>
          </p:nvSpPr>
          <p:spPr>
            <a:xfrm>
              <a:off x="-691486"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1" name="Google Shape;8641;p32"/>
            <p:cNvSpPr/>
            <p:nvPr/>
          </p:nvSpPr>
          <p:spPr>
            <a:xfrm>
              <a:off x="-805731" y="334379"/>
              <a:ext cx="15134" cy="15216"/>
            </a:xfrm>
            <a:custGeom>
              <a:avLst/>
              <a:gdLst/>
              <a:ahLst/>
              <a:cxnLst/>
              <a:rect l="l" t="t" r="r" b="b"/>
              <a:pathLst>
                <a:path w="184" h="185" extrusionOk="0">
                  <a:moveTo>
                    <a:pt x="92" y="1"/>
                  </a:moveTo>
                  <a:cubicBezTo>
                    <a:pt x="51" y="1"/>
                    <a:pt x="20" y="21"/>
                    <a:pt x="10" y="52"/>
                  </a:cubicBezTo>
                  <a:cubicBezTo>
                    <a:pt x="0" y="62"/>
                    <a:pt x="0" y="72"/>
                    <a:pt x="0" y="92"/>
                  </a:cubicBezTo>
                  <a:cubicBezTo>
                    <a:pt x="0" y="113"/>
                    <a:pt x="10" y="133"/>
                    <a:pt x="30" y="154"/>
                  </a:cubicBezTo>
                  <a:cubicBezTo>
                    <a:pt x="41" y="174"/>
                    <a:pt x="61" y="185"/>
                    <a:pt x="92" y="185"/>
                  </a:cubicBezTo>
                  <a:cubicBezTo>
                    <a:pt x="102" y="185"/>
                    <a:pt x="112" y="185"/>
                    <a:pt x="123" y="174"/>
                  </a:cubicBezTo>
                  <a:cubicBezTo>
                    <a:pt x="143" y="174"/>
                    <a:pt x="153" y="164"/>
                    <a:pt x="153" y="154"/>
                  </a:cubicBezTo>
                  <a:cubicBezTo>
                    <a:pt x="163" y="144"/>
                    <a:pt x="173" y="133"/>
                    <a:pt x="173" y="123"/>
                  </a:cubicBezTo>
                  <a:cubicBezTo>
                    <a:pt x="184" y="113"/>
                    <a:pt x="184" y="103"/>
                    <a:pt x="184" y="92"/>
                  </a:cubicBezTo>
                  <a:cubicBezTo>
                    <a:pt x="184" y="72"/>
                    <a:pt x="184" y="62"/>
                    <a:pt x="173" y="52"/>
                  </a:cubicBezTo>
                  <a:cubicBezTo>
                    <a:pt x="163" y="31"/>
                    <a:pt x="153"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2" name="Google Shape;8642;p32"/>
            <p:cNvSpPr/>
            <p:nvPr/>
          </p:nvSpPr>
          <p:spPr>
            <a:xfrm>
              <a:off x="-805731" y="257886"/>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02" y="185"/>
                    <a:pt x="112" y="185"/>
                    <a:pt x="123" y="175"/>
                  </a:cubicBezTo>
                  <a:cubicBezTo>
                    <a:pt x="153" y="175"/>
                    <a:pt x="163" y="154"/>
                    <a:pt x="173" y="134"/>
                  </a:cubicBezTo>
                  <a:cubicBezTo>
                    <a:pt x="184" y="123"/>
                    <a:pt x="184" y="103"/>
                    <a:pt x="184" y="93"/>
                  </a:cubicBezTo>
                  <a:cubicBezTo>
                    <a:pt x="184" y="82"/>
                    <a:pt x="184" y="73"/>
                    <a:pt x="173" y="62"/>
                  </a:cubicBezTo>
                  <a:cubicBezTo>
                    <a:pt x="163" y="32"/>
                    <a:pt x="153" y="2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3" name="Google Shape;8643;p32"/>
            <p:cNvSpPr/>
            <p:nvPr/>
          </p:nvSpPr>
          <p:spPr>
            <a:xfrm>
              <a:off x="-730143" y="486460"/>
              <a:ext cx="12666" cy="8472"/>
            </a:xfrm>
            <a:custGeom>
              <a:avLst/>
              <a:gdLst/>
              <a:ahLst/>
              <a:cxnLst/>
              <a:rect l="l" t="t" r="r" b="b"/>
              <a:pathLst>
                <a:path w="154" h="103" extrusionOk="0">
                  <a:moveTo>
                    <a:pt x="103" y="1"/>
                  </a:moveTo>
                  <a:cubicBezTo>
                    <a:pt x="62" y="1"/>
                    <a:pt x="31" y="21"/>
                    <a:pt x="10" y="52"/>
                  </a:cubicBezTo>
                  <a:cubicBezTo>
                    <a:pt x="10" y="62"/>
                    <a:pt x="0" y="82"/>
                    <a:pt x="0" y="93"/>
                  </a:cubicBezTo>
                  <a:cubicBezTo>
                    <a:pt x="0" y="93"/>
                    <a:pt x="10" y="93"/>
                    <a:pt x="10" y="103"/>
                  </a:cubicBezTo>
                  <a:cubicBezTo>
                    <a:pt x="10" y="93"/>
                    <a:pt x="21" y="93"/>
                    <a:pt x="21" y="93"/>
                  </a:cubicBezTo>
                  <a:cubicBezTo>
                    <a:pt x="72" y="73"/>
                    <a:pt x="112" y="41"/>
                    <a:pt x="153" y="21"/>
                  </a:cubicBezTo>
                  <a:cubicBezTo>
                    <a:pt x="144" y="11"/>
                    <a:pt x="123"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4" name="Google Shape;8644;p32"/>
            <p:cNvSpPr/>
            <p:nvPr/>
          </p:nvSpPr>
          <p:spPr>
            <a:xfrm>
              <a:off x="-730143" y="410049"/>
              <a:ext cx="16039" cy="15216"/>
            </a:xfrm>
            <a:custGeom>
              <a:avLst/>
              <a:gdLst/>
              <a:ahLst/>
              <a:cxnLst/>
              <a:rect l="l" t="t" r="r" b="b"/>
              <a:pathLst>
                <a:path w="195" h="185" extrusionOk="0">
                  <a:moveTo>
                    <a:pt x="103" y="0"/>
                  </a:moveTo>
                  <a:cubicBezTo>
                    <a:pt x="51" y="0"/>
                    <a:pt x="0" y="41"/>
                    <a:pt x="0" y="92"/>
                  </a:cubicBezTo>
                  <a:cubicBezTo>
                    <a:pt x="0" y="143"/>
                    <a:pt x="51" y="184"/>
                    <a:pt x="103" y="184"/>
                  </a:cubicBezTo>
                  <a:cubicBezTo>
                    <a:pt x="153" y="184"/>
                    <a:pt x="194" y="143"/>
                    <a:pt x="194" y="92"/>
                  </a:cubicBezTo>
                  <a:cubicBezTo>
                    <a:pt x="194" y="41"/>
                    <a:pt x="153"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5" name="Google Shape;8645;p32"/>
            <p:cNvSpPr/>
            <p:nvPr/>
          </p:nvSpPr>
          <p:spPr>
            <a:xfrm>
              <a:off x="-767978" y="447802"/>
              <a:ext cx="15216" cy="16121"/>
            </a:xfrm>
            <a:custGeom>
              <a:avLst/>
              <a:gdLst/>
              <a:ahLst/>
              <a:cxnLst/>
              <a:rect l="l" t="t" r="r" b="b"/>
              <a:pathLst>
                <a:path w="185" h="196" extrusionOk="0">
                  <a:moveTo>
                    <a:pt x="93" y="1"/>
                  </a:moveTo>
                  <a:cubicBezTo>
                    <a:pt x="41" y="1"/>
                    <a:pt x="0" y="52"/>
                    <a:pt x="0" y="103"/>
                  </a:cubicBezTo>
                  <a:cubicBezTo>
                    <a:pt x="0" y="154"/>
                    <a:pt x="41" y="195"/>
                    <a:pt x="93" y="195"/>
                  </a:cubicBezTo>
                  <a:cubicBezTo>
                    <a:pt x="143" y="195"/>
                    <a:pt x="184" y="154"/>
                    <a:pt x="184" y="103"/>
                  </a:cubicBezTo>
                  <a:cubicBezTo>
                    <a:pt x="184" y="5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6" name="Google Shape;8646;p32"/>
            <p:cNvSpPr/>
            <p:nvPr/>
          </p:nvSpPr>
          <p:spPr>
            <a:xfrm>
              <a:off x="-691486"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7" name="Google Shape;8647;p32"/>
            <p:cNvSpPr/>
            <p:nvPr/>
          </p:nvSpPr>
          <p:spPr>
            <a:xfrm>
              <a:off x="-767978"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8" name="Google Shape;8648;p32"/>
            <p:cNvSpPr/>
            <p:nvPr/>
          </p:nvSpPr>
          <p:spPr>
            <a:xfrm>
              <a:off x="-691486"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9" name="Google Shape;8649;p32"/>
            <p:cNvSpPr/>
            <p:nvPr/>
          </p:nvSpPr>
          <p:spPr>
            <a:xfrm>
              <a:off x="-805731" y="486460"/>
              <a:ext cx="15134" cy="15216"/>
            </a:xfrm>
            <a:custGeom>
              <a:avLst/>
              <a:gdLst/>
              <a:ahLst/>
              <a:cxnLst/>
              <a:rect l="l" t="t" r="r" b="b"/>
              <a:pathLst>
                <a:path w="184" h="185" extrusionOk="0">
                  <a:moveTo>
                    <a:pt x="92" y="1"/>
                  </a:moveTo>
                  <a:cubicBezTo>
                    <a:pt x="51" y="1"/>
                    <a:pt x="20" y="21"/>
                    <a:pt x="10" y="52"/>
                  </a:cubicBezTo>
                  <a:cubicBezTo>
                    <a:pt x="0" y="62"/>
                    <a:pt x="0" y="82"/>
                    <a:pt x="0" y="93"/>
                  </a:cubicBezTo>
                  <a:cubicBezTo>
                    <a:pt x="0" y="144"/>
                    <a:pt x="41" y="184"/>
                    <a:pt x="92" y="184"/>
                  </a:cubicBezTo>
                  <a:cubicBezTo>
                    <a:pt x="102" y="184"/>
                    <a:pt x="112" y="184"/>
                    <a:pt x="123" y="175"/>
                  </a:cubicBezTo>
                  <a:cubicBezTo>
                    <a:pt x="153" y="164"/>
                    <a:pt x="163" y="154"/>
                    <a:pt x="173" y="123"/>
                  </a:cubicBezTo>
                  <a:cubicBezTo>
                    <a:pt x="184" y="113"/>
                    <a:pt x="184" y="103"/>
                    <a:pt x="184" y="93"/>
                  </a:cubicBezTo>
                  <a:cubicBezTo>
                    <a:pt x="184" y="82"/>
                    <a:pt x="184" y="62"/>
                    <a:pt x="173" y="52"/>
                  </a:cubicBezTo>
                  <a:cubicBezTo>
                    <a:pt x="163" y="32"/>
                    <a:pt x="153" y="11"/>
                    <a:pt x="123" y="11"/>
                  </a:cubicBezTo>
                  <a:cubicBezTo>
                    <a:pt x="112" y="1"/>
                    <a:pt x="10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0" name="Google Shape;8650;p32"/>
            <p:cNvSpPr/>
            <p:nvPr/>
          </p:nvSpPr>
          <p:spPr>
            <a:xfrm>
              <a:off x="-805731" y="410049"/>
              <a:ext cx="15134" cy="15216"/>
            </a:xfrm>
            <a:custGeom>
              <a:avLst/>
              <a:gdLst/>
              <a:ahLst/>
              <a:cxnLst/>
              <a:rect l="l" t="t" r="r" b="b"/>
              <a:pathLst>
                <a:path w="184" h="185" extrusionOk="0">
                  <a:moveTo>
                    <a:pt x="92" y="0"/>
                  </a:moveTo>
                  <a:cubicBezTo>
                    <a:pt x="41" y="0"/>
                    <a:pt x="0" y="41"/>
                    <a:pt x="0" y="92"/>
                  </a:cubicBezTo>
                  <a:cubicBezTo>
                    <a:pt x="0" y="143"/>
                    <a:pt x="41" y="184"/>
                    <a:pt x="92" y="184"/>
                  </a:cubicBezTo>
                  <a:lnTo>
                    <a:pt x="123" y="184"/>
                  </a:lnTo>
                  <a:cubicBezTo>
                    <a:pt x="153" y="174"/>
                    <a:pt x="163" y="153"/>
                    <a:pt x="173" y="133"/>
                  </a:cubicBezTo>
                  <a:cubicBezTo>
                    <a:pt x="184" y="123"/>
                    <a:pt x="184" y="112"/>
                    <a:pt x="184" y="92"/>
                  </a:cubicBezTo>
                  <a:cubicBezTo>
                    <a:pt x="184" y="82"/>
                    <a:pt x="184" y="71"/>
                    <a:pt x="173" y="62"/>
                  </a:cubicBezTo>
                  <a:cubicBezTo>
                    <a:pt x="163" y="41"/>
                    <a:pt x="153" y="21"/>
                    <a:pt x="123" y="10"/>
                  </a:cubicBezTo>
                  <a:cubicBezTo>
                    <a:pt x="112" y="0"/>
                    <a:pt x="102"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1" name="Google Shape;8651;p32"/>
            <p:cNvSpPr/>
            <p:nvPr/>
          </p:nvSpPr>
          <p:spPr>
            <a:xfrm>
              <a:off x="-882306" y="-426929"/>
              <a:ext cx="15216" cy="15216"/>
            </a:xfrm>
            <a:custGeom>
              <a:avLst/>
              <a:gdLst/>
              <a:ahLst/>
              <a:cxnLst/>
              <a:rect l="l" t="t" r="r" b="b"/>
              <a:pathLst>
                <a:path w="185" h="185" extrusionOk="0">
                  <a:moveTo>
                    <a:pt x="93" y="1"/>
                  </a:moveTo>
                  <a:cubicBezTo>
                    <a:pt x="83" y="1"/>
                    <a:pt x="73" y="1"/>
                    <a:pt x="62" y="11"/>
                  </a:cubicBezTo>
                  <a:cubicBezTo>
                    <a:pt x="42" y="21"/>
                    <a:pt x="21" y="31"/>
                    <a:pt x="12" y="62"/>
                  </a:cubicBezTo>
                  <a:cubicBezTo>
                    <a:pt x="12" y="72"/>
                    <a:pt x="1" y="83"/>
                    <a:pt x="1" y="92"/>
                  </a:cubicBezTo>
                  <a:cubicBezTo>
                    <a:pt x="1" y="144"/>
                    <a:pt x="42" y="185"/>
                    <a:pt x="93" y="185"/>
                  </a:cubicBezTo>
                  <a:cubicBezTo>
                    <a:pt x="144" y="185"/>
                    <a:pt x="185" y="144"/>
                    <a:pt x="185" y="92"/>
                  </a:cubicBezTo>
                  <a:lnTo>
                    <a:pt x="185" y="62"/>
                  </a:lnTo>
                  <a:cubicBezTo>
                    <a:pt x="175" y="31"/>
                    <a:pt x="155" y="21"/>
                    <a:pt x="134" y="11"/>
                  </a:cubicBezTo>
                  <a:cubicBezTo>
                    <a:pt x="124" y="1"/>
                    <a:pt x="11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2" name="Google Shape;8652;p32"/>
            <p:cNvSpPr/>
            <p:nvPr/>
          </p:nvSpPr>
          <p:spPr>
            <a:xfrm>
              <a:off x="-882306" y="-503422"/>
              <a:ext cx="15216" cy="16121"/>
            </a:xfrm>
            <a:custGeom>
              <a:avLst/>
              <a:gdLst/>
              <a:ahLst/>
              <a:cxnLst/>
              <a:rect l="l" t="t" r="r" b="b"/>
              <a:pathLst>
                <a:path w="185" h="196" extrusionOk="0">
                  <a:moveTo>
                    <a:pt x="93" y="1"/>
                  </a:moveTo>
                  <a:cubicBezTo>
                    <a:pt x="42" y="1"/>
                    <a:pt x="1" y="42"/>
                    <a:pt x="1" y="93"/>
                  </a:cubicBezTo>
                  <a:cubicBezTo>
                    <a:pt x="1" y="144"/>
                    <a:pt x="42"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3" name="Google Shape;8653;p32"/>
            <p:cNvSpPr/>
            <p:nvPr/>
          </p:nvSpPr>
          <p:spPr>
            <a:xfrm>
              <a:off x="-920059" y="-464765"/>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4" name="Google Shape;8654;p32"/>
            <p:cNvSpPr/>
            <p:nvPr/>
          </p:nvSpPr>
          <p:spPr>
            <a:xfrm>
              <a:off x="-843649" y="-464765"/>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5" name="Google Shape;8655;p32"/>
            <p:cNvSpPr/>
            <p:nvPr/>
          </p:nvSpPr>
          <p:spPr>
            <a:xfrm>
              <a:off x="-920059" y="-541175"/>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6" name="Google Shape;8656;p32"/>
            <p:cNvSpPr/>
            <p:nvPr/>
          </p:nvSpPr>
          <p:spPr>
            <a:xfrm>
              <a:off x="-843649" y="-532785"/>
              <a:ext cx="13571" cy="6827"/>
            </a:xfrm>
            <a:custGeom>
              <a:avLst/>
              <a:gdLst/>
              <a:ahLst/>
              <a:cxnLst/>
              <a:rect l="l" t="t" r="r" b="b"/>
              <a:pathLst>
                <a:path w="165" h="83" extrusionOk="0">
                  <a:moveTo>
                    <a:pt x="1" y="1"/>
                  </a:moveTo>
                  <a:cubicBezTo>
                    <a:pt x="1" y="51"/>
                    <a:pt x="42" y="82"/>
                    <a:pt x="93" y="82"/>
                  </a:cubicBezTo>
                  <a:cubicBezTo>
                    <a:pt x="123" y="82"/>
                    <a:pt x="155" y="62"/>
                    <a:pt x="164" y="41"/>
                  </a:cubicBezTo>
                  <a:cubicBezTo>
                    <a:pt x="114" y="31"/>
                    <a:pt x="52" y="10"/>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7" name="Google Shape;8657;p32"/>
            <p:cNvSpPr/>
            <p:nvPr/>
          </p:nvSpPr>
          <p:spPr>
            <a:xfrm>
              <a:off x="-957894" y="-426929"/>
              <a:ext cx="15216" cy="15216"/>
            </a:xfrm>
            <a:custGeom>
              <a:avLst/>
              <a:gdLst/>
              <a:ahLst/>
              <a:cxnLst/>
              <a:rect l="l" t="t" r="r" b="b"/>
              <a:pathLst>
                <a:path w="185" h="185" extrusionOk="0">
                  <a:moveTo>
                    <a:pt x="93" y="1"/>
                  </a:moveTo>
                  <a:cubicBezTo>
                    <a:pt x="82" y="1"/>
                    <a:pt x="62" y="1"/>
                    <a:pt x="52" y="11"/>
                  </a:cubicBezTo>
                  <a:cubicBezTo>
                    <a:pt x="32" y="21"/>
                    <a:pt x="11" y="31"/>
                    <a:pt x="0" y="62"/>
                  </a:cubicBezTo>
                  <a:lnTo>
                    <a:pt x="0" y="92"/>
                  </a:lnTo>
                  <a:cubicBezTo>
                    <a:pt x="0" y="133"/>
                    <a:pt x="21" y="164"/>
                    <a:pt x="52" y="174"/>
                  </a:cubicBezTo>
                  <a:cubicBezTo>
                    <a:pt x="62" y="185"/>
                    <a:pt x="82" y="185"/>
                    <a:pt x="93" y="185"/>
                  </a:cubicBezTo>
                  <a:cubicBezTo>
                    <a:pt x="103" y="185"/>
                    <a:pt x="113" y="185"/>
                    <a:pt x="123" y="174"/>
                  </a:cubicBezTo>
                  <a:cubicBezTo>
                    <a:pt x="164" y="164"/>
                    <a:pt x="184" y="133"/>
                    <a:pt x="184" y="92"/>
                  </a:cubicBezTo>
                  <a:cubicBezTo>
                    <a:pt x="184" y="83"/>
                    <a:pt x="184" y="72"/>
                    <a:pt x="175" y="62"/>
                  </a:cubicBezTo>
                  <a:cubicBezTo>
                    <a:pt x="164" y="31"/>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8" name="Google Shape;8658;p32"/>
            <p:cNvSpPr/>
            <p:nvPr/>
          </p:nvSpPr>
          <p:spPr>
            <a:xfrm>
              <a:off x="-957894" y="-503422"/>
              <a:ext cx="15216" cy="16121"/>
            </a:xfrm>
            <a:custGeom>
              <a:avLst/>
              <a:gdLst/>
              <a:ahLst/>
              <a:cxnLst/>
              <a:rect l="l" t="t" r="r" b="b"/>
              <a:pathLst>
                <a:path w="185" h="196" extrusionOk="0">
                  <a:moveTo>
                    <a:pt x="93" y="1"/>
                  </a:moveTo>
                  <a:cubicBezTo>
                    <a:pt x="82" y="1"/>
                    <a:pt x="62" y="11"/>
                    <a:pt x="52" y="11"/>
                  </a:cubicBezTo>
                  <a:cubicBezTo>
                    <a:pt x="21" y="32"/>
                    <a:pt x="0" y="62"/>
                    <a:pt x="0" y="93"/>
                  </a:cubicBezTo>
                  <a:cubicBezTo>
                    <a:pt x="0" y="134"/>
                    <a:pt x="21" y="164"/>
                    <a:pt x="52" y="185"/>
                  </a:cubicBezTo>
                  <a:cubicBezTo>
                    <a:pt x="62" y="185"/>
                    <a:pt x="82" y="195"/>
                    <a:pt x="93" y="195"/>
                  </a:cubicBezTo>
                  <a:cubicBezTo>
                    <a:pt x="103" y="195"/>
                    <a:pt x="113" y="185"/>
                    <a:pt x="123" y="185"/>
                  </a:cubicBezTo>
                  <a:cubicBezTo>
                    <a:pt x="164" y="164"/>
                    <a:pt x="184" y="134"/>
                    <a:pt x="184" y="93"/>
                  </a:cubicBezTo>
                  <a:cubicBezTo>
                    <a:pt x="184" y="62"/>
                    <a:pt x="164" y="32"/>
                    <a:pt x="123" y="11"/>
                  </a:cubicBezTo>
                  <a:cubicBezTo>
                    <a:pt x="113" y="1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9" name="Google Shape;8659;p32"/>
            <p:cNvSpPr/>
            <p:nvPr/>
          </p:nvSpPr>
          <p:spPr>
            <a:xfrm>
              <a:off x="-882306" y="-274849"/>
              <a:ext cx="15216" cy="15216"/>
            </a:xfrm>
            <a:custGeom>
              <a:avLst/>
              <a:gdLst/>
              <a:ahLst/>
              <a:cxnLst/>
              <a:rect l="l" t="t" r="r" b="b"/>
              <a:pathLst>
                <a:path w="185" h="185" extrusionOk="0">
                  <a:moveTo>
                    <a:pt x="93" y="1"/>
                  </a:moveTo>
                  <a:cubicBezTo>
                    <a:pt x="62" y="1"/>
                    <a:pt x="21" y="21"/>
                    <a:pt x="12" y="62"/>
                  </a:cubicBezTo>
                  <a:cubicBezTo>
                    <a:pt x="12" y="73"/>
                    <a:pt x="1" y="82"/>
                    <a:pt x="1" y="93"/>
                  </a:cubicBezTo>
                  <a:cubicBezTo>
                    <a:pt x="1" y="123"/>
                    <a:pt x="12" y="144"/>
                    <a:pt x="32" y="164"/>
                  </a:cubicBezTo>
                  <a:cubicBezTo>
                    <a:pt x="52" y="175"/>
                    <a:pt x="73" y="184"/>
                    <a:pt x="93" y="184"/>
                  </a:cubicBezTo>
                  <a:cubicBezTo>
                    <a:pt x="124" y="184"/>
                    <a:pt x="144" y="175"/>
                    <a:pt x="164" y="164"/>
                  </a:cubicBezTo>
                  <a:cubicBezTo>
                    <a:pt x="175" y="144"/>
                    <a:pt x="185" y="123"/>
                    <a:pt x="185" y="93"/>
                  </a:cubicBezTo>
                  <a:lnTo>
                    <a:pt x="185" y="6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0" name="Google Shape;8660;p32"/>
            <p:cNvSpPr/>
            <p:nvPr/>
          </p:nvSpPr>
          <p:spPr>
            <a:xfrm>
              <a:off x="-882306" y="-350437"/>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1" name="Google Shape;8661;p32"/>
            <p:cNvSpPr/>
            <p:nvPr/>
          </p:nvSpPr>
          <p:spPr>
            <a:xfrm>
              <a:off x="-920059" y="-312602"/>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2" name="Google Shape;8662;p32"/>
            <p:cNvSpPr/>
            <p:nvPr/>
          </p:nvSpPr>
          <p:spPr>
            <a:xfrm>
              <a:off x="-843649"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3" name="Google Shape;8663;p32"/>
            <p:cNvSpPr/>
            <p:nvPr/>
          </p:nvSpPr>
          <p:spPr>
            <a:xfrm>
              <a:off x="-920059" y="-38909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4" name="Google Shape;8664;p32"/>
            <p:cNvSpPr/>
            <p:nvPr/>
          </p:nvSpPr>
          <p:spPr>
            <a:xfrm>
              <a:off x="-843649" y="-38909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5" name="Google Shape;8665;p32"/>
            <p:cNvSpPr/>
            <p:nvPr/>
          </p:nvSpPr>
          <p:spPr>
            <a:xfrm>
              <a:off x="-957894" y="-274849"/>
              <a:ext cx="15216" cy="15216"/>
            </a:xfrm>
            <a:custGeom>
              <a:avLst/>
              <a:gdLst/>
              <a:ahLst/>
              <a:cxnLst/>
              <a:rect l="l" t="t" r="r" b="b"/>
              <a:pathLst>
                <a:path w="185" h="185" extrusionOk="0">
                  <a:moveTo>
                    <a:pt x="93" y="1"/>
                  </a:moveTo>
                  <a:cubicBezTo>
                    <a:pt x="82" y="1"/>
                    <a:pt x="62" y="1"/>
                    <a:pt x="52" y="11"/>
                  </a:cubicBezTo>
                  <a:cubicBezTo>
                    <a:pt x="32" y="21"/>
                    <a:pt x="11" y="32"/>
                    <a:pt x="0" y="62"/>
                  </a:cubicBezTo>
                  <a:lnTo>
                    <a:pt x="0" y="93"/>
                  </a:lnTo>
                  <a:cubicBezTo>
                    <a:pt x="0" y="123"/>
                    <a:pt x="11" y="144"/>
                    <a:pt x="21" y="164"/>
                  </a:cubicBezTo>
                  <a:cubicBezTo>
                    <a:pt x="32" y="164"/>
                    <a:pt x="41" y="175"/>
                    <a:pt x="52" y="184"/>
                  </a:cubicBezTo>
                  <a:lnTo>
                    <a:pt x="123" y="184"/>
                  </a:lnTo>
                  <a:cubicBezTo>
                    <a:pt x="134" y="175"/>
                    <a:pt x="143" y="164"/>
                    <a:pt x="154" y="164"/>
                  </a:cubicBezTo>
                  <a:cubicBezTo>
                    <a:pt x="175" y="144"/>
                    <a:pt x="184" y="123"/>
                    <a:pt x="184" y="93"/>
                  </a:cubicBezTo>
                  <a:cubicBezTo>
                    <a:pt x="184" y="82"/>
                    <a:pt x="184" y="73"/>
                    <a:pt x="175" y="62"/>
                  </a:cubicBezTo>
                  <a:cubicBezTo>
                    <a:pt x="164" y="32"/>
                    <a:pt x="15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6" name="Google Shape;8666;p32"/>
            <p:cNvSpPr/>
            <p:nvPr/>
          </p:nvSpPr>
          <p:spPr>
            <a:xfrm>
              <a:off x="-957894" y="-350437"/>
              <a:ext cx="15216" cy="15216"/>
            </a:xfrm>
            <a:custGeom>
              <a:avLst/>
              <a:gdLst/>
              <a:ahLst/>
              <a:cxnLst/>
              <a:rect l="l" t="t" r="r" b="b"/>
              <a:pathLst>
                <a:path w="185" h="185" extrusionOk="0">
                  <a:moveTo>
                    <a:pt x="52" y="0"/>
                  </a:moveTo>
                  <a:cubicBezTo>
                    <a:pt x="21" y="21"/>
                    <a:pt x="0" y="52"/>
                    <a:pt x="0" y="92"/>
                  </a:cubicBezTo>
                  <a:cubicBezTo>
                    <a:pt x="0" y="123"/>
                    <a:pt x="21" y="164"/>
                    <a:pt x="52" y="174"/>
                  </a:cubicBezTo>
                  <a:cubicBezTo>
                    <a:pt x="62" y="174"/>
                    <a:pt x="82" y="184"/>
                    <a:pt x="93" y="184"/>
                  </a:cubicBezTo>
                  <a:cubicBezTo>
                    <a:pt x="103" y="184"/>
                    <a:pt x="113" y="174"/>
                    <a:pt x="123" y="174"/>
                  </a:cubicBezTo>
                  <a:cubicBezTo>
                    <a:pt x="164" y="164"/>
                    <a:pt x="184" y="123"/>
                    <a:pt x="184" y="92"/>
                  </a:cubicBezTo>
                  <a:cubicBezTo>
                    <a:pt x="184" y="52"/>
                    <a:pt x="16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7" name="Google Shape;8667;p32"/>
            <p:cNvSpPr/>
            <p:nvPr/>
          </p:nvSpPr>
          <p:spPr>
            <a:xfrm>
              <a:off x="-882306" y="-122686"/>
              <a:ext cx="15216" cy="15216"/>
            </a:xfrm>
            <a:custGeom>
              <a:avLst/>
              <a:gdLst/>
              <a:ahLst/>
              <a:cxnLst/>
              <a:rect l="l" t="t" r="r" b="b"/>
              <a:pathLst>
                <a:path w="185" h="185" extrusionOk="0">
                  <a:moveTo>
                    <a:pt x="93" y="0"/>
                  </a:moveTo>
                  <a:cubicBezTo>
                    <a:pt x="62" y="0"/>
                    <a:pt x="21" y="30"/>
                    <a:pt x="12" y="61"/>
                  </a:cubicBezTo>
                  <a:cubicBezTo>
                    <a:pt x="12" y="71"/>
                    <a:pt x="1" y="82"/>
                    <a:pt x="1" y="92"/>
                  </a:cubicBezTo>
                  <a:cubicBezTo>
                    <a:pt x="1" y="143"/>
                    <a:pt x="42" y="184"/>
                    <a:pt x="93" y="184"/>
                  </a:cubicBezTo>
                  <a:cubicBezTo>
                    <a:pt x="144" y="184"/>
                    <a:pt x="185" y="143"/>
                    <a:pt x="185" y="92"/>
                  </a:cubicBezTo>
                  <a:lnTo>
                    <a:pt x="185" y="61"/>
                  </a:ln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8" name="Google Shape;8668;p32"/>
            <p:cNvSpPr/>
            <p:nvPr/>
          </p:nvSpPr>
          <p:spPr>
            <a:xfrm>
              <a:off x="-882306" y="-198356"/>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9" name="Google Shape;8669;p32"/>
            <p:cNvSpPr/>
            <p:nvPr/>
          </p:nvSpPr>
          <p:spPr>
            <a:xfrm>
              <a:off x="-920059" y="-160521"/>
              <a:ext cx="15216" cy="15134"/>
            </a:xfrm>
            <a:custGeom>
              <a:avLst/>
              <a:gdLst/>
              <a:ahLst/>
              <a:cxnLst/>
              <a:rect l="l" t="t" r="r" b="b"/>
              <a:pathLst>
                <a:path w="185" h="184"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0" name="Google Shape;8670;p32"/>
            <p:cNvSpPr/>
            <p:nvPr/>
          </p:nvSpPr>
          <p:spPr>
            <a:xfrm>
              <a:off x="-843649"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1" name="Google Shape;8671;p32"/>
            <p:cNvSpPr/>
            <p:nvPr/>
          </p:nvSpPr>
          <p:spPr>
            <a:xfrm>
              <a:off x="-920059" y="-237014"/>
              <a:ext cx="15216" cy="16039"/>
            </a:xfrm>
            <a:custGeom>
              <a:avLst/>
              <a:gdLst/>
              <a:ahLst/>
              <a:cxnLst/>
              <a:rect l="l" t="t" r="r" b="b"/>
              <a:pathLst>
                <a:path w="185" h="195" extrusionOk="0">
                  <a:moveTo>
                    <a:pt x="92" y="1"/>
                  </a:moveTo>
                  <a:cubicBezTo>
                    <a:pt x="41" y="1"/>
                    <a:pt x="1" y="42"/>
                    <a:pt x="1" y="92"/>
                  </a:cubicBezTo>
                  <a:cubicBezTo>
                    <a:pt x="1"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2" name="Google Shape;8672;p32"/>
            <p:cNvSpPr/>
            <p:nvPr/>
          </p:nvSpPr>
          <p:spPr>
            <a:xfrm>
              <a:off x="-843649"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3" name="Google Shape;8673;p32"/>
            <p:cNvSpPr/>
            <p:nvPr/>
          </p:nvSpPr>
          <p:spPr>
            <a:xfrm>
              <a:off x="-957894" y="-122686"/>
              <a:ext cx="15216" cy="15216"/>
            </a:xfrm>
            <a:custGeom>
              <a:avLst/>
              <a:gdLst/>
              <a:ahLst/>
              <a:cxnLst/>
              <a:rect l="l" t="t" r="r" b="b"/>
              <a:pathLst>
                <a:path w="185" h="185" extrusionOk="0">
                  <a:moveTo>
                    <a:pt x="93" y="0"/>
                  </a:moveTo>
                  <a:cubicBezTo>
                    <a:pt x="82" y="0"/>
                    <a:pt x="62" y="10"/>
                    <a:pt x="52" y="10"/>
                  </a:cubicBezTo>
                  <a:cubicBezTo>
                    <a:pt x="32" y="21"/>
                    <a:pt x="11" y="41"/>
                    <a:pt x="0" y="61"/>
                  </a:cubicBezTo>
                  <a:lnTo>
                    <a:pt x="0" y="92"/>
                  </a:lnTo>
                  <a:cubicBezTo>
                    <a:pt x="0" y="133"/>
                    <a:pt x="21" y="164"/>
                    <a:pt x="52" y="184"/>
                  </a:cubicBezTo>
                  <a:lnTo>
                    <a:pt x="123" y="184"/>
                  </a:lnTo>
                  <a:cubicBezTo>
                    <a:pt x="164" y="164"/>
                    <a:pt x="184" y="133"/>
                    <a:pt x="184" y="92"/>
                  </a:cubicBezTo>
                  <a:cubicBezTo>
                    <a:pt x="184" y="82"/>
                    <a:pt x="184" y="71"/>
                    <a:pt x="175" y="61"/>
                  </a:cubicBezTo>
                  <a:cubicBezTo>
                    <a:pt x="164" y="41"/>
                    <a:pt x="154" y="21"/>
                    <a:pt x="123" y="10"/>
                  </a:cubicBezTo>
                  <a:cubicBezTo>
                    <a:pt x="113" y="1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4" name="Google Shape;8674;p32"/>
            <p:cNvSpPr/>
            <p:nvPr/>
          </p:nvSpPr>
          <p:spPr>
            <a:xfrm>
              <a:off x="-957894" y="-198356"/>
              <a:ext cx="15216" cy="15216"/>
            </a:xfrm>
            <a:custGeom>
              <a:avLst/>
              <a:gdLst/>
              <a:ahLst/>
              <a:cxnLst/>
              <a:rect l="l" t="t" r="r" b="b"/>
              <a:pathLst>
                <a:path w="185" h="185" extrusionOk="0">
                  <a:moveTo>
                    <a:pt x="52" y="1"/>
                  </a:moveTo>
                  <a:cubicBezTo>
                    <a:pt x="21" y="21"/>
                    <a:pt x="0" y="51"/>
                    <a:pt x="0" y="92"/>
                  </a:cubicBezTo>
                  <a:cubicBezTo>
                    <a:pt x="0" y="123"/>
                    <a:pt x="21" y="164"/>
                    <a:pt x="52" y="174"/>
                  </a:cubicBezTo>
                  <a:cubicBezTo>
                    <a:pt x="62" y="185"/>
                    <a:pt x="82" y="185"/>
                    <a:pt x="93" y="185"/>
                  </a:cubicBezTo>
                  <a:cubicBezTo>
                    <a:pt x="103" y="185"/>
                    <a:pt x="113" y="185"/>
                    <a:pt x="123" y="174"/>
                  </a:cubicBezTo>
                  <a:cubicBezTo>
                    <a:pt x="164" y="164"/>
                    <a:pt x="184" y="123"/>
                    <a:pt x="184" y="92"/>
                  </a:cubicBezTo>
                  <a:cubicBezTo>
                    <a:pt x="184" y="51"/>
                    <a:pt x="16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5" name="Google Shape;8675;p32"/>
            <p:cNvSpPr/>
            <p:nvPr/>
          </p:nvSpPr>
          <p:spPr>
            <a:xfrm>
              <a:off x="-882306" y="29313"/>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6" name="Google Shape;8676;p32"/>
            <p:cNvSpPr/>
            <p:nvPr/>
          </p:nvSpPr>
          <p:spPr>
            <a:xfrm>
              <a:off x="-882306" y="-46275"/>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7" name="Google Shape;8677;p32"/>
            <p:cNvSpPr/>
            <p:nvPr/>
          </p:nvSpPr>
          <p:spPr>
            <a:xfrm>
              <a:off x="-920059" y="-8440"/>
              <a:ext cx="15216" cy="15216"/>
            </a:xfrm>
            <a:custGeom>
              <a:avLst/>
              <a:gdLst/>
              <a:ahLst/>
              <a:cxnLst/>
              <a:rect l="l" t="t" r="r" b="b"/>
              <a:pathLst>
                <a:path w="185" h="185" extrusionOk="0">
                  <a:moveTo>
                    <a:pt x="92" y="1"/>
                  </a:moveTo>
                  <a:cubicBezTo>
                    <a:pt x="41" y="1"/>
                    <a:pt x="1" y="41"/>
                    <a:pt x="1" y="92"/>
                  </a:cubicBezTo>
                  <a:cubicBezTo>
                    <a:pt x="1"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8" name="Google Shape;8678;p32"/>
            <p:cNvSpPr/>
            <p:nvPr/>
          </p:nvSpPr>
          <p:spPr>
            <a:xfrm>
              <a:off x="-843649"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9" name="Google Shape;8679;p32"/>
            <p:cNvSpPr/>
            <p:nvPr/>
          </p:nvSpPr>
          <p:spPr>
            <a:xfrm>
              <a:off x="-920059" y="-84028"/>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0" name="Google Shape;8680;p32"/>
            <p:cNvSpPr/>
            <p:nvPr/>
          </p:nvSpPr>
          <p:spPr>
            <a:xfrm>
              <a:off x="-843649"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1" name="Google Shape;8681;p32"/>
            <p:cNvSpPr/>
            <p:nvPr/>
          </p:nvSpPr>
          <p:spPr>
            <a:xfrm>
              <a:off x="-957894" y="29313"/>
              <a:ext cx="15216" cy="15216"/>
            </a:xfrm>
            <a:custGeom>
              <a:avLst/>
              <a:gdLst/>
              <a:ahLst/>
              <a:cxnLst/>
              <a:rect l="l" t="t" r="r" b="b"/>
              <a:pathLst>
                <a:path w="185" h="185" extrusionOk="0">
                  <a:moveTo>
                    <a:pt x="93" y="1"/>
                  </a:moveTo>
                  <a:cubicBezTo>
                    <a:pt x="82" y="1"/>
                    <a:pt x="62" y="12"/>
                    <a:pt x="52" y="12"/>
                  </a:cubicBezTo>
                  <a:cubicBezTo>
                    <a:pt x="21" y="21"/>
                    <a:pt x="0" y="62"/>
                    <a:pt x="0" y="93"/>
                  </a:cubicBezTo>
                  <a:cubicBezTo>
                    <a:pt x="0" y="134"/>
                    <a:pt x="21" y="164"/>
                    <a:pt x="52" y="185"/>
                  </a:cubicBezTo>
                  <a:lnTo>
                    <a:pt x="123" y="185"/>
                  </a:lnTo>
                  <a:cubicBezTo>
                    <a:pt x="164" y="164"/>
                    <a:pt x="184" y="134"/>
                    <a:pt x="184" y="93"/>
                  </a:cubicBezTo>
                  <a:cubicBezTo>
                    <a:pt x="184" y="62"/>
                    <a:pt x="164" y="21"/>
                    <a:pt x="123" y="12"/>
                  </a:cubicBezTo>
                  <a:cubicBezTo>
                    <a:pt x="113" y="12"/>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2" name="Google Shape;8682;p32"/>
            <p:cNvSpPr/>
            <p:nvPr/>
          </p:nvSpPr>
          <p:spPr>
            <a:xfrm>
              <a:off x="-957894" y="-46275"/>
              <a:ext cx="15216" cy="15216"/>
            </a:xfrm>
            <a:custGeom>
              <a:avLst/>
              <a:gdLst/>
              <a:ahLst/>
              <a:cxnLst/>
              <a:rect l="l" t="t" r="r" b="b"/>
              <a:pathLst>
                <a:path w="185" h="185" extrusionOk="0">
                  <a:moveTo>
                    <a:pt x="93" y="0"/>
                  </a:moveTo>
                  <a:cubicBezTo>
                    <a:pt x="82" y="0"/>
                    <a:pt x="62" y="0"/>
                    <a:pt x="52" y="11"/>
                  </a:cubicBezTo>
                  <a:cubicBezTo>
                    <a:pt x="21" y="21"/>
                    <a:pt x="0" y="52"/>
                    <a:pt x="0" y="93"/>
                  </a:cubicBez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52"/>
                    <a:pt x="164" y="21"/>
                    <a:pt x="123" y="11"/>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3" name="Google Shape;8683;p32"/>
            <p:cNvSpPr/>
            <p:nvPr/>
          </p:nvSpPr>
          <p:spPr>
            <a:xfrm>
              <a:off x="-882306" y="182298"/>
              <a:ext cx="15216" cy="15216"/>
            </a:xfrm>
            <a:custGeom>
              <a:avLst/>
              <a:gdLst/>
              <a:ahLst/>
              <a:cxnLst/>
              <a:rect l="l" t="t" r="r" b="b"/>
              <a:pathLst>
                <a:path w="185" h="185" extrusionOk="0">
                  <a:moveTo>
                    <a:pt x="62" y="0"/>
                  </a:moveTo>
                  <a:cubicBezTo>
                    <a:pt x="42" y="11"/>
                    <a:pt x="21" y="31"/>
                    <a:pt x="12" y="52"/>
                  </a:cubicBezTo>
                  <a:cubicBezTo>
                    <a:pt x="12" y="62"/>
                    <a:pt x="1" y="72"/>
                    <a:pt x="1" y="93"/>
                  </a:cubicBezTo>
                  <a:cubicBezTo>
                    <a:pt x="1" y="143"/>
                    <a:pt x="42" y="184"/>
                    <a:pt x="93" y="184"/>
                  </a:cubicBezTo>
                  <a:cubicBezTo>
                    <a:pt x="144" y="184"/>
                    <a:pt x="185" y="143"/>
                    <a:pt x="185" y="93"/>
                  </a:cubicBezTo>
                  <a:lnTo>
                    <a:pt x="185" y="52"/>
                  </a:lnTo>
                  <a:cubicBezTo>
                    <a:pt x="175" y="31"/>
                    <a:pt x="155"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4" name="Google Shape;8684;p32"/>
            <p:cNvSpPr/>
            <p:nvPr/>
          </p:nvSpPr>
          <p:spPr>
            <a:xfrm>
              <a:off x="-882306" y="105888"/>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5" name="Google Shape;8685;p32"/>
            <p:cNvSpPr/>
            <p:nvPr/>
          </p:nvSpPr>
          <p:spPr>
            <a:xfrm>
              <a:off x="-920059" y="143641"/>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6" name="Google Shape;8686;p32"/>
            <p:cNvSpPr/>
            <p:nvPr/>
          </p:nvSpPr>
          <p:spPr>
            <a:xfrm>
              <a:off x="-843649"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7" name="Google Shape;8687;p32"/>
            <p:cNvSpPr/>
            <p:nvPr/>
          </p:nvSpPr>
          <p:spPr>
            <a:xfrm>
              <a:off x="-920059" y="67970"/>
              <a:ext cx="15216" cy="15216"/>
            </a:xfrm>
            <a:custGeom>
              <a:avLst/>
              <a:gdLst/>
              <a:ahLst/>
              <a:cxnLst/>
              <a:rect l="l" t="t" r="r" b="b"/>
              <a:pathLst>
                <a:path w="185" h="185" extrusionOk="0">
                  <a:moveTo>
                    <a:pt x="92" y="1"/>
                  </a:moveTo>
                  <a:cubicBezTo>
                    <a:pt x="41" y="1"/>
                    <a:pt x="1" y="42"/>
                    <a:pt x="1" y="93"/>
                  </a:cubicBezTo>
                  <a:cubicBezTo>
                    <a:pt x="1"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8" name="Google Shape;8688;p32"/>
            <p:cNvSpPr/>
            <p:nvPr/>
          </p:nvSpPr>
          <p:spPr>
            <a:xfrm>
              <a:off x="-843649"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9" name="Google Shape;8689;p32"/>
            <p:cNvSpPr/>
            <p:nvPr/>
          </p:nvSpPr>
          <p:spPr>
            <a:xfrm>
              <a:off x="-957894" y="182298"/>
              <a:ext cx="15216" cy="15216"/>
            </a:xfrm>
            <a:custGeom>
              <a:avLst/>
              <a:gdLst/>
              <a:ahLst/>
              <a:cxnLst/>
              <a:rect l="l" t="t" r="r" b="b"/>
              <a:pathLst>
                <a:path w="185" h="185" extrusionOk="0">
                  <a:moveTo>
                    <a:pt x="52" y="0"/>
                  </a:moveTo>
                  <a:cubicBezTo>
                    <a:pt x="32" y="11"/>
                    <a:pt x="11" y="31"/>
                    <a:pt x="0" y="52"/>
                  </a:cubicBezTo>
                  <a:lnTo>
                    <a:pt x="0" y="93"/>
                  </a:lnTo>
                  <a:cubicBezTo>
                    <a:pt x="0" y="123"/>
                    <a:pt x="21" y="164"/>
                    <a:pt x="52" y="174"/>
                  </a:cubicBezTo>
                  <a:cubicBezTo>
                    <a:pt x="62" y="174"/>
                    <a:pt x="82" y="184"/>
                    <a:pt x="93" y="184"/>
                  </a:cubicBezTo>
                  <a:cubicBezTo>
                    <a:pt x="103" y="184"/>
                    <a:pt x="113" y="174"/>
                    <a:pt x="123" y="174"/>
                  </a:cubicBezTo>
                  <a:cubicBezTo>
                    <a:pt x="164" y="164"/>
                    <a:pt x="184" y="123"/>
                    <a:pt x="184" y="93"/>
                  </a:cubicBezTo>
                  <a:cubicBezTo>
                    <a:pt x="184" y="72"/>
                    <a:pt x="184" y="62"/>
                    <a:pt x="175" y="52"/>
                  </a:cubicBezTo>
                  <a:cubicBezTo>
                    <a:pt x="164" y="31"/>
                    <a:pt x="15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0" name="Google Shape;8690;p32"/>
            <p:cNvSpPr/>
            <p:nvPr/>
          </p:nvSpPr>
          <p:spPr>
            <a:xfrm>
              <a:off x="-957894" y="105888"/>
              <a:ext cx="15216" cy="15134"/>
            </a:xfrm>
            <a:custGeom>
              <a:avLst/>
              <a:gdLst/>
              <a:ahLst/>
              <a:cxnLst/>
              <a:rect l="l" t="t" r="r" b="b"/>
              <a:pathLst>
                <a:path w="185" h="184" extrusionOk="0">
                  <a:moveTo>
                    <a:pt x="93" y="0"/>
                  </a:moveTo>
                  <a:cubicBezTo>
                    <a:pt x="82" y="0"/>
                    <a:pt x="62" y="0"/>
                    <a:pt x="52" y="10"/>
                  </a:cubicBezTo>
                  <a:cubicBezTo>
                    <a:pt x="21" y="20"/>
                    <a:pt x="0" y="51"/>
                    <a:pt x="0" y="92"/>
                  </a:cubicBezTo>
                  <a:cubicBezTo>
                    <a:pt x="0" y="132"/>
                    <a:pt x="21" y="163"/>
                    <a:pt x="52" y="173"/>
                  </a:cubicBezTo>
                  <a:cubicBezTo>
                    <a:pt x="62" y="184"/>
                    <a:pt x="82" y="184"/>
                    <a:pt x="93" y="184"/>
                  </a:cubicBezTo>
                  <a:cubicBezTo>
                    <a:pt x="103" y="184"/>
                    <a:pt x="113" y="184"/>
                    <a:pt x="123" y="173"/>
                  </a:cubicBezTo>
                  <a:cubicBezTo>
                    <a:pt x="164" y="163"/>
                    <a:pt x="184" y="132"/>
                    <a:pt x="184" y="92"/>
                  </a:cubicBezTo>
                  <a:cubicBezTo>
                    <a:pt x="184" y="51"/>
                    <a:pt x="164" y="20"/>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1" name="Google Shape;8691;p32"/>
            <p:cNvSpPr/>
            <p:nvPr/>
          </p:nvSpPr>
          <p:spPr>
            <a:xfrm>
              <a:off x="-882306" y="334379"/>
              <a:ext cx="15216" cy="15216"/>
            </a:xfrm>
            <a:custGeom>
              <a:avLst/>
              <a:gdLst/>
              <a:ahLst/>
              <a:cxnLst/>
              <a:rect l="l" t="t" r="r" b="b"/>
              <a:pathLst>
                <a:path w="185" h="185" extrusionOk="0">
                  <a:moveTo>
                    <a:pt x="93" y="1"/>
                  </a:moveTo>
                  <a:cubicBezTo>
                    <a:pt x="62" y="1"/>
                    <a:pt x="21" y="21"/>
                    <a:pt x="12" y="52"/>
                  </a:cubicBezTo>
                  <a:cubicBezTo>
                    <a:pt x="12" y="62"/>
                    <a:pt x="1" y="72"/>
                    <a:pt x="1" y="92"/>
                  </a:cubicBezTo>
                  <a:cubicBezTo>
                    <a:pt x="1" y="113"/>
                    <a:pt x="12" y="133"/>
                    <a:pt x="32" y="154"/>
                  </a:cubicBezTo>
                  <a:cubicBezTo>
                    <a:pt x="52" y="174"/>
                    <a:pt x="73" y="185"/>
                    <a:pt x="93" y="185"/>
                  </a:cubicBezTo>
                  <a:cubicBezTo>
                    <a:pt x="124" y="185"/>
                    <a:pt x="144" y="174"/>
                    <a:pt x="164" y="154"/>
                  </a:cubicBezTo>
                  <a:cubicBezTo>
                    <a:pt x="175" y="133"/>
                    <a:pt x="185" y="113"/>
                    <a:pt x="185" y="92"/>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2" name="Google Shape;8692;p32"/>
            <p:cNvSpPr/>
            <p:nvPr/>
          </p:nvSpPr>
          <p:spPr>
            <a:xfrm>
              <a:off x="-882306" y="257886"/>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3" name="Google Shape;8693;p32"/>
            <p:cNvSpPr/>
            <p:nvPr/>
          </p:nvSpPr>
          <p:spPr>
            <a:xfrm>
              <a:off x="-920059" y="295721"/>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4" name="Google Shape;8694;p32"/>
            <p:cNvSpPr/>
            <p:nvPr/>
          </p:nvSpPr>
          <p:spPr>
            <a:xfrm>
              <a:off x="-843649"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5" name="Google Shape;8695;p32"/>
            <p:cNvSpPr/>
            <p:nvPr/>
          </p:nvSpPr>
          <p:spPr>
            <a:xfrm>
              <a:off x="-920059" y="220133"/>
              <a:ext cx="15216" cy="15216"/>
            </a:xfrm>
            <a:custGeom>
              <a:avLst/>
              <a:gdLst/>
              <a:ahLst/>
              <a:cxnLst/>
              <a:rect l="l" t="t" r="r" b="b"/>
              <a:pathLst>
                <a:path w="185" h="185" extrusionOk="0">
                  <a:moveTo>
                    <a:pt x="92" y="0"/>
                  </a:moveTo>
                  <a:cubicBezTo>
                    <a:pt x="41" y="0"/>
                    <a:pt x="1" y="41"/>
                    <a:pt x="1" y="92"/>
                  </a:cubicBezTo>
                  <a:cubicBezTo>
                    <a:pt x="1"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6" name="Google Shape;8696;p32"/>
            <p:cNvSpPr/>
            <p:nvPr/>
          </p:nvSpPr>
          <p:spPr>
            <a:xfrm>
              <a:off x="-843649"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7" name="Google Shape;8697;p32"/>
            <p:cNvSpPr/>
            <p:nvPr/>
          </p:nvSpPr>
          <p:spPr>
            <a:xfrm>
              <a:off x="-957894" y="334379"/>
              <a:ext cx="15216" cy="15216"/>
            </a:xfrm>
            <a:custGeom>
              <a:avLst/>
              <a:gdLst/>
              <a:ahLst/>
              <a:cxnLst/>
              <a:rect l="l" t="t" r="r" b="b"/>
              <a:pathLst>
                <a:path w="185" h="185" extrusionOk="0">
                  <a:moveTo>
                    <a:pt x="52" y="1"/>
                  </a:moveTo>
                  <a:cubicBezTo>
                    <a:pt x="32" y="11"/>
                    <a:pt x="11" y="31"/>
                    <a:pt x="0" y="52"/>
                  </a:cubicBezTo>
                  <a:lnTo>
                    <a:pt x="0" y="92"/>
                  </a:lnTo>
                  <a:cubicBezTo>
                    <a:pt x="0" y="113"/>
                    <a:pt x="11" y="133"/>
                    <a:pt x="21" y="154"/>
                  </a:cubicBezTo>
                  <a:cubicBezTo>
                    <a:pt x="32" y="164"/>
                    <a:pt x="41" y="174"/>
                    <a:pt x="52" y="174"/>
                  </a:cubicBezTo>
                  <a:cubicBezTo>
                    <a:pt x="62" y="185"/>
                    <a:pt x="82" y="185"/>
                    <a:pt x="93" y="185"/>
                  </a:cubicBezTo>
                  <a:cubicBezTo>
                    <a:pt x="103" y="185"/>
                    <a:pt x="113" y="185"/>
                    <a:pt x="123" y="174"/>
                  </a:cubicBezTo>
                  <a:cubicBezTo>
                    <a:pt x="134" y="174"/>
                    <a:pt x="143" y="164"/>
                    <a:pt x="154" y="154"/>
                  </a:cubicBezTo>
                  <a:cubicBezTo>
                    <a:pt x="175" y="133"/>
                    <a:pt x="184" y="113"/>
                    <a:pt x="184" y="92"/>
                  </a:cubicBezTo>
                  <a:cubicBezTo>
                    <a:pt x="184" y="72"/>
                    <a:pt x="184" y="62"/>
                    <a:pt x="175" y="52"/>
                  </a:cubicBezTo>
                  <a:cubicBezTo>
                    <a:pt x="164" y="31"/>
                    <a:pt x="15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8" name="Google Shape;8698;p32"/>
            <p:cNvSpPr/>
            <p:nvPr/>
          </p:nvSpPr>
          <p:spPr>
            <a:xfrm>
              <a:off x="-957894" y="257886"/>
              <a:ext cx="15216" cy="15216"/>
            </a:xfrm>
            <a:custGeom>
              <a:avLst/>
              <a:gdLst/>
              <a:ahLst/>
              <a:cxnLst/>
              <a:rect l="l" t="t" r="r" b="b"/>
              <a:pathLst>
                <a:path w="185" h="185" extrusionOk="0">
                  <a:moveTo>
                    <a:pt x="93" y="1"/>
                  </a:moveTo>
                  <a:cubicBezTo>
                    <a:pt x="82" y="1"/>
                    <a:pt x="62" y="1"/>
                    <a:pt x="52" y="11"/>
                  </a:cubicBezTo>
                  <a:cubicBezTo>
                    <a:pt x="21" y="21"/>
                    <a:pt x="0" y="52"/>
                    <a:pt x="0" y="93"/>
                  </a:cubicBezTo>
                  <a:cubicBezTo>
                    <a:pt x="0" y="134"/>
                    <a:pt x="21" y="164"/>
                    <a:pt x="52" y="175"/>
                  </a:cubicBezTo>
                  <a:cubicBezTo>
                    <a:pt x="62" y="185"/>
                    <a:pt x="82" y="185"/>
                    <a:pt x="93" y="185"/>
                  </a:cubicBezTo>
                  <a:cubicBezTo>
                    <a:pt x="103" y="185"/>
                    <a:pt x="113" y="185"/>
                    <a:pt x="123" y="175"/>
                  </a:cubicBezTo>
                  <a:cubicBezTo>
                    <a:pt x="164" y="164"/>
                    <a:pt x="184" y="134"/>
                    <a:pt x="184" y="93"/>
                  </a:cubicBezTo>
                  <a:cubicBezTo>
                    <a:pt x="184" y="52"/>
                    <a:pt x="164" y="2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9" name="Google Shape;8699;p32"/>
            <p:cNvSpPr/>
            <p:nvPr/>
          </p:nvSpPr>
          <p:spPr>
            <a:xfrm>
              <a:off x="-882306" y="486460"/>
              <a:ext cx="15216" cy="15216"/>
            </a:xfrm>
            <a:custGeom>
              <a:avLst/>
              <a:gdLst/>
              <a:ahLst/>
              <a:cxnLst/>
              <a:rect l="l" t="t" r="r" b="b"/>
              <a:pathLst>
                <a:path w="185" h="185" extrusionOk="0">
                  <a:moveTo>
                    <a:pt x="93" y="1"/>
                  </a:moveTo>
                  <a:cubicBezTo>
                    <a:pt x="62" y="1"/>
                    <a:pt x="21" y="21"/>
                    <a:pt x="12" y="52"/>
                  </a:cubicBezTo>
                  <a:cubicBezTo>
                    <a:pt x="12" y="62"/>
                    <a:pt x="1" y="82"/>
                    <a:pt x="1" y="93"/>
                  </a:cubicBezTo>
                  <a:cubicBezTo>
                    <a:pt x="1" y="144"/>
                    <a:pt x="42" y="184"/>
                    <a:pt x="93" y="184"/>
                  </a:cubicBezTo>
                  <a:cubicBezTo>
                    <a:pt x="144" y="184"/>
                    <a:pt x="185" y="144"/>
                    <a:pt x="185" y="93"/>
                  </a:cubicBezTo>
                  <a:lnTo>
                    <a:pt x="185" y="52"/>
                  </a:ln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0" name="Google Shape;8700;p32"/>
            <p:cNvSpPr/>
            <p:nvPr/>
          </p:nvSpPr>
          <p:spPr>
            <a:xfrm>
              <a:off x="-882306" y="410049"/>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1" name="Google Shape;8701;p32"/>
            <p:cNvSpPr/>
            <p:nvPr/>
          </p:nvSpPr>
          <p:spPr>
            <a:xfrm>
              <a:off x="-920059" y="447802"/>
              <a:ext cx="15216" cy="16121"/>
            </a:xfrm>
            <a:custGeom>
              <a:avLst/>
              <a:gdLst/>
              <a:ahLst/>
              <a:cxnLst/>
              <a:rect l="l" t="t" r="r" b="b"/>
              <a:pathLst>
                <a:path w="185" h="196" extrusionOk="0">
                  <a:moveTo>
                    <a:pt x="92" y="1"/>
                  </a:moveTo>
                  <a:cubicBezTo>
                    <a:pt x="41" y="1"/>
                    <a:pt x="1" y="52"/>
                    <a:pt x="1" y="103"/>
                  </a:cubicBezTo>
                  <a:cubicBezTo>
                    <a:pt x="1" y="154"/>
                    <a:pt x="41" y="195"/>
                    <a:pt x="92" y="195"/>
                  </a:cubicBezTo>
                  <a:cubicBezTo>
                    <a:pt x="144" y="195"/>
                    <a:pt x="184" y="154"/>
                    <a:pt x="184" y="103"/>
                  </a:cubicBezTo>
                  <a:cubicBezTo>
                    <a:pt x="184"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2" name="Google Shape;8702;p32"/>
            <p:cNvSpPr/>
            <p:nvPr/>
          </p:nvSpPr>
          <p:spPr>
            <a:xfrm>
              <a:off x="-843649" y="447802"/>
              <a:ext cx="15216" cy="16121"/>
            </a:xfrm>
            <a:custGeom>
              <a:avLst/>
              <a:gdLst/>
              <a:ahLst/>
              <a:cxnLst/>
              <a:rect l="l" t="t" r="r" b="b"/>
              <a:pathLst>
                <a:path w="185" h="196" extrusionOk="0">
                  <a:moveTo>
                    <a:pt x="93" y="1"/>
                  </a:moveTo>
                  <a:cubicBezTo>
                    <a:pt x="42" y="1"/>
                    <a:pt x="1" y="52"/>
                    <a:pt x="1" y="103"/>
                  </a:cubicBezTo>
                  <a:cubicBezTo>
                    <a:pt x="1" y="154"/>
                    <a:pt x="42" y="195"/>
                    <a:pt x="93" y="195"/>
                  </a:cubicBezTo>
                  <a:cubicBezTo>
                    <a:pt x="144" y="195"/>
                    <a:pt x="185" y="154"/>
                    <a:pt x="185" y="103"/>
                  </a:cubicBezTo>
                  <a:cubicBezTo>
                    <a:pt x="185" y="5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3" name="Google Shape;8703;p32"/>
            <p:cNvSpPr/>
            <p:nvPr/>
          </p:nvSpPr>
          <p:spPr>
            <a:xfrm>
              <a:off x="-920059" y="372214"/>
              <a:ext cx="15216" cy="15216"/>
            </a:xfrm>
            <a:custGeom>
              <a:avLst/>
              <a:gdLst/>
              <a:ahLst/>
              <a:cxnLst/>
              <a:rect l="l" t="t" r="r" b="b"/>
              <a:pathLst>
                <a:path w="185" h="185" extrusionOk="0">
                  <a:moveTo>
                    <a:pt x="92" y="0"/>
                  </a:moveTo>
                  <a:cubicBezTo>
                    <a:pt x="41" y="0"/>
                    <a:pt x="1" y="41"/>
                    <a:pt x="1" y="93"/>
                  </a:cubicBezTo>
                  <a:cubicBezTo>
                    <a:pt x="1"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4" name="Google Shape;8704;p32"/>
            <p:cNvSpPr/>
            <p:nvPr/>
          </p:nvSpPr>
          <p:spPr>
            <a:xfrm>
              <a:off x="-843649" y="372214"/>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5" name="Google Shape;8705;p32"/>
            <p:cNvSpPr/>
            <p:nvPr/>
          </p:nvSpPr>
          <p:spPr>
            <a:xfrm>
              <a:off x="-957894" y="486460"/>
              <a:ext cx="15216" cy="15216"/>
            </a:xfrm>
            <a:custGeom>
              <a:avLst/>
              <a:gdLst/>
              <a:ahLst/>
              <a:cxnLst/>
              <a:rect l="l" t="t" r="r" b="b"/>
              <a:pathLst>
                <a:path w="185" h="185" extrusionOk="0">
                  <a:moveTo>
                    <a:pt x="93" y="1"/>
                  </a:moveTo>
                  <a:cubicBezTo>
                    <a:pt x="82" y="1"/>
                    <a:pt x="62" y="1"/>
                    <a:pt x="52" y="11"/>
                  </a:cubicBezTo>
                  <a:cubicBezTo>
                    <a:pt x="32" y="11"/>
                    <a:pt x="11" y="32"/>
                    <a:pt x="0" y="52"/>
                  </a:cubicBezTo>
                  <a:lnTo>
                    <a:pt x="0" y="93"/>
                  </a:lnTo>
                  <a:cubicBezTo>
                    <a:pt x="0" y="134"/>
                    <a:pt x="21" y="164"/>
                    <a:pt x="52" y="175"/>
                  </a:cubicBezTo>
                  <a:cubicBezTo>
                    <a:pt x="62" y="184"/>
                    <a:pt x="82" y="184"/>
                    <a:pt x="93" y="184"/>
                  </a:cubicBezTo>
                  <a:cubicBezTo>
                    <a:pt x="103" y="184"/>
                    <a:pt x="113" y="184"/>
                    <a:pt x="123" y="175"/>
                  </a:cubicBezTo>
                  <a:cubicBezTo>
                    <a:pt x="164" y="164"/>
                    <a:pt x="184" y="134"/>
                    <a:pt x="184" y="93"/>
                  </a:cubicBezTo>
                  <a:cubicBezTo>
                    <a:pt x="184" y="82"/>
                    <a:pt x="184" y="62"/>
                    <a:pt x="175" y="52"/>
                  </a:cubicBezTo>
                  <a:cubicBezTo>
                    <a:pt x="164" y="32"/>
                    <a:pt x="154" y="11"/>
                    <a:pt x="123" y="11"/>
                  </a:cubicBezTo>
                  <a:cubicBezTo>
                    <a:pt x="11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6" name="Google Shape;8706;p32"/>
            <p:cNvSpPr/>
            <p:nvPr/>
          </p:nvSpPr>
          <p:spPr>
            <a:xfrm>
              <a:off x="-957894" y="410049"/>
              <a:ext cx="15216" cy="15216"/>
            </a:xfrm>
            <a:custGeom>
              <a:avLst/>
              <a:gdLst/>
              <a:ahLst/>
              <a:cxnLst/>
              <a:rect l="l" t="t" r="r" b="b"/>
              <a:pathLst>
                <a:path w="185" h="185" extrusionOk="0">
                  <a:moveTo>
                    <a:pt x="93" y="0"/>
                  </a:moveTo>
                  <a:cubicBezTo>
                    <a:pt x="82" y="0"/>
                    <a:pt x="62" y="0"/>
                    <a:pt x="52" y="10"/>
                  </a:cubicBezTo>
                  <a:cubicBezTo>
                    <a:pt x="21" y="21"/>
                    <a:pt x="0" y="62"/>
                    <a:pt x="0" y="92"/>
                  </a:cubicBezTo>
                  <a:cubicBezTo>
                    <a:pt x="0" y="133"/>
                    <a:pt x="21" y="164"/>
                    <a:pt x="52" y="184"/>
                  </a:cubicBezTo>
                  <a:lnTo>
                    <a:pt x="123" y="184"/>
                  </a:lnTo>
                  <a:cubicBezTo>
                    <a:pt x="164" y="164"/>
                    <a:pt x="184" y="133"/>
                    <a:pt x="184" y="92"/>
                  </a:cubicBezTo>
                  <a:cubicBezTo>
                    <a:pt x="184" y="62"/>
                    <a:pt x="164" y="21"/>
                    <a:pt x="123" y="10"/>
                  </a:cubicBezTo>
                  <a:cubicBezTo>
                    <a:pt x="113" y="0"/>
                    <a:pt x="10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7" name="Google Shape;8707;p32"/>
            <p:cNvSpPr/>
            <p:nvPr/>
          </p:nvSpPr>
          <p:spPr>
            <a:xfrm>
              <a:off x="-920059" y="524295"/>
              <a:ext cx="15216" cy="15216"/>
            </a:xfrm>
            <a:custGeom>
              <a:avLst/>
              <a:gdLst/>
              <a:ahLst/>
              <a:cxnLst/>
              <a:rect l="l" t="t" r="r" b="b"/>
              <a:pathLst>
                <a:path w="185" h="185" extrusionOk="0">
                  <a:moveTo>
                    <a:pt x="92" y="1"/>
                  </a:moveTo>
                  <a:cubicBezTo>
                    <a:pt x="41" y="1"/>
                    <a:pt x="1" y="42"/>
                    <a:pt x="1" y="92"/>
                  </a:cubicBezTo>
                  <a:cubicBezTo>
                    <a:pt x="1" y="144"/>
                    <a:pt x="41" y="185"/>
                    <a:pt x="92" y="185"/>
                  </a:cubicBezTo>
                  <a:cubicBezTo>
                    <a:pt x="144" y="185"/>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8" name="Google Shape;8708;p32"/>
            <p:cNvSpPr/>
            <p:nvPr/>
          </p:nvSpPr>
          <p:spPr>
            <a:xfrm>
              <a:off x="-843649" y="524295"/>
              <a:ext cx="15216" cy="11022"/>
            </a:xfrm>
            <a:custGeom>
              <a:avLst/>
              <a:gdLst/>
              <a:ahLst/>
              <a:cxnLst/>
              <a:rect l="l" t="t" r="r" b="b"/>
              <a:pathLst>
                <a:path w="185" h="134" extrusionOk="0">
                  <a:moveTo>
                    <a:pt x="93" y="1"/>
                  </a:moveTo>
                  <a:cubicBezTo>
                    <a:pt x="42" y="1"/>
                    <a:pt x="1" y="42"/>
                    <a:pt x="1" y="92"/>
                  </a:cubicBezTo>
                  <a:lnTo>
                    <a:pt x="1" y="133"/>
                  </a:lnTo>
                  <a:cubicBezTo>
                    <a:pt x="62" y="113"/>
                    <a:pt x="123" y="103"/>
                    <a:pt x="185" y="82"/>
                  </a:cubicBezTo>
                  <a:cubicBezTo>
                    <a:pt x="175" y="42"/>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9" name="Google Shape;8709;p32"/>
            <p:cNvSpPr/>
            <p:nvPr/>
          </p:nvSpPr>
          <p:spPr>
            <a:xfrm>
              <a:off x="-1034305" y="-426929"/>
              <a:ext cx="15216" cy="15216"/>
            </a:xfrm>
            <a:custGeom>
              <a:avLst/>
              <a:gdLst/>
              <a:ahLst/>
              <a:cxnLst/>
              <a:rect l="l" t="t" r="r" b="b"/>
              <a:pathLst>
                <a:path w="185" h="185" extrusionOk="0">
                  <a:moveTo>
                    <a:pt x="92" y="1"/>
                  </a:moveTo>
                  <a:cubicBezTo>
                    <a:pt x="82" y="1"/>
                    <a:pt x="71" y="1"/>
                    <a:pt x="61" y="11"/>
                  </a:cubicBezTo>
                  <a:cubicBezTo>
                    <a:pt x="41" y="21"/>
                    <a:pt x="21" y="31"/>
                    <a:pt x="10" y="62"/>
                  </a:cubicBezTo>
                  <a:cubicBezTo>
                    <a:pt x="0" y="72"/>
                    <a:pt x="0" y="83"/>
                    <a:pt x="0" y="92"/>
                  </a:cubicBezTo>
                  <a:cubicBezTo>
                    <a:pt x="0" y="144"/>
                    <a:pt x="41" y="185"/>
                    <a:pt x="92" y="185"/>
                  </a:cubicBezTo>
                  <a:cubicBezTo>
                    <a:pt x="143" y="185"/>
                    <a:pt x="184" y="144"/>
                    <a:pt x="184" y="92"/>
                  </a:cubicBezTo>
                  <a:lnTo>
                    <a:pt x="184" y="62"/>
                  </a:lnTo>
                  <a:cubicBezTo>
                    <a:pt x="173" y="31"/>
                    <a:pt x="153" y="21"/>
                    <a:pt x="133" y="11"/>
                  </a:cubicBezTo>
                  <a:cubicBezTo>
                    <a:pt x="123" y="1"/>
                    <a:pt x="112"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0" name="Google Shape;8710;p32"/>
            <p:cNvSpPr/>
            <p:nvPr/>
          </p:nvSpPr>
          <p:spPr>
            <a:xfrm>
              <a:off x="-1034305" y="-503422"/>
              <a:ext cx="15216" cy="16121"/>
            </a:xfrm>
            <a:custGeom>
              <a:avLst/>
              <a:gdLst/>
              <a:ahLst/>
              <a:cxnLst/>
              <a:rect l="l" t="t" r="r" b="b"/>
              <a:pathLst>
                <a:path w="185" h="196" extrusionOk="0">
                  <a:moveTo>
                    <a:pt x="92" y="1"/>
                  </a:moveTo>
                  <a:cubicBezTo>
                    <a:pt x="41" y="1"/>
                    <a:pt x="0" y="42"/>
                    <a:pt x="0" y="93"/>
                  </a:cubicBezTo>
                  <a:cubicBezTo>
                    <a:pt x="0" y="144"/>
                    <a:pt x="41" y="195"/>
                    <a:pt x="92" y="195"/>
                  </a:cubicBezTo>
                  <a:cubicBezTo>
                    <a:pt x="143" y="19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1" name="Google Shape;8711;p32"/>
            <p:cNvSpPr/>
            <p:nvPr/>
          </p:nvSpPr>
          <p:spPr>
            <a:xfrm>
              <a:off x="-1072140" y="-464765"/>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2" name="Google Shape;8712;p32"/>
            <p:cNvSpPr/>
            <p:nvPr/>
          </p:nvSpPr>
          <p:spPr>
            <a:xfrm>
              <a:off x="-996552" y="-464765"/>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3" name="Google Shape;8713;p32"/>
            <p:cNvSpPr/>
            <p:nvPr/>
          </p:nvSpPr>
          <p:spPr>
            <a:xfrm>
              <a:off x="-1072140" y="-539530"/>
              <a:ext cx="15134" cy="13571"/>
            </a:xfrm>
            <a:custGeom>
              <a:avLst/>
              <a:gdLst/>
              <a:ahLst/>
              <a:cxnLst/>
              <a:rect l="l" t="t" r="r" b="b"/>
              <a:pathLst>
                <a:path w="184" h="165" extrusionOk="0">
                  <a:moveTo>
                    <a:pt x="143" y="1"/>
                  </a:moveTo>
                  <a:cubicBezTo>
                    <a:pt x="102" y="11"/>
                    <a:pt x="61" y="11"/>
                    <a:pt x="20" y="21"/>
                  </a:cubicBezTo>
                  <a:cubicBezTo>
                    <a:pt x="11" y="42"/>
                    <a:pt x="0" y="52"/>
                    <a:pt x="0" y="72"/>
                  </a:cubicBezTo>
                  <a:cubicBezTo>
                    <a:pt x="0" y="123"/>
                    <a:pt x="41" y="164"/>
                    <a:pt x="92" y="164"/>
                  </a:cubicBezTo>
                  <a:cubicBezTo>
                    <a:pt x="143" y="164"/>
                    <a:pt x="184" y="123"/>
                    <a:pt x="184" y="72"/>
                  </a:cubicBezTo>
                  <a:cubicBezTo>
                    <a:pt x="184" y="42"/>
                    <a:pt x="164" y="21"/>
                    <a:pt x="1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4" name="Google Shape;8714;p32"/>
            <p:cNvSpPr/>
            <p:nvPr/>
          </p:nvSpPr>
          <p:spPr>
            <a:xfrm>
              <a:off x="-996552" y="-541175"/>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5" name="Google Shape;8715;p32"/>
            <p:cNvSpPr/>
            <p:nvPr/>
          </p:nvSpPr>
          <p:spPr>
            <a:xfrm>
              <a:off x="-1109975" y="-426929"/>
              <a:ext cx="15216" cy="15216"/>
            </a:xfrm>
            <a:custGeom>
              <a:avLst/>
              <a:gdLst/>
              <a:ahLst/>
              <a:cxnLst/>
              <a:rect l="l" t="t" r="r" b="b"/>
              <a:pathLst>
                <a:path w="185" h="185" extrusionOk="0">
                  <a:moveTo>
                    <a:pt x="92" y="1"/>
                  </a:moveTo>
                  <a:cubicBezTo>
                    <a:pt x="72" y="1"/>
                    <a:pt x="62" y="1"/>
                    <a:pt x="51" y="11"/>
                  </a:cubicBezTo>
                  <a:cubicBezTo>
                    <a:pt x="31" y="21"/>
                    <a:pt x="11" y="31"/>
                    <a:pt x="1" y="62"/>
                  </a:cubicBezTo>
                  <a:lnTo>
                    <a:pt x="1" y="92"/>
                  </a:lnTo>
                  <a:cubicBezTo>
                    <a:pt x="1" y="133"/>
                    <a:pt x="21" y="164"/>
                    <a:pt x="51" y="174"/>
                  </a:cubicBezTo>
                  <a:cubicBezTo>
                    <a:pt x="62" y="185"/>
                    <a:pt x="72" y="185"/>
                    <a:pt x="92" y="185"/>
                  </a:cubicBezTo>
                  <a:cubicBezTo>
                    <a:pt x="103" y="185"/>
                    <a:pt x="113" y="185"/>
                    <a:pt x="123" y="174"/>
                  </a:cubicBezTo>
                  <a:cubicBezTo>
                    <a:pt x="154" y="164"/>
                    <a:pt x="185" y="133"/>
                    <a:pt x="185" y="92"/>
                  </a:cubicBezTo>
                  <a:cubicBezTo>
                    <a:pt x="185" y="83"/>
                    <a:pt x="185" y="72"/>
                    <a:pt x="174" y="62"/>
                  </a:cubicBezTo>
                  <a:cubicBezTo>
                    <a:pt x="164" y="31"/>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6" name="Google Shape;8716;p32"/>
            <p:cNvSpPr/>
            <p:nvPr/>
          </p:nvSpPr>
          <p:spPr>
            <a:xfrm>
              <a:off x="-1109975" y="-503422"/>
              <a:ext cx="15216" cy="16121"/>
            </a:xfrm>
            <a:custGeom>
              <a:avLst/>
              <a:gdLst/>
              <a:ahLst/>
              <a:cxnLst/>
              <a:rect l="l" t="t" r="r" b="b"/>
              <a:pathLst>
                <a:path w="185" h="196" extrusionOk="0">
                  <a:moveTo>
                    <a:pt x="92" y="1"/>
                  </a:moveTo>
                  <a:cubicBezTo>
                    <a:pt x="72" y="1"/>
                    <a:pt x="62" y="11"/>
                    <a:pt x="51" y="11"/>
                  </a:cubicBezTo>
                  <a:cubicBezTo>
                    <a:pt x="21" y="32"/>
                    <a:pt x="1" y="62"/>
                    <a:pt x="1" y="93"/>
                  </a:cubicBezTo>
                  <a:cubicBezTo>
                    <a:pt x="1" y="134"/>
                    <a:pt x="21" y="164"/>
                    <a:pt x="51" y="185"/>
                  </a:cubicBezTo>
                  <a:cubicBezTo>
                    <a:pt x="62" y="185"/>
                    <a:pt x="72" y="195"/>
                    <a:pt x="92" y="195"/>
                  </a:cubicBezTo>
                  <a:cubicBezTo>
                    <a:pt x="103" y="195"/>
                    <a:pt x="113" y="185"/>
                    <a:pt x="123" y="185"/>
                  </a:cubicBezTo>
                  <a:cubicBezTo>
                    <a:pt x="154" y="164"/>
                    <a:pt x="185" y="134"/>
                    <a:pt x="185" y="93"/>
                  </a:cubicBezTo>
                  <a:cubicBezTo>
                    <a:pt x="185" y="62"/>
                    <a:pt x="154" y="32"/>
                    <a:pt x="123" y="11"/>
                  </a:cubicBezTo>
                  <a:cubicBezTo>
                    <a:pt x="113" y="1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7" name="Google Shape;8717;p32"/>
            <p:cNvSpPr/>
            <p:nvPr/>
          </p:nvSpPr>
          <p:spPr>
            <a:xfrm>
              <a:off x="-1034305" y="-274849"/>
              <a:ext cx="15216" cy="15216"/>
            </a:xfrm>
            <a:custGeom>
              <a:avLst/>
              <a:gdLst/>
              <a:ahLst/>
              <a:cxnLst/>
              <a:rect l="l" t="t" r="r" b="b"/>
              <a:pathLst>
                <a:path w="185" h="185" extrusionOk="0">
                  <a:moveTo>
                    <a:pt x="92" y="1"/>
                  </a:moveTo>
                  <a:cubicBezTo>
                    <a:pt x="61" y="1"/>
                    <a:pt x="21" y="21"/>
                    <a:pt x="10" y="62"/>
                  </a:cubicBezTo>
                  <a:cubicBezTo>
                    <a:pt x="0" y="73"/>
                    <a:pt x="0" y="82"/>
                    <a:pt x="0" y="93"/>
                  </a:cubicBezTo>
                  <a:cubicBezTo>
                    <a:pt x="0" y="123"/>
                    <a:pt x="10" y="144"/>
                    <a:pt x="30" y="164"/>
                  </a:cubicBezTo>
                  <a:cubicBezTo>
                    <a:pt x="41" y="175"/>
                    <a:pt x="71" y="184"/>
                    <a:pt x="92" y="184"/>
                  </a:cubicBezTo>
                  <a:cubicBezTo>
                    <a:pt x="123" y="184"/>
                    <a:pt x="143" y="175"/>
                    <a:pt x="164" y="164"/>
                  </a:cubicBezTo>
                  <a:cubicBezTo>
                    <a:pt x="173" y="144"/>
                    <a:pt x="184" y="123"/>
                    <a:pt x="184" y="93"/>
                  </a:cubicBezTo>
                  <a:lnTo>
                    <a:pt x="184" y="6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8" name="Google Shape;8718;p32"/>
            <p:cNvSpPr/>
            <p:nvPr/>
          </p:nvSpPr>
          <p:spPr>
            <a:xfrm>
              <a:off x="-1034305" y="-350437"/>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9" name="Google Shape;8719;p32"/>
            <p:cNvSpPr/>
            <p:nvPr/>
          </p:nvSpPr>
          <p:spPr>
            <a:xfrm>
              <a:off x="-1072140" y="-312602"/>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0" name="Google Shape;8720;p32"/>
            <p:cNvSpPr/>
            <p:nvPr/>
          </p:nvSpPr>
          <p:spPr>
            <a:xfrm>
              <a:off x="-996552" y="-312602"/>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1" name="Google Shape;8721;p32"/>
            <p:cNvSpPr/>
            <p:nvPr/>
          </p:nvSpPr>
          <p:spPr>
            <a:xfrm>
              <a:off x="-1072140" y="-38909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2" name="Google Shape;8722;p32"/>
            <p:cNvSpPr/>
            <p:nvPr/>
          </p:nvSpPr>
          <p:spPr>
            <a:xfrm>
              <a:off x="-996552" y="-38909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3" name="Google Shape;8723;p32"/>
            <p:cNvSpPr/>
            <p:nvPr/>
          </p:nvSpPr>
          <p:spPr>
            <a:xfrm>
              <a:off x="-1109975" y="-274849"/>
              <a:ext cx="15216" cy="15216"/>
            </a:xfrm>
            <a:custGeom>
              <a:avLst/>
              <a:gdLst/>
              <a:ahLst/>
              <a:cxnLst/>
              <a:rect l="l" t="t" r="r" b="b"/>
              <a:pathLst>
                <a:path w="185" h="185" extrusionOk="0">
                  <a:moveTo>
                    <a:pt x="92" y="1"/>
                  </a:moveTo>
                  <a:cubicBezTo>
                    <a:pt x="72" y="1"/>
                    <a:pt x="62" y="1"/>
                    <a:pt x="51" y="11"/>
                  </a:cubicBezTo>
                  <a:cubicBezTo>
                    <a:pt x="31" y="21"/>
                    <a:pt x="11" y="32"/>
                    <a:pt x="1" y="62"/>
                  </a:cubicBezTo>
                  <a:lnTo>
                    <a:pt x="1" y="93"/>
                  </a:lnTo>
                  <a:cubicBezTo>
                    <a:pt x="1" y="123"/>
                    <a:pt x="11" y="144"/>
                    <a:pt x="21" y="164"/>
                  </a:cubicBezTo>
                  <a:cubicBezTo>
                    <a:pt x="31" y="164"/>
                    <a:pt x="42" y="175"/>
                    <a:pt x="51" y="184"/>
                  </a:cubicBezTo>
                  <a:lnTo>
                    <a:pt x="123" y="184"/>
                  </a:lnTo>
                  <a:cubicBezTo>
                    <a:pt x="133" y="175"/>
                    <a:pt x="144" y="164"/>
                    <a:pt x="154" y="164"/>
                  </a:cubicBezTo>
                  <a:cubicBezTo>
                    <a:pt x="174" y="144"/>
                    <a:pt x="185" y="123"/>
                    <a:pt x="185" y="93"/>
                  </a:cubicBezTo>
                  <a:cubicBezTo>
                    <a:pt x="185" y="82"/>
                    <a:pt x="185" y="73"/>
                    <a:pt x="174" y="62"/>
                  </a:cubicBezTo>
                  <a:cubicBezTo>
                    <a:pt x="164" y="32"/>
                    <a:pt x="14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4" name="Google Shape;8724;p32"/>
            <p:cNvSpPr/>
            <p:nvPr/>
          </p:nvSpPr>
          <p:spPr>
            <a:xfrm>
              <a:off x="-1109975" y="-350437"/>
              <a:ext cx="15216" cy="15216"/>
            </a:xfrm>
            <a:custGeom>
              <a:avLst/>
              <a:gdLst/>
              <a:ahLst/>
              <a:cxnLst/>
              <a:rect l="l" t="t" r="r" b="b"/>
              <a:pathLst>
                <a:path w="185" h="185" extrusionOk="0">
                  <a:moveTo>
                    <a:pt x="51" y="0"/>
                  </a:moveTo>
                  <a:cubicBezTo>
                    <a:pt x="21" y="21"/>
                    <a:pt x="1" y="52"/>
                    <a:pt x="1" y="92"/>
                  </a:cubicBezTo>
                  <a:cubicBezTo>
                    <a:pt x="1" y="123"/>
                    <a:pt x="21" y="164"/>
                    <a:pt x="51" y="174"/>
                  </a:cubicBezTo>
                  <a:cubicBezTo>
                    <a:pt x="62" y="174"/>
                    <a:pt x="72" y="184"/>
                    <a:pt x="92" y="184"/>
                  </a:cubicBezTo>
                  <a:cubicBezTo>
                    <a:pt x="103" y="184"/>
                    <a:pt x="113" y="174"/>
                    <a:pt x="123" y="174"/>
                  </a:cubicBezTo>
                  <a:cubicBezTo>
                    <a:pt x="154" y="164"/>
                    <a:pt x="185" y="123"/>
                    <a:pt x="185" y="92"/>
                  </a:cubicBezTo>
                  <a:cubicBezTo>
                    <a:pt x="185" y="52"/>
                    <a:pt x="154" y="2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5" name="Google Shape;8725;p32"/>
            <p:cNvSpPr/>
            <p:nvPr/>
          </p:nvSpPr>
          <p:spPr>
            <a:xfrm>
              <a:off x="-1034305" y="-122686"/>
              <a:ext cx="15216" cy="15216"/>
            </a:xfrm>
            <a:custGeom>
              <a:avLst/>
              <a:gdLst/>
              <a:ahLst/>
              <a:cxnLst/>
              <a:rect l="l" t="t" r="r" b="b"/>
              <a:pathLst>
                <a:path w="185" h="185" extrusionOk="0">
                  <a:moveTo>
                    <a:pt x="92" y="0"/>
                  </a:moveTo>
                  <a:cubicBezTo>
                    <a:pt x="61" y="0"/>
                    <a:pt x="21" y="30"/>
                    <a:pt x="10" y="61"/>
                  </a:cubicBezTo>
                  <a:cubicBezTo>
                    <a:pt x="0" y="71"/>
                    <a:pt x="0" y="82"/>
                    <a:pt x="0" y="92"/>
                  </a:cubicBezTo>
                  <a:cubicBezTo>
                    <a:pt x="0" y="143"/>
                    <a:pt x="41" y="184"/>
                    <a:pt x="92" y="184"/>
                  </a:cubicBezTo>
                  <a:cubicBezTo>
                    <a:pt x="143" y="184"/>
                    <a:pt x="184" y="143"/>
                    <a:pt x="184" y="92"/>
                  </a:cubicBezTo>
                  <a:lnTo>
                    <a:pt x="184" y="61"/>
                  </a:ln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6" name="Google Shape;8726;p32"/>
            <p:cNvSpPr/>
            <p:nvPr/>
          </p:nvSpPr>
          <p:spPr>
            <a:xfrm>
              <a:off x="-1034305" y="-198356"/>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7" name="Google Shape;8727;p32"/>
            <p:cNvSpPr/>
            <p:nvPr/>
          </p:nvSpPr>
          <p:spPr>
            <a:xfrm>
              <a:off x="-1072140" y="-160521"/>
              <a:ext cx="15134" cy="15134"/>
            </a:xfrm>
            <a:custGeom>
              <a:avLst/>
              <a:gdLst/>
              <a:ahLst/>
              <a:cxnLst/>
              <a:rect l="l" t="t" r="r" b="b"/>
              <a:pathLst>
                <a:path w="184"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8" name="Google Shape;8728;p32"/>
            <p:cNvSpPr/>
            <p:nvPr/>
          </p:nvSpPr>
          <p:spPr>
            <a:xfrm>
              <a:off x="-996552" y="-160521"/>
              <a:ext cx="16121" cy="15134"/>
            </a:xfrm>
            <a:custGeom>
              <a:avLst/>
              <a:gdLst/>
              <a:ahLst/>
              <a:cxnLst/>
              <a:rect l="l" t="t" r="r" b="b"/>
              <a:pathLst>
                <a:path w="196" h="184"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9" name="Google Shape;8729;p32"/>
            <p:cNvSpPr/>
            <p:nvPr/>
          </p:nvSpPr>
          <p:spPr>
            <a:xfrm>
              <a:off x="-1072140" y="-237014"/>
              <a:ext cx="15134" cy="16039"/>
            </a:xfrm>
            <a:custGeom>
              <a:avLst/>
              <a:gdLst/>
              <a:ahLst/>
              <a:cxnLst/>
              <a:rect l="l" t="t" r="r" b="b"/>
              <a:pathLst>
                <a:path w="184"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0" name="Google Shape;8730;p32"/>
            <p:cNvSpPr/>
            <p:nvPr/>
          </p:nvSpPr>
          <p:spPr>
            <a:xfrm>
              <a:off x="-996552" y="-237014"/>
              <a:ext cx="16121" cy="16039"/>
            </a:xfrm>
            <a:custGeom>
              <a:avLst/>
              <a:gdLst/>
              <a:ahLst/>
              <a:cxnLst/>
              <a:rect l="l" t="t" r="r" b="b"/>
              <a:pathLst>
                <a:path w="196" h="195" extrusionOk="0">
                  <a:moveTo>
                    <a:pt x="103" y="1"/>
                  </a:moveTo>
                  <a:cubicBezTo>
                    <a:pt x="52" y="1"/>
                    <a:pt x="1" y="42"/>
                    <a:pt x="1" y="92"/>
                  </a:cubicBezTo>
                  <a:cubicBezTo>
                    <a:pt x="1" y="144"/>
                    <a:pt x="52" y="194"/>
                    <a:pt x="103" y="194"/>
                  </a:cubicBezTo>
                  <a:cubicBezTo>
                    <a:pt x="154" y="194"/>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1" name="Google Shape;8731;p32"/>
            <p:cNvSpPr/>
            <p:nvPr/>
          </p:nvSpPr>
          <p:spPr>
            <a:xfrm>
              <a:off x="-1109975" y="-122686"/>
              <a:ext cx="15216" cy="15216"/>
            </a:xfrm>
            <a:custGeom>
              <a:avLst/>
              <a:gdLst/>
              <a:ahLst/>
              <a:cxnLst/>
              <a:rect l="l" t="t" r="r" b="b"/>
              <a:pathLst>
                <a:path w="185" h="185" extrusionOk="0">
                  <a:moveTo>
                    <a:pt x="92" y="0"/>
                  </a:moveTo>
                  <a:cubicBezTo>
                    <a:pt x="72" y="0"/>
                    <a:pt x="62" y="10"/>
                    <a:pt x="51" y="10"/>
                  </a:cubicBezTo>
                  <a:cubicBezTo>
                    <a:pt x="31" y="21"/>
                    <a:pt x="11" y="41"/>
                    <a:pt x="1" y="61"/>
                  </a:cubicBezTo>
                  <a:lnTo>
                    <a:pt x="1" y="92"/>
                  </a:lnTo>
                  <a:cubicBezTo>
                    <a:pt x="1" y="133"/>
                    <a:pt x="21" y="164"/>
                    <a:pt x="51" y="184"/>
                  </a:cubicBezTo>
                  <a:lnTo>
                    <a:pt x="123" y="184"/>
                  </a:lnTo>
                  <a:cubicBezTo>
                    <a:pt x="154" y="164"/>
                    <a:pt x="185" y="133"/>
                    <a:pt x="185" y="92"/>
                  </a:cubicBezTo>
                  <a:cubicBezTo>
                    <a:pt x="185" y="82"/>
                    <a:pt x="185" y="71"/>
                    <a:pt x="174" y="61"/>
                  </a:cubicBezTo>
                  <a:cubicBezTo>
                    <a:pt x="164" y="41"/>
                    <a:pt x="144" y="21"/>
                    <a:pt x="123" y="10"/>
                  </a:cubicBezTo>
                  <a:cubicBezTo>
                    <a:pt x="113" y="1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2" name="Google Shape;8732;p32"/>
            <p:cNvSpPr/>
            <p:nvPr/>
          </p:nvSpPr>
          <p:spPr>
            <a:xfrm>
              <a:off x="-1109975" y="-198356"/>
              <a:ext cx="15216" cy="15216"/>
            </a:xfrm>
            <a:custGeom>
              <a:avLst/>
              <a:gdLst/>
              <a:ahLst/>
              <a:cxnLst/>
              <a:rect l="l" t="t" r="r" b="b"/>
              <a:pathLst>
                <a:path w="185" h="185" extrusionOk="0">
                  <a:moveTo>
                    <a:pt x="51" y="1"/>
                  </a:moveTo>
                  <a:cubicBezTo>
                    <a:pt x="21" y="21"/>
                    <a:pt x="1" y="51"/>
                    <a:pt x="1" y="92"/>
                  </a:cubicBezTo>
                  <a:cubicBezTo>
                    <a:pt x="1" y="123"/>
                    <a:pt x="21" y="164"/>
                    <a:pt x="51" y="174"/>
                  </a:cubicBezTo>
                  <a:cubicBezTo>
                    <a:pt x="62" y="185"/>
                    <a:pt x="72" y="185"/>
                    <a:pt x="92" y="185"/>
                  </a:cubicBezTo>
                  <a:cubicBezTo>
                    <a:pt x="103" y="185"/>
                    <a:pt x="113" y="185"/>
                    <a:pt x="123" y="174"/>
                  </a:cubicBezTo>
                  <a:cubicBezTo>
                    <a:pt x="154" y="164"/>
                    <a:pt x="185" y="123"/>
                    <a:pt x="185" y="92"/>
                  </a:cubicBezTo>
                  <a:cubicBezTo>
                    <a:pt x="185" y="51"/>
                    <a:pt x="154" y="2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3" name="Google Shape;8733;p32"/>
            <p:cNvSpPr/>
            <p:nvPr/>
          </p:nvSpPr>
          <p:spPr>
            <a:xfrm>
              <a:off x="-1034305" y="29313"/>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4" name="Google Shape;8734;p32"/>
            <p:cNvSpPr/>
            <p:nvPr/>
          </p:nvSpPr>
          <p:spPr>
            <a:xfrm>
              <a:off x="-1034305" y="-46275"/>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5" name="Google Shape;8735;p32"/>
            <p:cNvSpPr/>
            <p:nvPr/>
          </p:nvSpPr>
          <p:spPr>
            <a:xfrm>
              <a:off x="-1072140" y="-8440"/>
              <a:ext cx="15134" cy="15216"/>
            </a:xfrm>
            <a:custGeom>
              <a:avLst/>
              <a:gdLst/>
              <a:ahLst/>
              <a:cxnLst/>
              <a:rect l="l" t="t" r="r" b="b"/>
              <a:pathLst>
                <a:path w="184"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6" name="Google Shape;8736;p32"/>
            <p:cNvSpPr/>
            <p:nvPr/>
          </p:nvSpPr>
          <p:spPr>
            <a:xfrm>
              <a:off x="-996552" y="-8440"/>
              <a:ext cx="16121" cy="15216"/>
            </a:xfrm>
            <a:custGeom>
              <a:avLst/>
              <a:gdLst/>
              <a:ahLst/>
              <a:cxnLst/>
              <a:rect l="l" t="t" r="r" b="b"/>
              <a:pathLst>
                <a:path w="196" h="185" extrusionOk="0">
                  <a:moveTo>
                    <a:pt x="103" y="1"/>
                  </a:moveTo>
                  <a:cubicBezTo>
                    <a:pt x="52" y="1"/>
                    <a:pt x="1" y="41"/>
                    <a:pt x="1" y="92"/>
                  </a:cubicBezTo>
                  <a:cubicBezTo>
                    <a:pt x="1" y="144"/>
                    <a:pt x="52" y="184"/>
                    <a:pt x="103" y="184"/>
                  </a:cubicBezTo>
                  <a:cubicBezTo>
                    <a:pt x="154" y="184"/>
                    <a:pt x="195" y="144"/>
                    <a:pt x="195" y="92"/>
                  </a:cubicBezTo>
                  <a:cubicBezTo>
                    <a:pt x="195" y="41"/>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7" name="Google Shape;8737;p32"/>
            <p:cNvSpPr/>
            <p:nvPr/>
          </p:nvSpPr>
          <p:spPr>
            <a:xfrm>
              <a:off x="-1072140" y="-84028"/>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8" name="Google Shape;8738;p32"/>
            <p:cNvSpPr/>
            <p:nvPr/>
          </p:nvSpPr>
          <p:spPr>
            <a:xfrm>
              <a:off x="-996552" y="-84028"/>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9" name="Google Shape;8739;p32"/>
            <p:cNvSpPr/>
            <p:nvPr/>
          </p:nvSpPr>
          <p:spPr>
            <a:xfrm>
              <a:off x="-1109975" y="29313"/>
              <a:ext cx="15216" cy="15216"/>
            </a:xfrm>
            <a:custGeom>
              <a:avLst/>
              <a:gdLst/>
              <a:ahLst/>
              <a:cxnLst/>
              <a:rect l="l" t="t" r="r" b="b"/>
              <a:pathLst>
                <a:path w="185" h="185" extrusionOk="0">
                  <a:moveTo>
                    <a:pt x="92" y="1"/>
                  </a:moveTo>
                  <a:cubicBezTo>
                    <a:pt x="72" y="1"/>
                    <a:pt x="62" y="12"/>
                    <a:pt x="51" y="12"/>
                  </a:cubicBezTo>
                  <a:cubicBezTo>
                    <a:pt x="21" y="21"/>
                    <a:pt x="1" y="62"/>
                    <a:pt x="1" y="93"/>
                  </a:cubicBezTo>
                  <a:cubicBezTo>
                    <a:pt x="1" y="134"/>
                    <a:pt x="21" y="164"/>
                    <a:pt x="51" y="185"/>
                  </a:cubicBezTo>
                  <a:lnTo>
                    <a:pt x="123" y="185"/>
                  </a:lnTo>
                  <a:cubicBezTo>
                    <a:pt x="154" y="164"/>
                    <a:pt x="185" y="134"/>
                    <a:pt x="185" y="93"/>
                  </a:cubicBezTo>
                  <a:cubicBezTo>
                    <a:pt x="185" y="62"/>
                    <a:pt x="154" y="21"/>
                    <a:pt x="123" y="12"/>
                  </a:cubicBezTo>
                  <a:cubicBezTo>
                    <a:pt x="113" y="12"/>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0" name="Google Shape;8740;p32"/>
            <p:cNvSpPr/>
            <p:nvPr/>
          </p:nvSpPr>
          <p:spPr>
            <a:xfrm>
              <a:off x="-1109975" y="-46275"/>
              <a:ext cx="15216" cy="15216"/>
            </a:xfrm>
            <a:custGeom>
              <a:avLst/>
              <a:gdLst/>
              <a:ahLst/>
              <a:cxnLst/>
              <a:rect l="l" t="t" r="r" b="b"/>
              <a:pathLst>
                <a:path w="185" h="185" extrusionOk="0">
                  <a:moveTo>
                    <a:pt x="92" y="0"/>
                  </a:moveTo>
                  <a:cubicBezTo>
                    <a:pt x="72" y="0"/>
                    <a:pt x="62" y="0"/>
                    <a:pt x="51" y="11"/>
                  </a:cubicBezTo>
                  <a:cubicBezTo>
                    <a:pt x="21" y="21"/>
                    <a:pt x="1" y="52"/>
                    <a:pt x="1" y="93"/>
                  </a:cubicBez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52"/>
                    <a:pt x="154" y="21"/>
                    <a:pt x="123" y="11"/>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1" name="Google Shape;8741;p32"/>
            <p:cNvSpPr/>
            <p:nvPr/>
          </p:nvSpPr>
          <p:spPr>
            <a:xfrm>
              <a:off x="-1034305" y="182298"/>
              <a:ext cx="15216" cy="15216"/>
            </a:xfrm>
            <a:custGeom>
              <a:avLst/>
              <a:gdLst/>
              <a:ahLst/>
              <a:cxnLst/>
              <a:rect l="l" t="t" r="r" b="b"/>
              <a:pathLst>
                <a:path w="185" h="185" extrusionOk="0">
                  <a:moveTo>
                    <a:pt x="61" y="0"/>
                  </a:moveTo>
                  <a:cubicBezTo>
                    <a:pt x="41" y="11"/>
                    <a:pt x="21" y="31"/>
                    <a:pt x="10" y="52"/>
                  </a:cubicBezTo>
                  <a:cubicBezTo>
                    <a:pt x="0" y="62"/>
                    <a:pt x="0" y="72"/>
                    <a:pt x="0" y="93"/>
                  </a:cubicBezTo>
                  <a:cubicBezTo>
                    <a:pt x="0" y="143"/>
                    <a:pt x="41" y="184"/>
                    <a:pt x="92" y="184"/>
                  </a:cubicBezTo>
                  <a:cubicBezTo>
                    <a:pt x="143" y="184"/>
                    <a:pt x="184" y="143"/>
                    <a:pt x="184" y="93"/>
                  </a:cubicBezTo>
                  <a:lnTo>
                    <a:pt x="184" y="52"/>
                  </a:lnTo>
                  <a:cubicBezTo>
                    <a:pt x="173" y="31"/>
                    <a:pt x="153"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2" name="Google Shape;8742;p32"/>
            <p:cNvSpPr/>
            <p:nvPr/>
          </p:nvSpPr>
          <p:spPr>
            <a:xfrm>
              <a:off x="-1034305" y="105888"/>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3" name="Google Shape;8743;p32"/>
            <p:cNvSpPr/>
            <p:nvPr/>
          </p:nvSpPr>
          <p:spPr>
            <a:xfrm>
              <a:off x="-1072140" y="143641"/>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4" name="Google Shape;8744;p32"/>
            <p:cNvSpPr/>
            <p:nvPr/>
          </p:nvSpPr>
          <p:spPr>
            <a:xfrm>
              <a:off x="-996552" y="143641"/>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5" name="Google Shape;8745;p32"/>
            <p:cNvSpPr/>
            <p:nvPr/>
          </p:nvSpPr>
          <p:spPr>
            <a:xfrm>
              <a:off x="-1072140" y="67970"/>
              <a:ext cx="15134" cy="15216"/>
            </a:xfrm>
            <a:custGeom>
              <a:avLst/>
              <a:gdLst/>
              <a:ahLst/>
              <a:cxnLst/>
              <a:rect l="l" t="t" r="r" b="b"/>
              <a:pathLst>
                <a:path w="184"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6" name="Google Shape;8746;p32"/>
            <p:cNvSpPr/>
            <p:nvPr/>
          </p:nvSpPr>
          <p:spPr>
            <a:xfrm>
              <a:off x="-996552" y="67970"/>
              <a:ext cx="16121" cy="15216"/>
            </a:xfrm>
            <a:custGeom>
              <a:avLst/>
              <a:gdLst/>
              <a:ahLst/>
              <a:cxnLst/>
              <a:rect l="l" t="t" r="r" b="b"/>
              <a:pathLst>
                <a:path w="196" h="185" extrusionOk="0">
                  <a:moveTo>
                    <a:pt x="103" y="1"/>
                  </a:moveTo>
                  <a:cubicBezTo>
                    <a:pt x="52" y="1"/>
                    <a:pt x="1" y="42"/>
                    <a:pt x="1" y="93"/>
                  </a:cubicBezTo>
                  <a:cubicBezTo>
                    <a:pt x="1" y="144"/>
                    <a:pt x="52" y="185"/>
                    <a:pt x="103" y="185"/>
                  </a:cubicBezTo>
                  <a:cubicBezTo>
                    <a:pt x="154" y="185"/>
                    <a:pt x="195" y="144"/>
                    <a:pt x="195" y="93"/>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7" name="Google Shape;8747;p32"/>
            <p:cNvSpPr/>
            <p:nvPr/>
          </p:nvSpPr>
          <p:spPr>
            <a:xfrm>
              <a:off x="-1109975" y="182298"/>
              <a:ext cx="15216" cy="15216"/>
            </a:xfrm>
            <a:custGeom>
              <a:avLst/>
              <a:gdLst/>
              <a:ahLst/>
              <a:cxnLst/>
              <a:rect l="l" t="t" r="r" b="b"/>
              <a:pathLst>
                <a:path w="185" h="185" extrusionOk="0">
                  <a:moveTo>
                    <a:pt x="51" y="0"/>
                  </a:moveTo>
                  <a:cubicBezTo>
                    <a:pt x="31" y="11"/>
                    <a:pt x="11" y="31"/>
                    <a:pt x="1" y="52"/>
                  </a:cubicBezTo>
                  <a:lnTo>
                    <a:pt x="1" y="93"/>
                  </a:lnTo>
                  <a:cubicBezTo>
                    <a:pt x="1" y="123"/>
                    <a:pt x="21" y="164"/>
                    <a:pt x="51" y="174"/>
                  </a:cubicBezTo>
                  <a:cubicBezTo>
                    <a:pt x="62" y="174"/>
                    <a:pt x="72" y="184"/>
                    <a:pt x="92" y="184"/>
                  </a:cubicBezTo>
                  <a:cubicBezTo>
                    <a:pt x="103" y="184"/>
                    <a:pt x="113" y="174"/>
                    <a:pt x="123" y="174"/>
                  </a:cubicBezTo>
                  <a:cubicBezTo>
                    <a:pt x="154" y="164"/>
                    <a:pt x="185" y="123"/>
                    <a:pt x="185" y="93"/>
                  </a:cubicBezTo>
                  <a:cubicBezTo>
                    <a:pt x="185" y="72"/>
                    <a:pt x="185" y="62"/>
                    <a:pt x="174" y="52"/>
                  </a:cubicBezTo>
                  <a:cubicBezTo>
                    <a:pt x="164" y="31"/>
                    <a:pt x="144"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8" name="Google Shape;8748;p32"/>
            <p:cNvSpPr/>
            <p:nvPr/>
          </p:nvSpPr>
          <p:spPr>
            <a:xfrm>
              <a:off x="-1109975" y="105888"/>
              <a:ext cx="15216" cy="15134"/>
            </a:xfrm>
            <a:custGeom>
              <a:avLst/>
              <a:gdLst/>
              <a:ahLst/>
              <a:cxnLst/>
              <a:rect l="l" t="t" r="r" b="b"/>
              <a:pathLst>
                <a:path w="185" h="184" extrusionOk="0">
                  <a:moveTo>
                    <a:pt x="92" y="0"/>
                  </a:moveTo>
                  <a:cubicBezTo>
                    <a:pt x="72" y="0"/>
                    <a:pt x="62" y="0"/>
                    <a:pt x="51" y="10"/>
                  </a:cubicBezTo>
                  <a:cubicBezTo>
                    <a:pt x="21" y="20"/>
                    <a:pt x="1" y="51"/>
                    <a:pt x="1" y="92"/>
                  </a:cubicBezTo>
                  <a:cubicBezTo>
                    <a:pt x="1" y="132"/>
                    <a:pt x="21" y="163"/>
                    <a:pt x="51" y="173"/>
                  </a:cubicBezTo>
                  <a:cubicBezTo>
                    <a:pt x="62" y="184"/>
                    <a:pt x="72" y="184"/>
                    <a:pt x="92" y="184"/>
                  </a:cubicBezTo>
                  <a:cubicBezTo>
                    <a:pt x="103" y="184"/>
                    <a:pt x="113" y="184"/>
                    <a:pt x="123" y="173"/>
                  </a:cubicBezTo>
                  <a:cubicBezTo>
                    <a:pt x="154" y="163"/>
                    <a:pt x="185" y="132"/>
                    <a:pt x="185" y="92"/>
                  </a:cubicBezTo>
                  <a:cubicBezTo>
                    <a:pt x="185" y="51"/>
                    <a:pt x="154" y="20"/>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9" name="Google Shape;8749;p32"/>
            <p:cNvSpPr/>
            <p:nvPr/>
          </p:nvSpPr>
          <p:spPr>
            <a:xfrm>
              <a:off x="-1034305" y="334379"/>
              <a:ext cx="15216" cy="15216"/>
            </a:xfrm>
            <a:custGeom>
              <a:avLst/>
              <a:gdLst/>
              <a:ahLst/>
              <a:cxnLst/>
              <a:rect l="l" t="t" r="r" b="b"/>
              <a:pathLst>
                <a:path w="185" h="185" extrusionOk="0">
                  <a:moveTo>
                    <a:pt x="92" y="1"/>
                  </a:moveTo>
                  <a:cubicBezTo>
                    <a:pt x="61" y="1"/>
                    <a:pt x="21" y="21"/>
                    <a:pt x="10" y="52"/>
                  </a:cubicBezTo>
                  <a:cubicBezTo>
                    <a:pt x="0" y="62"/>
                    <a:pt x="0" y="72"/>
                    <a:pt x="0" y="92"/>
                  </a:cubicBezTo>
                  <a:cubicBezTo>
                    <a:pt x="0" y="113"/>
                    <a:pt x="10" y="133"/>
                    <a:pt x="30" y="154"/>
                  </a:cubicBezTo>
                  <a:cubicBezTo>
                    <a:pt x="41" y="174"/>
                    <a:pt x="71" y="185"/>
                    <a:pt x="92" y="185"/>
                  </a:cubicBezTo>
                  <a:cubicBezTo>
                    <a:pt x="123" y="185"/>
                    <a:pt x="143" y="174"/>
                    <a:pt x="164" y="154"/>
                  </a:cubicBezTo>
                  <a:cubicBezTo>
                    <a:pt x="173" y="133"/>
                    <a:pt x="184" y="113"/>
                    <a:pt x="184" y="92"/>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0" name="Google Shape;8750;p32"/>
            <p:cNvSpPr/>
            <p:nvPr/>
          </p:nvSpPr>
          <p:spPr>
            <a:xfrm>
              <a:off x="-1034305" y="257886"/>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1" name="Google Shape;8751;p32"/>
            <p:cNvSpPr/>
            <p:nvPr/>
          </p:nvSpPr>
          <p:spPr>
            <a:xfrm>
              <a:off x="-1072140" y="295721"/>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2" name="Google Shape;8752;p32"/>
            <p:cNvSpPr/>
            <p:nvPr/>
          </p:nvSpPr>
          <p:spPr>
            <a:xfrm>
              <a:off x="-996552" y="295721"/>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3" name="Google Shape;8753;p32"/>
            <p:cNvSpPr/>
            <p:nvPr/>
          </p:nvSpPr>
          <p:spPr>
            <a:xfrm>
              <a:off x="-1072140" y="220133"/>
              <a:ext cx="15134" cy="15216"/>
            </a:xfrm>
            <a:custGeom>
              <a:avLst/>
              <a:gdLst/>
              <a:ahLst/>
              <a:cxnLst/>
              <a:rect l="l" t="t" r="r" b="b"/>
              <a:pathLst>
                <a:path w="184"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4" name="Google Shape;8754;p32"/>
            <p:cNvSpPr/>
            <p:nvPr/>
          </p:nvSpPr>
          <p:spPr>
            <a:xfrm>
              <a:off x="-996552" y="220133"/>
              <a:ext cx="16121" cy="15216"/>
            </a:xfrm>
            <a:custGeom>
              <a:avLst/>
              <a:gdLst/>
              <a:ahLst/>
              <a:cxnLst/>
              <a:rect l="l" t="t" r="r" b="b"/>
              <a:pathLst>
                <a:path w="196" h="185" extrusionOk="0">
                  <a:moveTo>
                    <a:pt x="103" y="0"/>
                  </a:moveTo>
                  <a:cubicBezTo>
                    <a:pt x="52" y="0"/>
                    <a:pt x="1" y="41"/>
                    <a:pt x="1" y="92"/>
                  </a:cubicBezTo>
                  <a:cubicBezTo>
                    <a:pt x="1" y="143"/>
                    <a:pt x="52" y="184"/>
                    <a:pt x="103" y="184"/>
                  </a:cubicBezTo>
                  <a:cubicBezTo>
                    <a:pt x="154" y="184"/>
                    <a:pt x="195" y="143"/>
                    <a:pt x="195" y="92"/>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5" name="Google Shape;8755;p32"/>
            <p:cNvSpPr/>
            <p:nvPr/>
          </p:nvSpPr>
          <p:spPr>
            <a:xfrm>
              <a:off x="-1109975" y="334379"/>
              <a:ext cx="15216" cy="15216"/>
            </a:xfrm>
            <a:custGeom>
              <a:avLst/>
              <a:gdLst/>
              <a:ahLst/>
              <a:cxnLst/>
              <a:rect l="l" t="t" r="r" b="b"/>
              <a:pathLst>
                <a:path w="185" h="185" extrusionOk="0">
                  <a:moveTo>
                    <a:pt x="51" y="1"/>
                  </a:moveTo>
                  <a:cubicBezTo>
                    <a:pt x="31" y="11"/>
                    <a:pt x="11" y="31"/>
                    <a:pt x="1" y="52"/>
                  </a:cubicBezTo>
                  <a:lnTo>
                    <a:pt x="1" y="92"/>
                  </a:lnTo>
                  <a:cubicBezTo>
                    <a:pt x="1" y="113"/>
                    <a:pt x="11" y="133"/>
                    <a:pt x="21" y="154"/>
                  </a:cubicBezTo>
                  <a:cubicBezTo>
                    <a:pt x="31" y="164"/>
                    <a:pt x="42" y="174"/>
                    <a:pt x="51" y="174"/>
                  </a:cubicBezTo>
                  <a:cubicBezTo>
                    <a:pt x="62" y="185"/>
                    <a:pt x="72" y="185"/>
                    <a:pt x="92" y="185"/>
                  </a:cubicBezTo>
                  <a:cubicBezTo>
                    <a:pt x="103" y="185"/>
                    <a:pt x="113" y="185"/>
                    <a:pt x="123" y="174"/>
                  </a:cubicBezTo>
                  <a:cubicBezTo>
                    <a:pt x="133" y="174"/>
                    <a:pt x="144" y="164"/>
                    <a:pt x="154" y="154"/>
                  </a:cubicBezTo>
                  <a:cubicBezTo>
                    <a:pt x="174" y="133"/>
                    <a:pt x="185" y="113"/>
                    <a:pt x="185" y="92"/>
                  </a:cubicBezTo>
                  <a:cubicBezTo>
                    <a:pt x="185" y="72"/>
                    <a:pt x="185" y="62"/>
                    <a:pt x="174" y="52"/>
                  </a:cubicBezTo>
                  <a:cubicBezTo>
                    <a:pt x="164" y="31"/>
                    <a:pt x="144" y="1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6" name="Google Shape;8756;p32"/>
            <p:cNvSpPr/>
            <p:nvPr/>
          </p:nvSpPr>
          <p:spPr>
            <a:xfrm>
              <a:off x="-1109975" y="257886"/>
              <a:ext cx="15216" cy="15216"/>
            </a:xfrm>
            <a:custGeom>
              <a:avLst/>
              <a:gdLst/>
              <a:ahLst/>
              <a:cxnLst/>
              <a:rect l="l" t="t" r="r" b="b"/>
              <a:pathLst>
                <a:path w="185" h="185" extrusionOk="0">
                  <a:moveTo>
                    <a:pt x="92" y="1"/>
                  </a:moveTo>
                  <a:cubicBezTo>
                    <a:pt x="72" y="1"/>
                    <a:pt x="62" y="1"/>
                    <a:pt x="51" y="11"/>
                  </a:cubicBezTo>
                  <a:cubicBezTo>
                    <a:pt x="21" y="21"/>
                    <a:pt x="1" y="52"/>
                    <a:pt x="1" y="93"/>
                  </a:cubicBezTo>
                  <a:cubicBezTo>
                    <a:pt x="1" y="134"/>
                    <a:pt x="21" y="164"/>
                    <a:pt x="51" y="175"/>
                  </a:cubicBezTo>
                  <a:cubicBezTo>
                    <a:pt x="62" y="185"/>
                    <a:pt x="72" y="185"/>
                    <a:pt x="92" y="185"/>
                  </a:cubicBezTo>
                  <a:cubicBezTo>
                    <a:pt x="103" y="185"/>
                    <a:pt x="113" y="185"/>
                    <a:pt x="123" y="175"/>
                  </a:cubicBezTo>
                  <a:cubicBezTo>
                    <a:pt x="154" y="164"/>
                    <a:pt x="185" y="134"/>
                    <a:pt x="185" y="93"/>
                  </a:cubicBezTo>
                  <a:cubicBezTo>
                    <a:pt x="185" y="52"/>
                    <a:pt x="154" y="2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7" name="Google Shape;8757;p32"/>
            <p:cNvSpPr/>
            <p:nvPr/>
          </p:nvSpPr>
          <p:spPr>
            <a:xfrm>
              <a:off x="-1034305" y="486460"/>
              <a:ext cx="15216" cy="15216"/>
            </a:xfrm>
            <a:custGeom>
              <a:avLst/>
              <a:gdLst/>
              <a:ahLst/>
              <a:cxnLst/>
              <a:rect l="l" t="t" r="r" b="b"/>
              <a:pathLst>
                <a:path w="185" h="185" extrusionOk="0">
                  <a:moveTo>
                    <a:pt x="92" y="1"/>
                  </a:moveTo>
                  <a:cubicBezTo>
                    <a:pt x="61" y="1"/>
                    <a:pt x="21" y="21"/>
                    <a:pt x="10" y="52"/>
                  </a:cubicBezTo>
                  <a:cubicBezTo>
                    <a:pt x="0" y="62"/>
                    <a:pt x="0" y="82"/>
                    <a:pt x="0" y="93"/>
                  </a:cubicBezTo>
                  <a:cubicBezTo>
                    <a:pt x="0" y="144"/>
                    <a:pt x="41" y="184"/>
                    <a:pt x="92" y="184"/>
                  </a:cubicBezTo>
                  <a:cubicBezTo>
                    <a:pt x="143" y="184"/>
                    <a:pt x="184" y="144"/>
                    <a:pt x="184" y="93"/>
                  </a:cubicBezTo>
                  <a:lnTo>
                    <a:pt x="184" y="52"/>
                  </a:ln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8" name="Google Shape;8758;p32"/>
            <p:cNvSpPr/>
            <p:nvPr/>
          </p:nvSpPr>
          <p:spPr>
            <a:xfrm>
              <a:off x="-1034305" y="410049"/>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9" name="Google Shape;8759;p32"/>
            <p:cNvSpPr/>
            <p:nvPr/>
          </p:nvSpPr>
          <p:spPr>
            <a:xfrm>
              <a:off x="-1072140" y="447802"/>
              <a:ext cx="15134" cy="16121"/>
            </a:xfrm>
            <a:custGeom>
              <a:avLst/>
              <a:gdLst/>
              <a:ahLst/>
              <a:cxnLst/>
              <a:rect l="l" t="t" r="r" b="b"/>
              <a:pathLst>
                <a:path w="184"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0" name="Google Shape;8760;p32"/>
            <p:cNvSpPr/>
            <p:nvPr/>
          </p:nvSpPr>
          <p:spPr>
            <a:xfrm>
              <a:off x="-996552" y="447802"/>
              <a:ext cx="16121" cy="16121"/>
            </a:xfrm>
            <a:custGeom>
              <a:avLst/>
              <a:gdLst/>
              <a:ahLst/>
              <a:cxnLst/>
              <a:rect l="l" t="t" r="r" b="b"/>
              <a:pathLst>
                <a:path w="196" h="196" extrusionOk="0">
                  <a:moveTo>
                    <a:pt x="103" y="1"/>
                  </a:moveTo>
                  <a:cubicBezTo>
                    <a:pt x="52" y="1"/>
                    <a:pt x="1" y="52"/>
                    <a:pt x="1" y="103"/>
                  </a:cubicBezTo>
                  <a:cubicBezTo>
                    <a:pt x="1" y="154"/>
                    <a:pt x="52" y="195"/>
                    <a:pt x="103" y="195"/>
                  </a:cubicBezTo>
                  <a:cubicBezTo>
                    <a:pt x="154" y="195"/>
                    <a:pt x="195" y="154"/>
                    <a:pt x="195" y="103"/>
                  </a:cubicBezTo>
                  <a:cubicBezTo>
                    <a:pt x="195" y="5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1" name="Google Shape;8761;p32"/>
            <p:cNvSpPr/>
            <p:nvPr/>
          </p:nvSpPr>
          <p:spPr>
            <a:xfrm>
              <a:off x="-1072140" y="372214"/>
              <a:ext cx="15134" cy="15216"/>
            </a:xfrm>
            <a:custGeom>
              <a:avLst/>
              <a:gdLst/>
              <a:ahLst/>
              <a:cxnLst/>
              <a:rect l="l" t="t" r="r" b="b"/>
              <a:pathLst>
                <a:path w="184"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2" name="Google Shape;8762;p32"/>
            <p:cNvSpPr/>
            <p:nvPr/>
          </p:nvSpPr>
          <p:spPr>
            <a:xfrm>
              <a:off x="-996552" y="372214"/>
              <a:ext cx="16121" cy="15216"/>
            </a:xfrm>
            <a:custGeom>
              <a:avLst/>
              <a:gdLst/>
              <a:ahLst/>
              <a:cxnLst/>
              <a:rect l="l" t="t" r="r" b="b"/>
              <a:pathLst>
                <a:path w="196" h="185" extrusionOk="0">
                  <a:moveTo>
                    <a:pt x="103" y="0"/>
                  </a:moveTo>
                  <a:cubicBezTo>
                    <a:pt x="52" y="0"/>
                    <a:pt x="1" y="41"/>
                    <a:pt x="1" y="93"/>
                  </a:cubicBezTo>
                  <a:cubicBezTo>
                    <a:pt x="1" y="143"/>
                    <a:pt x="52" y="184"/>
                    <a:pt x="103" y="184"/>
                  </a:cubicBezTo>
                  <a:cubicBezTo>
                    <a:pt x="154" y="184"/>
                    <a:pt x="195" y="143"/>
                    <a:pt x="195" y="93"/>
                  </a:cubicBezTo>
                  <a:cubicBezTo>
                    <a:pt x="195" y="41"/>
                    <a:pt x="154" y="0"/>
                    <a:pt x="1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3" name="Google Shape;8763;p32"/>
            <p:cNvSpPr/>
            <p:nvPr/>
          </p:nvSpPr>
          <p:spPr>
            <a:xfrm>
              <a:off x="-1109975" y="486460"/>
              <a:ext cx="15216" cy="15216"/>
            </a:xfrm>
            <a:custGeom>
              <a:avLst/>
              <a:gdLst/>
              <a:ahLst/>
              <a:cxnLst/>
              <a:rect l="l" t="t" r="r" b="b"/>
              <a:pathLst>
                <a:path w="185" h="185" extrusionOk="0">
                  <a:moveTo>
                    <a:pt x="92" y="1"/>
                  </a:moveTo>
                  <a:cubicBezTo>
                    <a:pt x="72" y="1"/>
                    <a:pt x="62" y="1"/>
                    <a:pt x="51" y="11"/>
                  </a:cubicBezTo>
                  <a:cubicBezTo>
                    <a:pt x="31" y="11"/>
                    <a:pt x="11" y="32"/>
                    <a:pt x="1" y="52"/>
                  </a:cubicBezTo>
                  <a:lnTo>
                    <a:pt x="1" y="93"/>
                  </a:lnTo>
                  <a:cubicBezTo>
                    <a:pt x="1" y="134"/>
                    <a:pt x="21" y="164"/>
                    <a:pt x="51" y="175"/>
                  </a:cubicBezTo>
                  <a:cubicBezTo>
                    <a:pt x="62" y="184"/>
                    <a:pt x="72" y="184"/>
                    <a:pt x="92" y="184"/>
                  </a:cubicBezTo>
                  <a:cubicBezTo>
                    <a:pt x="103" y="184"/>
                    <a:pt x="113" y="184"/>
                    <a:pt x="123" y="175"/>
                  </a:cubicBezTo>
                  <a:cubicBezTo>
                    <a:pt x="154" y="164"/>
                    <a:pt x="185" y="134"/>
                    <a:pt x="185" y="93"/>
                  </a:cubicBezTo>
                  <a:cubicBezTo>
                    <a:pt x="185" y="82"/>
                    <a:pt x="185" y="62"/>
                    <a:pt x="174" y="52"/>
                  </a:cubicBezTo>
                  <a:cubicBezTo>
                    <a:pt x="164" y="32"/>
                    <a:pt x="144" y="11"/>
                    <a:pt x="123" y="11"/>
                  </a:cubicBezTo>
                  <a:cubicBezTo>
                    <a:pt x="113" y="1"/>
                    <a:pt x="10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4" name="Google Shape;8764;p32"/>
            <p:cNvSpPr/>
            <p:nvPr/>
          </p:nvSpPr>
          <p:spPr>
            <a:xfrm>
              <a:off x="-1109975" y="410049"/>
              <a:ext cx="15216" cy="15216"/>
            </a:xfrm>
            <a:custGeom>
              <a:avLst/>
              <a:gdLst/>
              <a:ahLst/>
              <a:cxnLst/>
              <a:rect l="l" t="t" r="r" b="b"/>
              <a:pathLst>
                <a:path w="185" h="185" extrusionOk="0">
                  <a:moveTo>
                    <a:pt x="92" y="0"/>
                  </a:moveTo>
                  <a:cubicBezTo>
                    <a:pt x="72" y="0"/>
                    <a:pt x="62" y="0"/>
                    <a:pt x="51" y="10"/>
                  </a:cubicBezTo>
                  <a:cubicBezTo>
                    <a:pt x="21" y="21"/>
                    <a:pt x="1" y="62"/>
                    <a:pt x="1" y="92"/>
                  </a:cubicBezTo>
                  <a:cubicBezTo>
                    <a:pt x="1" y="133"/>
                    <a:pt x="21" y="164"/>
                    <a:pt x="51" y="184"/>
                  </a:cubicBezTo>
                  <a:lnTo>
                    <a:pt x="123" y="184"/>
                  </a:lnTo>
                  <a:cubicBezTo>
                    <a:pt x="154" y="164"/>
                    <a:pt x="185" y="133"/>
                    <a:pt x="185" y="92"/>
                  </a:cubicBezTo>
                  <a:cubicBezTo>
                    <a:pt x="185" y="62"/>
                    <a:pt x="154" y="21"/>
                    <a:pt x="123" y="10"/>
                  </a:cubicBezTo>
                  <a:cubicBezTo>
                    <a:pt x="113" y="0"/>
                    <a:pt x="10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5" name="Google Shape;8765;p32"/>
            <p:cNvSpPr/>
            <p:nvPr/>
          </p:nvSpPr>
          <p:spPr>
            <a:xfrm>
              <a:off x="-1072140" y="524295"/>
              <a:ext cx="15134" cy="15216"/>
            </a:xfrm>
            <a:custGeom>
              <a:avLst/>
              <a:gdLst/>
              <a:ahLst/>
              <a:cxnLst/>
              <a:rect l="l" t="t" r="r" b="b"/>
              <a:pathLst>
                <a:path w="184"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6" name="Google Shape;8766;p32"/>
            <p:cNvSpPr/>
            <p:nvPr/>
          </p:nvSpPr>
          <p:spPr>
            <a:xfrm>
              <a:off x="-996552" y="524295"/>
              <a:ext cx="16121" cy="15216"/>
            </a:xfrm>
            <a:custGeom>
              <a:avLst/>
              <a:gdLst/>
              <a:ahLst/>
              <a:cxnLst/>
              <a:rect l="l" t="t" r="r" b="b"/>
              <a:pathLst>
                <a:path w="196" h="185" extrusionOk="0">
                  <a:moveTo>
                    <a:pt x="103" y="1"/>
                  </a:moveTo>
                  <a:cubicBezTo>
                    <a:pt x="52" y="1"/>
                    <a:pt x="1" y="42"/>
                    <a:pt x="1" y="92"/>
                  </a:cubicBezTo>
                  <a:cubicBezTo>
                    <a:pt x="1" y="144"/>
                    <a:pt x="52" y="185"/>
                    <a:pt x="103" y="185"/>
                  </a:cubicBezTo>
                  <a:cubicBezTo>
                    <a:pt x="154" y="185"/>
                    <a:pt x="195" y="144"/>
                    <a:pt x="195" y="92"/>
                  </a:cubicBezTo>
                  <a:cubicBezTo>
                    <a:pt x="195" y="42"/>
                    <a:pt x="154" y="1"/>
                    <a:pt x="1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7" name="Google Shape;8767;p32"/>
            <p:cNvSpPr/>
            <p:nvPr/>
          </p:nvSpPr>
          <p:spPr>
            <a:xfrm>
              <a:off x="-1186468" y="-426929"/>
              <a:ext cx="15216" cy="15216"/>
            </a:xfrm>
            <a:custGeom>
              <a:avLst/>
              <a:gdLst/>
              <a:ahLst/>
              <a:cxnLst/>
              <a:rect l="l" t="t" r="r" b="b"/>
              <a:pathLst>
                <a:path w="185" h="185" extrusionOk="0">
                  <a:moveTo>
                    <a:pt x="93" y="1"/>
                  </a:moveTo>
                  <a:cubicBezTo>
                    <a:pt x="82" y="1"/>
                    <a:pt x="73" y="1"/>
                    <a:pt x="62" y="11"/>
                  </a:cubicBezTo>
                  <a:cubicBezTo>
                    <a:pt x="32" y="21"/>
                    <a:pt x="21" y="31"/>
                    <a:pt x="11" y="62"/>
                  </a:cubicBezTo>
                  <a:cubicBezTo>
                    <a:pt x="1" y="72"/>
                    <a:pt x="1" y="83"/>
                    <a:pt x="1" y="92"/>
                  </a:cubicBezTo>
                  <a:cubicBezTo>
                    <a:pt x="1" y="144"/>
                    <a:pt x="41" y="185"/>
                    <a:pt x="93" y="185"/>
                  </a:cubicBezTo>
                  <a:cubicBezTo>
                    <a:pt x="144" y="185"/>
                    <a:pt x="185" y="144"/>
                    <a:pt x="185" y="92"/>
                  </a:cubicBezTo>
                  <a:cubicBezTo>
                    <a:pt x="185" y="83"/>
                    <a:pt x="185" y="72"/>
                    <a:pt x="175" y="62"/>
                  </a:cubicBezTo>
                  <a:cubicBezTo>
                    <a:pt x="175" y="31"/>
                    <a:pt x="154" y="21"/>
                    <a:pt x="134" y="11"/>
                  </a:cubicBezTo>
                  <a:cubicBezTo>
                    <a:pt x="123" y="1"/>
                    <a:pt x="10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8" name="Google Shape;8768;p32"/>
            <p:cNvSpPr/>
            <p:nvPr/>
          </p:nvSpPr>
          <p:spPr>
            <a:xfrm>
              <a:off x="-1186468" y="-503422"/>
              <a:ext cx="15216" cy="16121"/>
            </a:xfrm>
            <a:custGeom>
              <a:avLst/>
              <a:gdLst/>
              <a:ahLst/>
              <a:cxnLst/>
              <a:rect l="l" t="t" r="r" b="b"/>
              <a:pathLst>
                <a:path w="185" h="196" extrusionOk="0">
                  <a:moveTo>
                    <a:pt x="93" y="1"/>
                  </a:moveTo>
                  <a:cubicBezTo>
                    <a:pt x="41" y="1"/>
                    <a:pt x="1" y="42"/>
                    <a:pt x="1" y="93"/>
                  </a:cubicBezTo>
                  <a:cubicBezTo>
                    <a:pt x="1" y="144"/>
                    <a:pt x="41" y="195"/>
                    <a:pt x="93" y="195"/>
                  </a:cubicBezTo>
                  <a:cubicBezTo>
                    <a:pt x="144" y="19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9" name="Google Shape;8769;p32"/>
            <p:cNvSpPr/>
            <p:nvPr/>
          </p:nvSpPr>
          <p:spPr>
            <a:xfrm>
              <a:off x="-1224221" y="-464765"/>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0" name="Google Shape;8770;p32"/>
            <p:cNvSpPr/>
            <p:nvPr/>
          </p:nvSpPr>
          <p:spPr>
            <a:xfrm>
              <a:off x="-1148633" y="-464765"/>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1" name="Google Shape;8771;p32"/>
            <p:cNvSpPr/>
            <p:nvPr/>
          </p:nvSpPr>
          <p:spPr>
            <a:xfrm>
              <a:off x="-1262056" y="-426929"/>
              <a:ext cx="15216" cy="15216"/>
            </a:xfrm>
            <a:custGeom>
              <a:avLst/>
              <a:gdLst/>
              <a:ahLst/>
              <a:cxnLst/>
              <a:rect l="l" t="t" r="r" b="b"/>
              <a:pathLst>
                <a:path w="185" h="185" extrusionOk="0">
                  <a:moveTo>
                    <a:pt x="93" y="1"/>
                  </a:moveTo>
                  <a:cubicBezTo>
                    <a:pt x="72" y="1"/>
                    <a:pt x="61" y="1"/>
                    <a:pt x="52" y="11"/>
                  </a:cubicBezTo>
                  <a:cubicBezTo>
                    <a:pt x="31" y="21"/>
                    <a:pt x="11" y="31"/>
                    <a:pt x="0" y="62"/>
                  </a:cubicBezTo>
                  <a:lnTo>
                    <a:pt x="0" y="92"/>
                  </a:lnTo>
                  <a:cubicBezTo>
                    <a:pt x="0" y="144"/>
                    <a:pt x="41" y="185"/>
                    <a:pt x="93" y="185"/>
                  </a:cubicBezTo>
                  <a:cubicBezTo>
                    <a:pt x="143" y="185"/>
                    <a:pt x="184" y="144"/>
                    <a:pt x="184" y="92"/>
                  </a:cubicBezTo>
                  <a:cubicBezTo>
                    <a:pt x="184" y="83"/>
                    <a:pt x="174" y="72"/>
                    <a:pt x="174" y="62"/>
                  </a:cubicBezTo>
                  <a:cubicBezTo>
                    <a:pt x="164" y="31"/>
                    <a:pt x="143" y="21"/>
                    <a:pt x="123" y="11"/>
                  </a:cubicBezTo>
                  <a:cubicBezTo>
                    <a:pt x="113" y="1"/>
                    <a:pt x="102"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2" name="Google Shape;8772;p32"/>
            <p:cNvSpPr/>
            <p:nvPr/>
          </p:nvSpPr>
          <p:spPr>
            <a:xfrm>
              <a:off x="-1186468" y="-274849"/>
              <a:ext cx="15216" cy="15216"/>
            </a:xfrm>
            <a:custGeom>
              <a:avLst/>
              <a:gdLst/>
              <a:ahLst/>
              <a:cxnLst/>
              <a:rect l="l" t="t" r="r" b="b"/>
              <a:pathLst>
                <a:path w="185" h="185" extrusionOk="0">
                  <a:moveTo>
                    <a:pt x="93" y="1"/>
                  </a:moveTo>
                  <a:cubicBezTo>
                    <a:pt x="52" y="1"/>
                    <a:pt x="21" y="21"/>
                    <a:pt x="11" y="62"/>
                  </a:cubicBezTo>
                  <a:cubicBezTo>
                    <a:pt x="1" y="73"/>
                    <a:pt x="1" y="82"/>
                    <a:pt x="1" y="93"/>
                  </a:cubicBezTo>
                  <a:cubicBezTo>
                    <a:pt x="1" y="123"/>
                    <a:pt x="11" y="144"/>
                    <a:pt x="32" y="164"/>
                  </a:cubicBezTo>
                  <a:cubicBezTo>
                    <a:pt x="41" y="175"/>
                    <a:pt x="73" y="184"/>
                    <a:pt x="93" y="184"/>
                  </a:cubicBezTo>
                  <a:cubicBezTo>
                    <a:pt x="123" y="184"/>
                    <a:pt x="144" y="175"/>
                    <a:pt x="164" y="164"/>
                  </a:cubicBezTo>
                  <a:cubicBezTo>
                    <a:pt x="175" y="144"/>
                    <a:pt x="185" y="123"/>
                    <a:pt x="185" y="93"/>
                  </a:cubicBezTo>
                  <a:cubicBezTo>
                    <a:pt x="185" y="82"/>
                    <a:pt x="185" y="73"/>
                    <a:pt x="17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3" name="Google Shape;8773;p32"/>
            <p:cNvSpPr/>
            <p:nvPr/>
          </p:nvSpPr>
          <p:spPr>
            <a:xfrm>
              <a:off x="-1186468" y="-350437"/>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4" name="Google Shape;8774;p32"/>
            <p:cNvSpPr/>
            <p:nvPr/>
          </p:nvSpPr>
          <p:spPr>
            <a:xfrm>
              <a:off x="-1224221" y="-312602"/>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5" name="Google Shape;8775;p32"/>
            <p:cNvSpPr/>
            <p:nvPr/>
          </p:nvSpPr>
          <p:spPr>
            <a:xfrm>
              <a:off x="-1148633" y="-312602"/>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6" name="Google Shape;8776;p32"/>
            <p:cNvSpPr/>
            <p:nvPr/>
          </p:nvSpPr>
          <p:spPr>
            <a:xfrm>
              <a:off x="-1224221" y="-38909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7" name="Google Shape;8777;p32"/>
            <p:cNvSpPr/>
            <p:nvPr/>
          </p:nvSpPr>
          <p:spPr>
            <a:xfrm>
              <a:off x="-1148633" y="-38909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8" name="Google Shape;8778;p32"/>
            <p:cNvSpPr/>
            <p:nvPr/>
          </p:nvSpPr>
          <p:spPr>
            <a:xfrm>
              <a:off x="-1262056" y="-274849"/>
              <a:ext cx="15216" cy="15216"/>
            </a:xfrm>
            <a:custGeom>
              <a:avLst/>
              <a:gdLst/>
              <a:ahLst/>
              <a:cxnLst/>
              <a:rect l="l" t="t" r="r" b="b"/>
              <a:pathLst>
                <a:path w="185" h="185" extrusionOk="0">
                  <a:moveTo>
                    <a:pt x="93" y="1"/>
                  </a:moveTo>
                  <a:cubicBezTo>
                    <a:pt x="52" y="1"/>
                    <a:pt x="21" y="21"/>
                    <a:pt x="0" y="62"/>
                  </a:cubicBezTo>
                  <a:lnTo>
                    <a:pt x="0" y="93"/>
                  </a:lnTo>
                  <a:cubicBezTo>
                    <a:pt x="0" y="123"/>
                    <a:pt x="11" y="144"/>
                    <a:pt x="21" y="164"/>
                  </a:cubicBezTo>
                  <a:cubicBezTo>
                    <a:pt x="41" y="175"/>
                    <a:pt x="61" y="184"/>
                    <a:pt x="93" y="184"/>
                  </a:cubicBezTo>
                  <a:cubicBezTo>
                    <a:pt x="113" y="184"/>
                    <a:pt x="133" y="175"/>
                    <a:pt x="154" y="164"/>
                  </a:cubicBezTo>
                  <a:cubicBezTo>
                    <a:pt x="174" y="144"/>
                    <a:pt x="184" y="123"/>
                    <a:pt x="184" y="93"/>
                  </a:cubicBezTo>
                  <a:cubicBezTo>
                    <a:pt x="184" y="82"/>
                    <a:pt x="174" y="73"/>
                    <a:pt x="174" y="6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9" name="Google Shape;8779;p32"/>
            <p:cNvSpPr/>
            <p:nvPr/>
          </p:nvSpPr>
          <p:spPr>
            <a:xfrm>
              <a:off x="-1262056" y="-350437"/>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0" name="Google Shape;8780;p32"/>
            <p:cNvSpPr/>
            <p:nvPr/>
          </p:nvSpPr>
          <p:spPr>
            <a:xfrm>
              <a:off x="-1186468" y="-122686"/>
              <a:ext cx="15216" cy="15216"/>
            </a:xfrm>
            <a:custGeom>
              <a:avLst/>
              <a:gdLst/>
              <a:ahLst/>
              <a:cxnLst/>
              <a:rect l="l" t="t" r="r" b="b"/>
              <a:pathLst>
                <a:path w="185" h="185" extrusionOk="0">
                  <a:moveTo>
                    <a:pt x="93" y="0"/>
                  </a:moveTo>
                  <a:cubicBezTo>
                    <a:pt x="52" y="0"/>
                    <a:pt x="21" y="30"/>
                    <a:pt x="11" y="61"/>
                  </a:cubicBezTo>
                  <a:cubicBezTo>
                    <a:pt x="1" y="71"/>
                    <a:pt x="1" y="82"/>
                    <a:pt x="1" y="92"/>
                  </a:cubicBezTo>
                  <a:cubicBezTo>
                    <a:pt x="1" y="143"/>
                    <a:pt x="41" y="184"/>
                    <a:pt x="93" y="184"/>
                  </a:cubicBezTo>
                  <a:cubicBezTo>
                    <a:pt x="144" y="184"/>
                    <a:pt x="185" y="143"/>
                    <a:pt x="185" y="92"/>
                  </a:cubicBezTo>
                  <a:cubicBezTo>
                    <a:pt x="185" y="82"/>
                    <a:pt x="185" y="71"/>
                    <a:pt x="17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1" name="Google Shape;8781;p32"/>
            <p:cNvSpPr/>
            <p:nvPr/>
          </p:nvSpPr>
          <p:spPr>
            <a:xfrm>
              <a:off x="-1186468" y="-198356"/>
              <a:ext cx="15216" cy="15216"/>
            </a:xfrm>
            <a:custGeom>
              <a:avLst/>
              <a:gdLst/>
              <a:ahLst/>
              <a:cxnLst/>
              <a:rect l="l" t="t" r="r" b="b"/>
              <a:pathLst>
                <a:path w="185" h="185" extrusionOk="0">
                  <a:moveTo>
                    <a:pt x="93" y="1"/>
                  </a:moveTo>
                  <a:cubicBezTo>
                    <a:pt x="41" y="1"/>
                    <a:pt x="1" y="42"/>
                    <a:pt x="1" y="92"/>
                  </a:cubicBezTo>
                  <a:cubicBezTo>
                    <a:pt x="1" y="144"/>
                    <a:pt x="41"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2" name="Google Shape;8782;p32"/>
            <p:cNvSpPr/>
            <p:nvPr/>
          </p:nvSpPr>
          <p:spPr>
            <a:xfrm>
              <a:off x="-1224221"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3" name="Google Shape;8783;p32"/>
            <p:cNvSpPr/>
            <p:nvPr/>
          </p:nvSpPr>
          <p:spPr>
            <a:xfrm>
              <a:off x="-1148633" y="-160521"/>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4" name="Google Shape;8784;p32"/>
            <p:cNvSpPr/>
            <p:nvPr/>
          </p:nvSpPr>
          <p:spPr>
            <a:xfrm>
              <a:off x="-1224221"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3" y="194"/>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5" name="Google Shape;8785;p32"/>
            <p:cNvSpPr/>
            <p:nvPr/>
          </p:nvSpPr>
          <p:spPr>
            <a:xfrm>
              <a:off x="-1148633" y="-237014"/>
              <a:ext cx="15216" cy="16039"/>
            </a:xfrm>
            <a:custGeom>
              <a:avLst/>
              <a:gdLst/>
              <a:ahLst/>
              <a:cxnLst/>
              <a:rect l="l" t="t" r="r" b="b"/>
              <a:pathLst>
                <a:path w="185" h="195" extrusionOk="0">
                  <a:moveTo>
                    <a:pt x="92" y="1"/>
                  </a:moveTo>
                  <a:cubicBezTo>
                    <a:pt x="42" y="1"/>
                    <a:pt x="1" y="42"/>
                    <a:pt x="1" y="92"/>
                  </a:cubicBezTo>
                  <a:cubicBezTo>
                    <a:pt x="1" y="144"/>
                    <a:pt x="42" y="194"/>
                    <a:pt x="92" y="194"/>
                  </a:cubicBezTo>
                  <a:cubicBezTo>
                    <a:pt x="144" y="194"/>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6" name="Google Shape;8786;p32"/>
            <p:cNvSpPr/>
            <p:nvPr/>
          </p:nvSpPr>
          <p:spPr>
            <a:xfrm>
              <a:off x="-1262056" y="-122686"/>
              <a:ext cx="15216" cy="15216"/>
            </a:xfrm>
            <a:custGeom>
              <a:avLst/>
              <a:gdLst/>
              <a:ahLst/>
              <a:cxnLst/>
              <a:rect l="l" t="t" r="r" b="b"/>
              <a:pathLst>
                <a:path w="185" h="185" extrusionOk="0">
                  <a:moveTo>
                    <a:pt x="93" y="0"/>
                  </a:moveTo>
                  <a:cubicBezTo>
                    <a:pt x="52" y="0"/>
                    <a:pt x="21" y="30"/>
                    <a:pt x="0" y="61"/>
                  </a:cubicBezTo>
                  <a:lnTo>
                    <a:pt x="0" y="92"/>
                  </a:lnTo>
                  <a:cubicBezTo>
                    <a:pt x="0" y="143"/>
                    <a:pt x="41" y="184"/>
                    <a:pt x="93" y="184"/>
                  </a:cubicBezTo>
                  <a:cubicBezTo>
                    <a:pt x="143" y="184"/>
                    <a:pt x="184" y="143"/>
                    <a:pt x="184" y="92"/>
                  </a:cubicBezTo>
                  <a:cubicBezTo>
                    <a:pt x="184" y="82"/>
                    <a:pt x="174" y="71"/>
                    <a:pt x="174" y="61"/>
                  </a:cubicBezTo>
                  <a:cubicBezTo>
                    <a:pt x="164" y="30"/>
                    <a:pt x="12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7" name="Google Shape;8787;p32"/>
            <p:cNvSpPr/>
            <p:nvPr/>
          </p:nvSpPr>
          <p:spPr>
            <a:xfrm>
              <a:off x="-1262056" y="-198356"/>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8" name="Google Shape;8788;p32"/>
            <p:cNvSpPr/>
            <p:nvPr/>
          </p:nvSpPr>
          <p:spPr>
            <a:xfrm>
              <a:off x="-1186468" y="29313"/>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9" name="Google Shape;8789;p32"/>
            <p:cNvSpPr/>
            <p:nvPr/>
          </p:nvSpPr>
          <p:spPr>
            <a:xfrm>
              <a:off x="-1186468" y="-46275"/>
              <a:ext cx="15216" cy="15216"/>
            </a:xfrm>
            <a:custGeom>
              <a:avLst/>
              <a:gdLst/>
              <a:ahLst/>
              <a:cxnLst/>
              <a:rect l="l" t="t" r="r" b="b"/>
              <a:pathLst>
                <a:path w="185" h="185" extrusionOk="0">
                  <a:moveTo>
                    <a:pt x="93" y="0"/>
                  </a:moveTo>
                  <a:cubicBezTo>
                    <a:pt x="41" y="0"/>
                    <a:pt x="1" y="41"/>
                    <a:pt x="1" y="93"/>
                  </a:cubicBezTo>
                  <a:cubicBezTo>
                    <a:pt x="1" y="143"/>
                    <a:pt x="41"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0" name="Google Shape;8790;p32"/>
            <p:cNvSpPr/>
            <p:nvPr/>
          </p:nvSpPr>
          <p:spPr>
            <a:xfrm>
              <a:off x="-1224221"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3" y="184"/>
                    <a:pt x="184" y="144"/>
                    <a:pt x="184" y="92"/>
                  </a:cubicBezTo>
                  <a:cubicBezTo>
                    <a:pt x="184" y="41"/>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1" name="Google Shape;8791;p32"/>
            <p:cNvSpPr/>
            <p:nvPr/>
          </p:nvSpPr>
          <p:spPr>
            <a:xfrm>
              <a:off x="-1148633" y="-8440"/>
              <a:ext cx="15216" cy="15216"/>
            </a:xfrm>
            <a:custGeom>
              <a:avLst/>
              <a:gdLst/>
              <a:ahLst/>
              <a:cxnLst/>
              <a:rect l="l" t="t" r="r" b="b"/>
              <a:pathLst>
                <a:path w="185" h="185" extrusionOk="0">
                  <a:moveTo>
                    <a:pt x="92" y="1"/>
                  </a:moveTo>
                  <a:cubicBezTo>
                    <a:pt x="42" y="1"/>
                    <a:pt x="1" y="41"/>
                    <a:pt x="1" y="92"/>
                  </a:cubicBezTo>
                  <a:cubicBezTo>
                    <a:pt x="1" y="144"/>
                    <a:pt x="42" y="184"/>
                    <a:pt x="92" y="184"/>
                  </a:cubicBezTo>
                  <a:cubicBezTo>
                    <a:pt x="144" y="184"/>
                    <a:pt x="185" y="144"/>
                    <a:pt x="185" y="92"/>
                  </a:cubicBezTo>
                  <a:cubicBezTo>
                    <a:pt x="185"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2" name="Google Shape;8792;p32"/>
            <p:cNvSpPr/>
            <p:nvPr/>
          </p:nvSpPr>
          <p:spPr>
            <a:xfrm>
              <a:off x="-1224221"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3" name="Google Shape;8793;p32"/>
            <p:cNvSpPr/>
            <p:nvPr/>
          </p:nvSpPr>
          <p:spPr>
            <a:xfrm>
              <a:off x="-1148633" y="-84028"/>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4" name="Google Shape;8794;p32"/>
            <p:cNvSpPr/>
            <p:nvPr/>
          </p:nvSpPr>
          <p:spPr>
            <a:xfrm>
              <a:off x="-1262056"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5" name="Google Shape;8795;p32"/>
            <p:cNvSpPr/>
            <p:nvPr/>
          </p:nvSpPr>
          <p:spPr>
            <a:xfrm>
              <a:off x="-1262056"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6" name="Google Shape;8796;p32"/>
            <p:cNvSpPr/>
            <p:nvPr/>
          </p:nvSpPr>
          <p:spPr>
            <a:xfrm>
              <a:off x="-1186468" y="182298"/>
              <a:ext cx="15216" cy="15216"/>
            </a:xfrm>
            <a:custGeom>
              <a:avLst/>
              <a:gdLst/>
              <a:ahLst/>
              <a:cxnLst/>
              <a:rect l="l" t="t" r="r" b="b"/>
              <a:pathLst>
                <a:path w="185" h="185" extrusionOk="0">
                  <a:moveTo>
                    <a:pt x="62" y="0"/>
                  </a:moveTo>
                  <a:cubicBezTo>
                    <a:pt x="32" y="11"/>
                    <a:pt x="21" y="31"/>
                    <a:pt x="11" y="52"/>
                  </a:cubicBezTo>
                  <a:cubicBezTo>
                    <a:pt x="1" y="62"/>
                    <a:pt x="1" y="72"/>
                    <a:pt x="1" y="93"/>
                  </a:cubicBezTo>
                  <a:cubicBezTo>
                    <a:pt x="1" y="143"/>
                    <a:pt x="41" y="184"/>
                    <a:pt x="93" y="184"/>
                  </a:cubicBezTo>
                  <a:cubicBezTo>
                    <a:pt x="144" y="184"/>
                    <a:pt x="185" y="143"/>
                    <a:pt x="185" y="93"/>
                  </a:cubicBezTo>
                  <a:cubicBezTo>
                    <a:pt x="185" y="72"/>
                    <a:pt x="185" y="62"/>
                    <a:pt x="17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7" name="Google Shape;8797;p32"/>
            <p:cNvSpPr/>
            <p:nvPr/>
          </p:nvSpPr>
          <p:spPr>
            <a:xfrm>
              <a:off x="-1186468" y="105888"/>
              <a:ext cx="15216" cy="15134"/>
            </a:xfrm>
            <a:custGeom>
              <a:avLst/>
              <a:gdLst/>
              <a:ahLst/>
              <a:cxnLst/>
              <a:rect l="l" t="t" r="r" b="b"/>
              <a:pathLst>
                <a:path w="185" h="184"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8" name="Google Shape;8798;p32"/>
            <p:cNvSpPr/>
            <p:nvPr/>
          </p:nvSpPr>
          <p:spPr>
            <a:xfrm>
              <a:off x="-1224221"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9" name="Google Shape;8799;p32"/>
            <p:cNvSpPr/>
            <p:nvPr/>
          </p:nvSpPr>
          <p:spPr>
            <a:xfrm>
              <a:off x="-1148633" y="143641"/>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0" name="Google Shape;8800;p32"/>
            <p:cNvSpPr/>
            <p:nvPr/>
          </p:nvSpPr>
          <p:spPr>
            <a:xfrm>
              <a:off x="-1224221"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3" y="185"/>
                    <a:pt x="184" y="144"/>
                    <a:pt x="184" y="93"/>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1" name="Google Shape;8801;p32"/>
            <p:cNvSpPr/>
            <p:nvPr/>
          </p:nvSpPr>
          <p:spPr>
            <a:xfrm>
              <a:off x="-1148633" y="67970"/>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2" name="Google Shape;8802;p32"/>
            <p:cNvSpPr/>
            <p:nvPr/>
          </p:nvSpPr>
          <p:spPr>
            <a:xfrm>
              <a:off x="-1262056" y="182298"/>
              <a:ext cx="15216" cy="15216"/>
            </a:xfrm>
            <a:custGeom>
              <a:avLst/>
              <a:gdLst/>
              <a:ahLst/>
              <a:cxnLst/>
              <a:rect l="l" t="t" r="r" b="b"/>
              <a:pathLst>
                <a:path w="185" h="185" extrusionOk="0">
                  <a:moveTo>
                    <a:pt x="52" y="0"/>
                  </a:moveTo>
                  <a:cubicBezTo>
                    <a:pt x="31" y="11"/>
                    <a:pt x="11" y="31"/>
                    <a:pt x="0" y="52"/>
                  </a:cubicBezTo>
                  <a:lnTo>
                    <a:pt x="0" y="93"/>
                  </a:lnTo>
                  <a:cubicBezTo>
                    <a:pt x="0" y="143"/>
                    <a:pt x="41" y="184"/>
                    <a:pt x="93" y="184"/>
                  </a:cubicBezTo>
                  <a:cubicBezTo>
                    <a:pt x="143" y="184"/>
                    <a:pt x="184" y="143"/>
                    <a:pt x="184" y="93"/>
                  </a:cubicBezTo>
                  <a:cubicBezTo>
                    <a:pt x="184" y="72"/>
                    <a:pt x="174" y="62"/>
                    <a:pt x="174" y="52"/>
                  </a:cubicBezTo>
                  <a:cubicBezTo>
                    <a:pt x="164" y="31"/>
                    <a:pt x="143" y="11"/>
                    <a:pt x="1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3" name="Google Shape;8803;p32"/>
            <p:cNvSpPr/>
            <p:nvPr/>
          </p:nvSpPr>
          <p:spPr>
            <a:xfrm>
              <a:off x="-1262056"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4" name="Google Shape;8804;p32"/>
            <p:cNvSpPr/>
            <p:nvPr/>
          </p:nvSpPr>
          <p:spPr>
            <a:xfrm>
              <a:off x="-1186468" y="334379"/>
              <a:ext cx="15216" cy="15216"/>
            </a:xfrm>
            <a:custGeom>
              <a:avLst/>
              <a:gdLst/>
              <a:ahLst/>
              <a:cxnLst/>
              <a:rect l="l" t="t" r="r" b="b"/>
              <a:pathLst>
                <a:path w="185" h="185" extrusionOk="0">
                  <a:moveTo>
                    <a:pt x="93" y="1"/>
                  </a:moveTo>
                  <a:cubicBezTo>
                    <a:pt x="52" y="1"/>
                    <a:pt x="21" y="21"/>
                    <a:pt x="11" y="52"/>
                  </a:cubicBezTo>
                  <a:cubicBezTo>
                    <a:pt x="1" y="62"/>
                    <a:pt x="1" y="72"/>
                    <a:pt x="1" y="92"/>
                  </a:cubicBezTo>
                  <a:cubicBezTo>
                    <a:pt x="1" y="113"/>
                    <a:pt x="11" y="133"/>
                    <a:pt x="32" y="154"/>
                  </a:cubicBezTo>
                  <a:cubicBezTo>
                    <a:pt x="41" y="174"/>
                    <a:pt x="73" y="185"/>
                    <a:pt x="93" y="185"/>
                  </a:cubicBezTo>
                  <a:cubicBezTo>
                    <a:pt x="123" y="185"/>
                    <a:pt x="144" y="174"/>
                    <a:pt x="164" y="154"/>
                  </a:cubicBezTo>
                  <a:cubicBezTo>
                    <a:pt x="175" y="133"/>
                    <a:pt x="185" y="113"/>
                    <a:pt x="185" y="92"/>
                  </a:cubicBezTo>
                  <a:cubicBezTo>
                    <a:pt x="185" y="7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5" name="Google Shape;8805;p32"/>
            <p:cNvSpPr/>
            <p:nvPr/>
          </p:nvSpPr>
          <p:spPr>
            <a:xfrm>
              <a:off x="-1186468" y="257886"/>
              <a:ext cx="15216" cy="15216"/>
            </a:xfrm>
            <a:custGeom>
              <a:avLst/>
              <a:gdLst/>
              <a:ahLst/>
              <a:cxnLst/>
              <a:rect l="l" t="t" r="r" b="b"/>
              <a:pathLst>
                <a:path w="185" h="185" extrusionOk="0">
                  <a:moveTo>
                    <a:pt x="93" y="1"/>
                  </a:moveTo>
                  <a:cubicBezTo>
                    <a:pt x="41" y="1"/>
                    <a:pt x="1" y="42"/>
                    <a:pt x="1" y="93"/>
                  </a:cubicBezTo>
                  <a:cubicBezTo>
                    <a:pt x="1" y="144"/>
                    <a:pt x="41"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6" name="Google Shape;8806;p32"/>
            <p:cNvSpPr/>
            <p:nvPr/>
          </p:nvSpPr>
          <p:spPr>
            <a:xfrm>
              <a:off x="-1224221" y="295721"/>
              <a:ext cx="15216" cy="15216"/>
            </a:xfrm>
            <a:custGeom>
              <a:avLst/>
              <a:gdLst/>
              <a:ahLst/>
              <a:cxnLst/>
              <a:rect l="l" t="t" r="r" b="b"/>
              <a:pathLst>
                <a:path w="185" h="185" extrusionOk="0">
                  <a:moveTo>
                    <a:pt x="92" y="1"/>
                  </a:moveTo>
                  <a:cubicBezTo>
                    <a:pt x="41" y="1"/>
                    <a:pt x="0" y="42"/>
                    <a:pt x="0" y="92"/>
                  </a:cubicBezTo>
                  <a:cubicBezTo>
                    <a:pt x="0" y="144"/>
                    <a:pt x="41" y="185"/>
                    <a:pt x="92" y="185"/>
                  </a:cubicBezTo>
                  <a:cubicBezTo>
                    <a:pt x="143" y="185"/>
                    <a:pt x="184" y="144"/>
                    <a:pt x="184" y="92"/>
                  </a:cubicBezTo>
                  <a:cubicBezTo>
                    <a:pt x="184" y="4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7" name="Google Shape;8807;p32"/>
            <p:cNvSpPr/>
            <p:nvPr/>
          </p:nvSpPr>
          <p:spPr>
            <a:xfrm>
              <a:off x="-1148633" y="295721"/>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8" name="Google Shape;8808;p32"/>
            <p:cNvSpPr/>
            <p:nvPr/>
          </p:nvSpPr>
          <p:spPr>
            <a:xfrm>
              <a:off x="-1224221"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3" y="184"/>
                    <a:pt x="184" y="143"/>
                    <a:pt x="184" y="92"/>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9" name="Google Shape;8809;p32"/>
            <p:cNvSpPr/>
            <p:nvPr/>
          </p:nvSpPr>
          <p:spPr>
            <a:xfrm>
              <a:off x="-1148633" y="220133"/>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0" name="Google Shape;8810;p32"/>
            <p:cNvSpPr/>
            <p:nvPr/>
          </p:nvSpPr>
          <p:spPr>
            <a:xfrm>
              <a:off x="-1262056" y="334379"/>
              <a:ext cx="15216" cy="15216"/>
            </a:xfrm>
            <a:custGeom>
              <a:avLst/>
              <a:gdLst/>
              <a:ahLst/>
              <a:cxnLst/>
              <a:rect l="l" t="t" r="r" b="b"/>
              <a:pathLst>
                <a:path w="185" h="185" extrusionOk="0">
                  <a:moveTo>
                    <a:pt x="93" y="1"/>
                  </a:moveTo>
                  <a:cubicBezTo>
                    <a:pt x="52" y="1"/>
                    <a:pt x="21" y="21"/>
                    <a:pt x="0" y="52"/>
                  </a:cubicBezTo>
                  <a:lnTo>
                    <a:pt x="0" y="92"/>
                  </a:lnTo>
                  <a:cubicBezTo>
                    <a:pt x="0" y="113"/>
                    <a:pt x="11" y="133"/>
                    <a:pt x="21" y="154"/>
                  </a:cubicBezTo>
                  <a:cubicBezTo>
                    <a:pt x="41" y="174"/>
                    <a:pt x="61" y="185"/>
                    <a:pt x="93" y="185"/>
                  </a:cubicBezTo>
                  <a:cubicBezTo>
                    <a:pt x="113" y="185"/>
                    <a:pt x="133" y="174"/>
                    <a:pt x="154" y="154"/>
                  </a:cubicBezTo>
                  <a:cubicBezTo>
                    <a:pt x="174" y="133"/>
                    <a:pt x="184" y="113"/>
                    <a:pt x="184" y="92"/>
                  </a:cubicBezTo>
                  <a:cubicBezTo>
                    <a:pt x="184" y="72"/>
                    <a:pt x="174" y="62"/>
                    <a:pt x="174" y="52"/>
                  </a:cubicBezTo>
                  <a:cubicBezTo>
                    <a:pt x="164" y="21"/>
                    <a:pt x="12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1" name="Google Shape;8811;p32"/>
            <p:cNvSpPr/>
            <p:nvPr/>
          </p:nvSpPr>
          <p:spPr>
            <a:xfrm>
              <a:off x="-1262056" y="257886"/>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2" name="Google Shape;8812;p32"/>
            <p:cNvSpPr/>
            <p:nvPr/>
          </p:nvSpPr>
          <p:spPr>
            <a:xfrm>
              <a:off x="-1186468" y="486460"/>
              <a:ext cx="15216" cy="15216"/>
            </a:xfrm>
            <a:custGeom>
              <a:avLst/>
              <a:gdLst/>
              <a:ahLst/>
              <a:cxnLst/>
              <a:rect l="l" t="t" r="r" b="b"/>
              <a:pathLst>
                <a:path w="185" h="185" extrusionOk="0">
                  <a:moveTo>
                    <a:pt x="93" y="1"/>
                  </a:moveTo>
                  <a:cubicBezTo>
                    <a:pt x="52" y="1"/>
                    <a:pt x="21" y="21"/>
                    <a:pt x="11" y="52"/>
                  </a:cubicBezTo>
                  <a:cubicBezTo>
                    <a:pt x="1" y="62"/>
                    <a:pt x="1" y="82"/>
                    <a:pt x="1" y="93"/>
                  </a:cubicBezTo>
                  <a:cubicBezTo>
                    <a:pt x="1" y="144"/>
                    <a:pt x="41" y="184"/>
                    <a:pt x="93" y="184"/>
                  </a:cubicBezTo>
                  <a:cubicBezTo>
                    <a:pt x="144" y="184"/>
                    <a:pt x="185" y="144"/>
                    <a:pt x="185" y="93"/>
                  </a:cubicBezTo>
                  <a:cubicBezTo>
                    <a:pt x="185" y="82"/>
                    <a:pt x="185" y="62"/>
                    <a:pt x="175" y="5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3" name="Google Shape;8813;p32"/>
            <p:cNvSpPr/>
            <p:nvPr/>
          </p:nvSpPr>
          <p:spPr>
            <a:xfrm>
              <a:off x="-1186468" y="410049"/>
              <a:ext cx="15216" cy="15216"/>
            </a:xfrm>
            <a:custGeom>
              <a:avLst/>
              <a:gdLst/>
              <a:ahLst/>
              <a:cxnLst/>
              <a:rect l="l" t="t" r="r" b="b"/>
              <a:pathLst>
                <a:path w="185" h="185" extrusionOk="0">
                  <a:moveTo>
                    <a:pt x="93" y="0"/>
                  </a:moveTo>
                  <a:cubicBezTo>
                    <a:pt x="41" y="0"/>
                    <a:pt x="1" y="41"/>
                    <a:pt x="1" y="92"/>
                  </a:cubicBezTo>
                  <a:cubicBezTo>
                    <a:pt x="1" y="143"/>
                    <a:pt x="41"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4" name="Google Shape;8814;p32"/>
            <p:cNvSpPr/>
            <p:nvPr/>
          </p:nvSpPr>
          <p:spPr>
            <a:xfrm>
              <a:off x="-1224221" y="447802"/>
              <a:ext cx="15216" cy="16121"/>
            </a:xfrm>
            <a:custGeom>
              <a:avLst/>
              <a:gdLst/>
              <a:ahLst/>
              <a:cxnLst/>
              <a:rect l="l" t="t" r="r" b="b"/>
              <a:pathLst>
                <a:path w="185" h="196" extrusionOk="0">
                  <a:moveTo>
                    <a:pt x="92" y="1"/>
                  </a:moveTo>
                  <a:cubicBezTo>
                    <a:pt x="41" y="1"/>
                    <a:pt x="0" y="52"/>
                    <a:pt x="0" y="103"/>
                  </a:cubicBezTo>
                  <a:cubicBezTo>
                    <a:pt x="0" y="154"/>
                    <a:pt x="41" y="195"/>
                    <a:pt x="92" y="195"/>
                  </a:cubicBezTo>
                  <a:cubicBezTo>
                    <a:pt x="143" y="195"/>
                    <a:pt x="184" y="154"/>
                    <a:pt x="184" y="103"/>
                  </a:cubicBezTo>
                  <a:cubicBezTo>
                    <a:pt x="184" y="52"/>
                    <a:pt x="14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5" name="Google Shape;8815;p32"/>
            <p:cNvSpPr/>
            <p:nvPr/>
          </p:nvSpPr>
          <p:spPr>
            <a:xfrm>
              <a:off x="-1148633" y="447802"/>
              <a:ext cx="15216" cy="16121"/>
            </a:xfrm>
            <a:custGeom>
              <a:avLst/>
              <a:gdLst/>
              <a:ahLst/>
              <a:cxnLst/>
              <a:rect l="l" t="t" r="r" b="b"/>
              <a:pathLst>
                <a:path w="185" h="196" extrusionOk="0">
                  <a:moveTo>
                    <a:pt x="92" y="1"/>
                  </a:moveTo>
                  <a:cubicBezTo>
                    <a:pt x="42" y="1"/>
                    <a:pt x="1" y="52"/>
                    <a:pt x="1" y="103"/>
                  </a:cubicBezTo>
                  <a:cubicBezTo>
                    <a:pt x="1" y="154"/>
                    <a:pt x="42" y="195"/>
                    <a:pt x="92" y="195"/>
                  </a:cubicBezTo>
                  <a:cubicBezTo>
                    <a:pt x="144" y="195"/>
                    <a:pt x="185" y="154"/>
                    <a:pt x="185" y="103"/>
                  </a:cubicBezTo>
                  <a:cubicBezTo>
                    <a:pt x="185" y="5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6" name="Google Shape;8816;p32"/>
            <p:cNvSpPr/>
            <p:nvPr/>
          </p:nvSpPr>
          <p:spPr>
            <a:xfrm>
              <a:off x="-1224221" y="372214"/>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3" y="184"/>
                    <a:pt x="184" y="143"/>
                    <a:pt x="184" y="93"/>
                  </a:cubicBezTo>
                  <a:cubicBezTo>
                    <a:pt x="184" y="41"/>
                    <a:pt x="14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7" name="Google Shape;8817;p32"/>
            <p:cNvSpPr/>
            <p:nvPr/>
          </p:nvSpPr>
          <p:spPr>
            <a:xfrm>
              <a:off x="-1148633" y="372214"/>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8" name="Google Shape;8818;p32"/>
            <p:cNvSpPr/>
            <p:nvPr/>
          </p:nvSpPr>
          <p:spPr>
            <a:xfrm>
              <a:off x="-1262056" y="410049"/>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9" name="Google Shape;8819;p32"/>
            <p:cNvSpPr/>
            <p:nvPr/>
          </p:nvSpPr>
          <p:spPr>
            <a:xfrm>
              <a:off x="-1338548" y="-274849"/>
              <a:ext cx="15216" cy="15216"/>
            </a:xfrm>
            <a:custGeom>
              <a:avLst/>
              <a:gdLst/>
              <a:ahLst/>
              <a:cxnLst/>
              <a:rect l="l" t="t" r="r" b="b"/>
              <a:pathLst>
                <a:path w="185" h="185" extrusionOk="0">
                  <a:moveTo>
                    <a:pt x="92" y="1"/>
                  </a:moveTo>
                  <a:cubicBezTo>
                    <a:pt x="52" y="1"/>
                    <a:pt x="21" y="21"/>
                    <a:pt x="11" y="62"/>
                  </a:cubicBezTo>
                  <a:cubicBezTo>
                    <a:pt x="1" y="73"/>
                    <a:pt x="1" y="82"/>
                    <a:pt x="1" y="93"/>
                  </a:cubicBezTo>
                  <a:cubicBezTo>
                    <a:pt x="1" y="123"/>
                    <a:pt x="11" y="144"/>
                    <a:pt x="31" y="164"/>
                  </a:cubicBezTo>
                  <a:cubicBezTo>
                    <a:pt x="42" y="175"/>
                    <a:pt x="72" y="184"/>
                    <a:pt x="92" y="184"/>
                  </a:cubicBezTo>
                  <a:cubicBezTo>
                    <a:pt x="123" y="184"/>
                    <a:pt x="144" y="175"/>
                    <a:pt x="154" y="164"/>
                  </a:cubicBezTo>
                  <a:cubicBezTo>
                    <a:pt x="174" y="144"/>
                    <a:pt x="185" y="123"/>
                    <a:pt x="185" y="93"/>
                  </a:cubicBezTo>
                  <a:cubicBezTo>
                    <a:pt x="185" y="82"/>
                    <a:pt x="185" y="73"/>
                    <a:pt x="174" y="6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0" name="Google Shape;8820;p32"/>
            <p:cNvSpPr/>
            <p:nvPr/>
          </p:nvSpPr>
          <p:spPr>
            <a:xfrm>
              <a:off x="-1338548" y="-350437"/>
              <a:ext cx="15216" cy="15216"/>
            </a:xfrm>
            <a:custGeom>
              <a:avLst/>
              <a:gdLst/>
              <a:ahLst/>
              <a:cxnLst/>
              <a:rect l="l" t="t" r="r" b="b"/>
              <a:pathLst>
                <a:path w="185" h="185"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1" name="Google Shape;8821;p32"/>
            <p:cNvSpPr/>
            <p:nvPr/>
          </p:nvSpPr>
          <p:spPr>
            <a:xfrm>
              <a:off x="-1376384" y="-312602"/>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2" name="Google Shape;8822;p32"/>
            <p:cNvSpPr/>
            <p:nvPr/>
          </p:nvSpPr>
          <p:spPr>
            <a:xfrm>
              <a:off x="-1300713" y="-312602"/>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3" name="Google Shape;8823;p32"/>
            <p:cNvSpPr/>
            <p:nvPr/>
          </p:nvSpPr>
          <p:spPr>
            <a:xfrm>
              <a:off x="-1368734" y="-381527"/>
              <a:ext cx="7567" cy="7649"/>
            </a:xfrm>
            <a:custGeom>
              <a:avLst/>
              <a:gdLst/>
              <a:ahLst/>
              <a:cxnLst/>
              <a:rect l="l" t="t" r="r" b="b"/>
              <a:pathLst>
                <a:path w="92" h="93" extrusionOk="0">
                  <a:moveTo>
                    <a:pt x="92" y="1"/>
                  </a:moveTo>
                  <a:lnTo>
                    <a:pt x="0" y="92"/>
                  </a:lnTo>
                  <a:cubicBezTo>
                    <a:pt x="51" y="92"/>
                    <a:pt x="92" y="5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4" name="Google Shape;8824;p32"/>
            <p:cNvSpPr/>
            <p:nvPr/>
          </p:nvSpPr>
          <p:spPr>
            <a:xfrm>
              <a:off x="-1300713" y="-38909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5" name="Google Shape;8825;p32"/>
            <p:cNvSpPr/>
            <p:nvPr/>
          </p:nvSpPr>
          <p:spPr>
            <a:xfrm>
              <a:off x="-1415041" y="-274849"/>
              <a:ext cx="16121" cy="15216"/>
            </a:xfrm>
            <a:custGeom>
              <a:avLst/>
              <a:gdLst/>
              <a:ahLst/>
              <a:cxnLst/>
              <a:rect l="l" t="t" r="r" b="b"/>
              <a:pathLst>
                <a:path w="196" h="185" extrusionOk="0">
                  <a:moveTo>
                    <a:pt x="93" y="1"/>
                  </a:moveTo>
                  <a:cubicBezTo>
                    <a:pt x="62" y="1"/>
                    <a:pt x="21" y="21"/>
                    <a:pt x="11" y="62"/>
                  </a:cubicBezTo>
                  <a:cubicBezTo>
                    <a:pt x="11" y="73"/>
                    <a:pt x="1" y="82"/>
                    <a:pt x="1" y="93"/>
                  </a:cubicBezTo>
                  <a:cubicBezTo>
                    <a:pt x="1" y="123"/>
                    <a:pt x="11" y="144"/>
                    <a:pt x="32" y="164"/>
                  </a:cubicBezTo>
                  <a:cubicBezTo>
                    <a:pt x="52" y="175"/>
                    <a:pt x="73" y="184"/>
                    <a:pt x="93" y="184"/>
                  </a:cubicBezTo>
                  <a:cubicBezTo>
                    <a:pt x="123" y="184"/>
                    <a:pt x="144" y="175"/>
                    <a:pt x="164" y="164"/>
                  </a:cubicBezTo>
                  <a:cubicBezTo>
                    <a:pt x="175" y="144"/>
                    <a:pt x="195" y="123"/>
                    <a:pt x="195" y="93"/>
                  </a:cubicBezTo>
                  <a:cubicBezTo>
                    <a:pt x="195" y="82"/>
                    <a:pt x="185" y="73"/>
                    <a:pt x="185" y="62"/>
                  </a:cubicBezTo>
                  <a:cubicBezTo>
                    <a:pt x="164" y="21"/>
                    <a:pt x="13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6" name="Google Shape;8826;p32"/>
            <p:cNvSpPr/>
            <p:nvPr/>
          </p:nvSpPr>
          <p:spPr>
            <a:xfrm>
              <a:off x="-1329336" y="-416813"/>
              <a:ext cx="5182" cy="5099"/>
            </a:xfrm>
            <a:custGeom>
              <a:avLst/>
              <a:gdLst/>
              <a:ahLst/>
              <a:cxnLst/>
              <a:rect l="l" t="t" r="r" b="b"/>
              <a:pathLst>
                <a:path w="63" h="62" extrusionOk="0">
                  <a:moveTo>
                    <a:pt x="62" y="0"/>
                  </a:moveTo>
                  <a:lnTo>
                    <a:pt x="1" y="62"/>
                  </a:lnTo>
                  <a:cubicBezTo>
                    <a:pt x="32" y="51"/>
                    <a:pt x="52" y="31"/>
                    <a:pt x="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7" name="Google Shape;8827;p32"/>
            <p:cNvSpPr/>
            <p:nvPr/>
          </p:nvSpPr>
          <p:spPr>
            <a:xfrm>
              <a:off x="-1338548" y="-122686"/>
              <a:ext cx="15216" cy="15216"/>
            </a:xfrm>
            <a:custGeom>
              <a:avLst/>
              <a:gdLst/>
              <a:ahLst/>
              <a:cxnLst/>
              <a:rect l="l" t="t" r="r" b="b"/>
              <a:pathLst>
                <a:path w="185" h="185" extrusionOk="0">
                  <a:moveTo>
                    <a:pt x="92" y="0"/>
                  </a:moveTo>
                  <a:cubicBezTo>
                    <a:pt x="52" y="0"/>
                    <a:pt x="21" y="30"/>
                    <a:pt x="11" y="61"/>
                  </a:cubicBezTo>
                  <a:cubicBezTo>
                    <a:pt x="1" y="71"/>
                    <a:pt x="1" y="82"/>
                    <a:pt x="1" y="92"/>
                  </a:cubicBezTo>
                  <a:cubicBezTo>
                    <a:pt x="1" y="143"/>
                    <a:pt x="42" y="184"/>
                    <a:pt x="92" y="184"/>
                  </a:cubicBezTo>
                  <a:cubicBezTo>
                    <a:pt x="144" y="184"/>
                    <a:pt x="185" y="143"/>
                    <a:pt x="185" y="92"/>
                  </a:cubicBezTo>
                  <a:cubicBezTo>
                    <a:pt x="185" y="82"/>
                    <a:pt x="185" y="71"/>
                    <a:pt x="174" y="61"/>
                  </a:cubicBezTo>
                  <a:cubicBezTo>
                    <a:pt x="164" y="30"/>
                    <a:pt x="133"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8" name="Google Shape;8828;p32"/>
            <p:cNvSpPr/>
            <p:nvPr/>
          </p:nvSpPr>
          <p:spPr>
            <a:xfrm>
              <a:off x="-1338548" y="-198356"/>
              <a:ext cx="15216" cy="15216"/>
            </a:xfrm>
            <a:custGeom>
              <a:avLst/>
              <a:gdLst/>
              <a:ahLst/>
              <a:cxnLst/>
              <a:rect l="l" t="t" r="r" b="b"/>
              <a:pathLst>
                <a:path w="185" h="185" extrusionOk="0">
                  <a:moveTo>
                    <a:pt x="92" y="1"/>
                  </a:moveTo>
                  <a:cubicBezTo>
                    <a:pt x="42" y="1"/>
                    <a:pt x="1" y="42"/>
                    <a:pt x="1" y="92"/>
                  </a:cubicBezTo>
                  <a:cubicBezTo>
                    <a:pt x="1" y="144"/>
                    <a:pt x="42" y="185"/>
                    <a:pt x="92" y="185"/>
                  </a:cubicBezTo>
                  <a:cubicBezTo>
                    <a:pt x="144" y="185"/>
                    <a:pt x="185" y="144"/>
                    <a:pt x="185" y="92"/>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9" name="Google Shape;8829;p32"/>
            <p:cNvSpPr/>
            <p:nvPr/>
          </p:nvSpPr>
          <p:spPr>
            <a:xfrm>
              <a:off x="-1376384" y="-160521"/>
              <a:ext cx="15216" cy="15134"/>
            </a:xfrm>
            <a:custGeom>
              <a:avLst/>
              <a:gdLst/>
              <a:ahLst/>
              <a:cxnLst/>
              <a:rect l="l" t="t" r="r" b="b"/>
              <a:pathLst>
                <a:path w="185" h="184"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0" name="Google Shape;8830;p32"/>
            <p:cNvSpPr/>
            <p:nvPr/>
          </p:nvSpPr>
          <p:spPr>
            <a:xfrm>
              <a:off x="-1300713" y="-160521"/>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1" name="Google Shape;8831;p32"/>
            <p:cNvSpPr/>
            <p:nvPr/>
          </p:nvSpPr>
          <p:spPr>
            <a:xfrm>
              <a:off x="-1376384" y="-237014"/>
              <a:ext cx="15216" cy="16039"/>
            </a:xfrm>
            <a:custGeom>
              <a:avLst/>
              <a:gdLst/>
              <a:ahLst/>
              <a:cxnLst/>
              <a:rect l="l" t="t" r="r" b="b"/>
              <a:pathLst>
                <a:path w="185" h="195" extrusionOk="0">
                  <a:moveTo>
                    <a:pt x="93" y="1"/>
                  </a:moveTo>
                  <a:cubicBezTo>
                    <a:pt x="42" y="1"/>
                    <a:pt x="1" y="42"/>
                    <a:pt x="1" y="92"/>
                  </a:cubicBezTo>
                  <a:cubicBezTo>
                    <a:pt x="1" y="144"/>
                    <a:pt x="42" y="194"/>
                    <a:pt x="93" y="194"/>
                  </a:cubicBezTo>
                  <a:cubicBezTo>
                    <a:pt x="144" y="194"/>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2" name="Google Shape;8832;p32"/>
            <p:cNvSpPr/>
            <p:nvPr/>
          </p:nvSpPr>
          <p:spPr>
            <a:xfrm>
              <a:off x="-1300713" y="-237014"/>
              <a:ext cx="15216" cy="16039"/>
            </a:xfrm>
            <a:custGeom>
              <a:avLst/>
              <a:gdLst/>
              <a:ahLst/>
              <a:cxnLst/>
              <a:rect l="l" t="t" r="r" b="b"/>
              <a:pathLst>
                <a:path w="185" h="195" extrusionOk="0">
                  <a:moveTo>
                    <a:pt x="93" y="1"/>
                  </a:moveTo>
                  <a:cubicBezTo>
                    <a:pt x="41" y="1"/>
                    <a:pt x="0" y="42"/>
                    <a:pt x="0" y="92"/>
                  </a:cubicBezTo>
                  <a:cubicBezTo>
                    <a:pt x="0" y="144"/>
                    <a:pt x="41" y="194"/>
                    <a:pt x="93" y="194"/>
                  </a:cubicBezTo>
                  <a:cubicBezTo>
                    <a:pt x="143" y="194"/>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3" name="Google Shape;8833;p32"/>
            <p:cNvSpPr/>
            <p:nvPr/>
          </p:nvSpPr>
          <p:spPr>
            <a:xfrm>
              <a:off x="-1415041" y="-122686"/>
              <a:ext cx="16121" cy="15216"/>
            </a:xfrm>
            <a:custGeom>
              <a:avLst/>
              <a:gdLst/>
              <a:ahLst/>
              <a:cxnLst/>
              <a:rect l="l" t="t" r="r" b="b"/>
              <a:pathLst>
                <a:path w="196" h="185" extrusionOk="0">
                  <a:moveTo>
                    <a:pt x="93" y="0"/>
                  </a:moveTo>
                  <a:cubicBezTo>
                    <a:pt x="62" y="0"/>
                    <a:pt x="21" y="30"/>
                    <a:pt x="11" y="61"/>
                  </a:cubicBezTo>
                  <a:cubicBezTo>
                    <a:pt x="11" y="71"/>
                    <a:pt x="1" y="82"/>
                    <a:pt x="1" y="92"/>
                  </a:cubicBezTo>
                  <a:cubicBezTo>
                    <a:pt x="1" y="143"/>
                    <a:pt x="42" y="184"/>
                    <a:pt x="93" y="184"/>
                  </a:cubicBezTo>
                  <a:cubicBezTo>
                    <a:pt x="144" y="184"/>
                    <a:pt x="195" y="143"/>
                    <a:pt x="195" y="92"/>
                  </a:cubicBezTo>
                  <a:cubicBezTo>
                    <a:pt x="195" y="82"/>
                    <a:pt x="185" y="71"/>
                    <a:pt x="185"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4" name="Google Shape;8834;p32"/>
            <p:cNvSpPr/>
            <p:nvPr/>
          </p:nvSpPr>
          <p:spPr>
            <a:xfrm>
              <a:off x="-1415041" y="-198356"/>
              <a:ext cx="16121" cy="15216"/>
            </a:xfrm>
            <a:custGeom>
              <a:avLst/>
              <a:gdLst/>
              <a:ahLst/>
              <a:cxnLst/>
              <a:rect l="l" t="t" r="r" b="b"/>
              <a:pathLst>
                <a:path w="196" h="185" extrusionOk="0">
                  <a:moveTo>
                    <a:pt x="93" y="1"/>
                  </a:moveTo>
                  <a:cubicBezTo>
                    <a:pt x="42" y="1"/>
                    <a:pt x="1" y="42"/>
                    <a:pt x="1" y="92"/>
                  </a:cubicBezTo>
                  <a:cubicBezTo>
                    <a:pt x="1" y="144"/>
                    <a:pt x="42" y="185"/>
                    <a:pt x="93" y="185"/>
                  </a:cubicBezTo>
                  <a:cubicBezTo>
                    <a:pt x="144" y="185"/>
                    <a:pt x="195" y="144"/>
                    <a:pt x="195" y="92"/>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5" name="Google Shape;8835;p32"/>
            <p:cNvSpPr/>
            <p:nvPr/>
          </p:nvSpPr>
          <p:spPr>
            <a:xfrm>
              <a:off x="-1338548" y="29313"/>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6" name="Google Shape;8836;p32"/>
            <p:cNvSpPr/>
            <p:nvPr/>
          </p:nvSpPr>
          <p:spPr>
            <a:xfrm>
              <a:off x="-1338548" y="-46275"/>
              <a:ext cx="15216" cy="15216"/>
            </a:xfrm>
            <a:custGeom>
              <a:avLst/>
              <a:gdLst/>
              <a:ahLst/>
              <a:cxnLst/>
              <a:rect l="l" t="t" r="r" b="b"/>
              <a:pathLst>
                <a:path w="185" h="185" extrusionOk="0">
                  <a:moveTo>
                    <a:pt x="92" y="0"/>
                  </a:moveTo>
                  <a:cubicBezTo>
                    <a:pt x="42" y="0"/>
                    <a:pt x="1" y="41"/>
                    <a:pt x="1" y="93"/>
                  </a:cubicBezTo>
                  <a:cubicBezTo>
                    <a:pt x="1" y="143"/>
                    <a:pt x="42" y="184"/>
                    <a:pt x="92" y="184"/>
                  </a:cubicBezTo>
                  <a:cubicBezTo>
                    <a:pt x="144" y="184"/>
                    <a:pt x="185" y="143"/>
                    <a:pt x="185" y="93"/>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7" name="Google Shape;8837;p32"/>
            <p:cNvSpPr/>
            <p:nvPr/>
          </p:nvSpPr>
          <p:spPr>
            <a:xfrm>
              <a:off x="-1376384" y="-8440"/>
              <a:ext cx="15216" cy="15216"/>
            </a:xfrm>
            <a:custGeom>
              <a:avLst/>
              <a:gdLst/>
              <a:ahLst/>
              <a:cxnLst/>
              <a:rect l="l" t="t" r="r" b="b"/>
              <a:pathLst>
                <a:path w="185" h="185" extrusionOk="0">
                  <a:moveTo>
                    <a:pt x="93" y="1"/>
                  </a:moveTo>
                  <a:cubicBezTo>
                    <a:pt x="42" y="1"/>
                    <a:pt x="1" y="41"/>
                    <a:pt x="1" y="92"/>
                  </a:cubicBezTo>
                  <a:cubicBezTo>
                    <a:pt x="1" y="144"/>
                    <a:pt x="42" y="184"/>
                    <a:pt x="93" y="184"/>
                  </a:cubicBezTo>
                  <a:cubicBezTo>
                    <a:pt x="144" y="184"/>
                    <a:pt x="185" y="144"/>
                    <a:pt x="185" y="92"/>
                  </a:cubicBezTo>
                  <a:cubicBezTo>
                    <a:pt x="185" y="41"/>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8" name="Google Shape;8838;p32"/>
            <p:cNvSpPr/>
            <p:nvPr/>
          </p:nvSpPr>
          <p:spPr>
            <a:xfrm>
              <a:off x="-1300713" y="-8440"/>
              <a:ext cx="15216" cy="15216"/>
            </a:xfrm>
            <a:custGeom>
              <a:avLst/>
              <a:gdLst/>
              <a:ahLst/>
              <a:cxnLst/>
              <a:rect l="l" t="t" r="r" b="b"/>
              <a:pathLst>
                <a:path w="185" h="185" extrusionOk="0">
                  <a:moveTo>
                    <a:pt x="93" y="1"/>
                  </a:moveTo>
                  <a:cubicBezTo>
                    <a:pt x="41" y="1"/>
                    <a:pt x="0" y="41"/>
                    <a:pt x="0" y="92"/>
                  </a:cubicBezTo>
                  <a:cubicBezTo>
                    <a:pt x="0" y="144"/>
                    <a:pt x="41" y="184"/>
                    <a:pt x="93" y="184"/>
                  </a:cubicBezTo>
                  <a:cubicBezTo>
                    <a:pt x="143" y="184"/>
                    <a:pt x="184" y="144"/>
                    <a:pt x="184" y="92"/>
                  </a:cubicBezTo>
                  <a:cubicBezTo>
                    <a:pt x="184" y="41"/>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9" name="Google Shape;8839;p32"/>
            <p:cNvSpPr/>
            <p:nvPr/>
          </p:nvSpPr>
          <p:spPr>
            <a:xfrm>
              <a:off x="-1376384" y="-84028"/>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0" name="Google Shape;8840;p32"/>
            <p:cNvSpPr/>
            <p:nvPr/>
          </p:nvSpPr>
          <p:spPr>
            <a:xfrm>
              <a:off x="-1300713" y="-84028"/>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1" name="Google Shape;8841;p32"/>
            <p:cNvSpPr/>
            <p:nvPr/>
          </p:nvSpPr>
          <p:spPr>
            <a:xfrm>
              <a:off x="-1415041" y="29313"/>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2" name="Google Shape;8842;p32"/>
            <p:cNvSpPr/>
            <p:nvPr/>
          </p:nvSpPr>
          <p:spPr>
            <a:xfrm>
              <a:off x="-1415041" y="-46275"/>
              <a:ext cx="16121" cy="15216"/>
            </a:xfrm>
            <a:custGeom>
              <a:avLst/>
              <a:gdLst/>
              <a:ahLst/>
              <a:cxnLst/>
              <a:rect l="l" t="t" r="r" b="b"/>
              <a:pathLst>
                <a:path w="196" h="185" extrusionOk="0">
                  <a:moveTo>
                    <a:pt x="93" y="0"/>
                  </a:moveTo>
                  <a:cubicBezTo>
                    <a:pt x="42" y="0"/>
                    <a:pt x="1" y="41"/>
                    <a:pt x="1" y="93"/>
                  </a:cubicBezTo>
                  <a:cubicBezTo>
                    <a:pt x="1" y="143"/>
                    <a:pt x="42" y="184"/>
                    <a:pt x="93" y="184"/>
                  </a:cubicBezTo>
                  <a:cubicBezTo>
                    <a:pt x="144" y="184"/>
                    <a:pt x="195" y="143"/>
                    <a:pt x="195" y="93"/>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3" name="Google Shape;8843;p32"/>
            <p:cNvSpPr/>
            <p:nvPr/>
          </p:nvSpPr>
          <p:spPr>
            <a:xfrm>
              <a:off x="-1338548" y="182298"/>
              <a:ext cx="15216" cy="15216"/>
            </a:xfrm>
            <a:custGeom>
              <a:avLst/>
              <a:gdLst/>
              <a:ahLst/>
              <a:cxnLst/>
              <a:rect l="l" t="t" r="r" b="b"/>
              <a:pathLst>
                <a:path w="185" h="185" extrusionOk="0">
                  <a:moveTo>
                    <a:pt x="52" y="0"/>
                  </a:moveTo>
                  <a:cubicBezTo>
                    <a:pt x="31" y="11"/>
                    <a:pt x="21" y="31"/>
                    <a:pt x="11" y="52"/>
                  </a:cubicBezTo>
                  <a:cubicBezTo>
                    <a:pt x="1" y="62"/>
                    <a:pt x="1" y="72"/>
                    <a:pt x="1" y="93"/>
                  </a:cubicBezTo>
                  <a:cubicBezTo>
                    <a:pt x="1" y="143"/>
                    <a:pt x="42" y="184"/>
                    <a:pt x="92" y="184"/>
                  </a:cubicBezTo>
                  <a:cubicBezTo>
                    <a:pt x="144" y="184"/>
                    <a:pt x="185" y="143"/>
                    <a:pt x="185" y="93"/>
                  </a:cubicBezTo>
                  <a:cubicBezTo>
                    <a:pt x="185" y="72"/>
                    <a:pt x="185" y="62"/>
                    <a:pt x="174" y="52"/>
                  </a:cubicBezTo>
                  <a:cubicBezTo>
                    <a:pt x="164" y="31"/>
                    <a:pt x="154" y="11"/>
                    <a:pt x="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4" name="Google Shape;8844;p32"/>
            <p:cNvSpPr/>
            <p:nvPr/>
          </p:nvSpPr>
          <p:spPr>
            <a:xfrm>
              <a:off x="-1338548" y="105888"/>
              <a:ext cx="15216" cy="15134"/>
            </a:xfrm>
            <a:custGeom>
              <a:avLst/>
              <a:gdLst/>
              <a:ahLst/>
              <a:cxnLst/>
              <a:rect l="l" t="t" r="r" b="b"/>
              <a:pathLst>
                <a:path w="185" h="184" extrusionOk="0">
                  <a:moveTo>
                    <a:pt x="92" y="0"/>
                  </a:moveTo>
                  <a:cubicBezTo>
                    <a:pt x="42" y="0"/>
                    <a:pt x="1" y="41"/>
                    <a:pt x="1" y="92"/>
                  </a:cubicBezTo>
                  <a:cubicBezTo>
                    <a:pt x="1" y="143"/>
                    <a:pt x="42" y="184"/>
                    <a:pt x="92" y="184"/>
                  </a:cubicBezTo>
                  <a:cubicBezTo>
                    <a:pt x="144" y="184"/>
                    <a:pt x="185" y="143"/>
                    <a:pt x="185" y="92"/>
                  </a:cubicBezTo>
                  <a:cubicBezTo>
                    <a:pt x="185"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5" name="Google Shape;8845;p32"/>
            <p:cNvSpPr/>
            <p:nvPr/>
          </p:nvSpPr>
          <p:spPr>
            <a:xfrm>
              <a:off x="-1376384" y="143641"/>
              <a:ext cx="15216" cy="15216"/>
            </a:xfrm>
            <a:custGeom>
              <a:avLst/>
              <a:gdLst/>
              <a:ahLst/>
              <a:cxnLst/>
              <a:rect l="l" t="t" r="r" b="b"/>
              <a:pathLst>
                <a:path w="185" h="185" extrusionOk="0">
                  <a:moveTo>
                    <a:pt x="93" y="0"/>
                  </a:moveTo>
                  <a:cubicBezTo>
                    <a:pt x="42" y="0"/>
                    <a:pt x="1" y="41"/>
                    <a:pt x="1" y="93"/>
                  </a:cubicBezTo>
                  <a:cubicBezTo>
                    <a:pt x="1" y="143"/>
                    <a:pt x="42" y="184"/>
                    <a:pt x="93" y="184"/>
                  </a:cubicBezTo>
                  <a:cubicBezTo>
                    <a:pt x="144" y="184"/>
                    <a:pt x="185" y="143"/>
                    <a:pt x="185" y="93"/>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6" name="Google Shape;8846;p32"/>
            <p:cNvSpPr/>
            <p:nvPr/>
          </p:nvSpPr>
          <p:spPr>
            <a:xfrm>
              <a:off x="-1300713" y="143641"/>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7" name="Google Shape;8847;p32"/>
            <p:cNvSpPr/>
            <p:nvPr/>
          </p:nvSpPr>
          <p:spPr>
            <a:xfrm>
              <a:off x="-1376384" y="67970"/>
              <a:ext cx="15216" cy="15216"/>
            </a:xfrm>
            <a:custGeom>
              <a:avLst/>
              <a:gdLst/>
              <a:ahLst/>
              <a:cxnLst/>
              <a:rect l="l" t="t" r="r" b="b"/>
              <a:pathLst>
                <a:path w="185" h="185" extrusionOk="0">
                  <a:moveTo>
                    <a:pt x="93" y="1"/>
                  </a:moveTo>
                  <a:cubicBezTo>
                    <a:pt x="42" y="1"/>
                    <a:pt x="1" y="42"/>
                    <a:pt x="1" y="93"/>
                  </a:cubicBezTo>
                  <a:cubicBezTo>
                    <a:pt x="1" y="144"/>
                    <a:pt x="42" y="185"/>
                    <a:pt x="93" y="185"/>
                  </a:cubicBezTo>
                  <a:cubicBezTo>
                    <a:pt x="144" y="185"/>
                    <a:pt x="185" y="144"/>
                    <a:pt x="185" y="93"/>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8" name="Google Shape;8848;p32"/>
            <p:cNvSpPr/>
            <p:nvPr/>
          </p:nvSpPr>
          <p:spPr>
            <a:xfrm>
              <a:off x="-1300713" y="67970"/>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9" name="Google Shape;8849;p32"/>
            <p:cNvSpPr/>
            <p:nvPr/>
          </p:nvSpPr>
          <p:spPr>
            <a:xfrm>
              <a:off x="-1415041" y="182298"/>
              <a:ext cx="16121" cy="15216"/>
            </a:xfrm>
            <a:custGeom>
              <a:avLst/>
              <a:gdLst/>
              <a:ahLst/>
              <a:cxnLst/>
              <a:rect l="l" t="t" r="r" b="b"/>
              <a:pathLst>
                <a:path w="196" h="185" extrusionOk="0">
                  <a:moveTo>
                    <a:pt x="62" y="0"/>
                  </a:moveTo>
                  <a:cubicBezTo>
                    <a:pt x="42" y="11"/>
                    <a:pt x="21" y="31"/>
                    <a:pt x="11" y="52"/>
                  </a:cubicBezTo>
                  <a:cubicBezTo>
                    <a:pt x="11" y="62"/>
                    <a:pt x="1" y="72"/>
                    <a:pt x="1" y="93"/>
                  </a:cubicBezTo>
                  <a:cubicBezTo>
                    <a:pt x="1" y="143"/>
                    <a:pt x="42" y="184"/>
                    <a:pt x="93" y="184"/>
                  </a:cubicBezTo>
                  <a:cubicBezTo>
                    <a:pt x="144" y="184"/>
                    <a:pt x="195" y="143"/>
                    <a:pt x="195" y="93"/>
                  </a:cubicBezTo>
                  <a:cubicBezTo>
                    <a:pt x="195" y="72"/>
                    <a:pt x="185" y="62"/>
                    <a:pt x="185" y="52"/>
                  </a:cubicBezTo>
                  <a:cubicBezTo>
                    <a:pt x="175" y="31"/>
                    <a:pt x="154" y="11"/>
                    <a:pt x="1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0" name="Google Shape;8850;p32"/>
            <p:cNvSpPr/>
            <p:nvPr/>
          </p:nvSpPr>
          <p:spPr>
            <a:xfrm>
              <a:off x="-1415041" y="105888"/>
              <a:ext cx="16121" cy="15134"/>
            </a:xfrm>
            <a:custGeom>
              <a:avLst/>
              <a:gdLst/>
              <a:ahLst/>
              <a:cxnLst/>
              <a:rect l="l" t="t" r="r" b="b"/>
              <a:pathLst>
                <a:path w="196" h="184" extrusionOk="0">
                  <a:moveTo>
                    <a:pt x="93" y="0"/>
                  </a:moveTo>
                  <a:cubicBezTo>
                    <a:pt x="42" y="0"/>
                    <a:pt x="1" y="41"/>
                    <a:pt x="1" y="92"/>
                  </a:cubicBezTo>
                  <a:cubicBezTo>
                    <a:pt x="1" y="143"/>
                    <a:pt x="42" y="184"/>
                    <a:pt x="93" y="184"/>
                  </a:cubicBezTo>
                  <a:cubicBezTo>
                    <a:pt x="144" y="184"/>
                    <a:pt x="195" y="143"/>
                    <a:pt x="195" y="92"/>
                  </a:cubicBezTo>
                  <a:cubicBezTo>
                    <a:pt x="19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1" name="Google Shape;8851;p32"/>
            <p:cNvSpPr/>
            <p:nvPr/>
          </p:nvSpPr>
          <p:spPr>
            <a:xfrm>
              <a:off x="-1338548" y="334379"/>
              <a:ext cx="15216" cy="15216"/>
            </a:xfrm>
            <a:custGeom>
              <a:avLst/>
              <a:gdLst/>
              <a:ahLst/>
              <a:cxnLst/>
              <a:rect l="l" t="t" r="r" b="b"/>
              <a:pathLst>
                <a:path w="185" h="185" extrusionOk="0">
                  <a:moveTo>
                    <a:pt x="92" y="1"/>
                  </a:moveTo>
                  <a:cubicBezTo>
                    <a:pt x="52" y="1"/>
                    <a:pt x="21" y="21"/>
                    <a:pt x="11" y="52"/>
                  </a:cubicBezTo>
                  <a:cubicBezTo>
                    <a:pt x="1" y="62"/>
                    <a:pt x="1" y="72"/>
                    <a:pt x="1" y="92"/>
                  </a:cubicBezTo>
                  <a:cubicBezTo>
                    <a:pt x="1" y="113"/>
                    <a:pt x="11" y="133"/>
                    <a:pt x="31" y="154"/>
                  </a:cubicBezTo>
                  <a:cubicBezTo>
                    <a:pt x="42" y="174"/>
                    <a:pt x="72" y="185"/>
                    <a:pt x="92" y="185"/>
                  </a:cubicBezTo>
                  <a:cubicBezTo>
                    <a:pt x="123" y="185"/>
                    <a:pt x="144" y="174"/>
                    <a:pt x="154" y="154"/>
                  </a:cubicBezTo>
                  <a:cubicBezTo>
                    <a:pt x="174" y="133"/>
                    <a:pt x="185" y="113"/>
                    <a:pt x="185" y="92"/>
                  </a:cubicBezTo>
                  <a:cubicBezTo>
                    <a:pt x="185" y="72"/>
                    <a:pt x="185" y="62"/>
                    <a:pt x="174" y="52"/>
                  </a:cubicBezTo>
                  <a:cubicBezTo>
                    <a:pt x="164" y="21"/>
                    <a:pt x="133"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2" name="Google Shape;8852;p32"/>
            <p:cNvSpPr/>
            <p:nvPr/>
          </p:nvSpPr>
          <p:spPr>
            <a:xfrm>
              <a:off x="-1338548" y="257886"/>
              <a:ext cx="15216" cy="15216"/>
            </a:xfrm>
            <a:custGeom>
              <a:avLst/>
              <a:gdLst/>
              <a:ahLst/>
              <a:cxnLst/>
              <a:rect l="l" t="t" r="r" b="b"/>
              <a:pathLst>
                <a:path w="185" h="185" extrusionOk="0">
                  <a:moveTo>
                    <a:pt x="92" y="1"/>
                  </a:moveTo>
                  <a:cubicBezTo>
                    <a:pt x="42" y="1"/>
                    <a:pt x="1" y="42"/>
                    <a:pt x="1" y="93"/>
                  </a:cubicBezTo>
                  <a:cubicBezTo>
                    <a:pt x="1" y="144"/>
                    <a:pt x="42" y="185"/>
                    <a:pt x="92" y="185"/>
                  </a:cubicBezTo>
                  <a:cubicBezTo>
                    <a:pt x="144" y="185"/>
                    <a:pt x="185" y="144"/>
                    <a:pt x="185" y="93"/>
                  </a:cubicBezTo>
                  <a:cubicBezTo>
                    <a:pt x="185"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3" name="Google Shape;8853;p32"/>
            <p:cNvSpPr/>
            <p:nvPr/>
          </p:nvSpPr>
          <p:spPr>
            <a:xfrm>
              <a:off x="-1376384" y="295721"/>
              <a:ext cx="15216" cy="15216"/>
            </a:xfrm>
            <a:custGeom>
              <a:avLst/>
              <a:gdLst/>
              <a:ahLst/>
              <a:cxnLst/>
              <a:rect l="l" t="t" r="r" b="b"/>
              <a:pathLst>
                <a:path w="185" h="185" extrusionOk="0">
                  <a:moveTo>
                    <a:pt x="93" y="1"/>
                  </a:moveTo>
                  <a:cubicBezTo>
                    <a:pt x="42" y="1"/>
                    <a:pt x="1" y="42"/>
                    <a:pt x="1" y="92"/>
                  </a:cubicBezTo>
                  <a:cubicBezTo>
                    <a:pt x="1" y="144"/>
                    <a:pt x="42" y="185"/>
                    <a:pt x="93" y="185"/>
                  </a:cubicBezTo>
                  <a:cubicBezTo>
                    <a:pt x="144" y="185"/>
                    <a:pt x="185" y="144"/>
                    <a:pt x="185" y="92"/>
                  </a:cubicBezTo>
                  <a:cubicBezTo>
                    <a:pt x="18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4" name="Google Shape;8854;p32"/>
            <p:cNvSpPr/>
            <p:nvPr/>
          </p:nvSpPr>
          <p:spPr>
            <a:xfrm>
              <a:off x="-1300713" y="295721"/>
              <a:ext cx="15216" cy="15216"/>
            </a:xfrm>
            <a:custGeom>
              <a:avLst/>
              <a:gdLst/>
              <a:ahLst/>
              <a:cxnLst/>
              <a:rect l="l" t="t" r="r" b="b"/>
              <a:pathLst>
                <a:path w="185" h="185" extrusionOk="0">
                  <a:moveTo>
                    <a:pt x="93" y="1"/>
                  </a:moveTo>
                  <a:cubicBezTo>
                    <a:pt x="41" y="1"/>
                    <a:pt x="0" y="42"/>
                    <a:pt x="0" y="92"/>
                  </a:cubicBezTo>
                  <a:cubicBezTo>
                    <a:pt x="0" y="144"/>
                    <a:pt x="41" y="185"/>
                    <a:pt x="93" y="185"/>
                  </a:cubicBezTo>
                  <a:cubicBezTo>
                    <a:pt x="143" y="185"/>
                    <a:pt x="184" y="144"/>
                    <a:pt x="184" y="92"/>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5" name="Google Shape;8855;p32"/>
            <p:cNvSpPr/>
            <p:nvPr/>
          </p:nvSpPr>
          <p:spPr>
            <a:xfrm>
              <a:off x="-1376384" y="220133"/>
              <a:ext cx="15216" cy="15216"/>
            </a:xfrm>
            <a:custGeom>
              <a:avLst/>
              <a:gdLst/>
              <a:ahLst/>
              <a:cxnLst/>
              <a:rect l="l" t="t" r="r" b="b"/>
              <a:pathLst>
                <a:path w="185" h="185" extrusionOk="0">
                  <a:moveTo>
                    <a:pt x="93" y="0"/>
                  </a:moveTo>
                  <a:cubicBezTo>
                    <a:pt x="42" y="0"/>
                    <a:pt x="1" y="41"/>
                    <a:pt x="1" y="92"/>
                  </a:cubicBezTo>
                  <a:cubicBezTo>
                    <a:pt x="1" y="143"/>
                    <a:pt x="42" y="184"/>
                    <a:pt x="93" y="184"/>
                  </a:cubicBezTo>
                  <a:cubicBezTo>
                    <a:pt x="144" y="184"/>
                    <a:pt x="185" y="143"/>
                    <a:pt x="185" y="92"/>
                  </a:cubicBezTo>
                  <a:cubicBezTo>
                    <a:pt x="185" y="41"/>
                    <a:pt x="14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6" name="Google Shape;8856;p32"/>
            <p:cNvSpPr/>
            <p:nvPr/>
          </p:nvSpPr>
          <p:spPr>
            <a:xfrm>
              <a:off x="-1300713" y="220133"/>
              <a:ext cx="15216" cy="15216"/>
            </a:xfrm>
            <a:custGeom>
              <a:avLst/>
              <a:gdLst/>
              <a:ahLst/>
              <a:cxnLst/>
              <a:rect l="l" t="t" r="r" b="b"/>
              <a:pathLst>
                <a:path w="185" h="185"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7" name="Google Shape;8857;p32"/>
            <p:cNvSpPr/>
            <p:nvPr/>
          </p:nvSpPr>
          <p:spPr>
            <a:xfrm>
              <a:off x="-1404020" y="335202"/>
              <a:ext cx="4195" cy="5099"/>
            </a:xfrm>
            <a:custGeom>
              <a:avLst/>
              <a:gdLst/>
              <a:ahLst/>
              <a:cxnLst/>
              <a:rect l="l" t="t" r="r" b="b"/>
              <a:pathLst>
                <a:path w="51" h="62" extrusionOk="0">
                  <a:moveTo>
                    <a:pt x="0" y="1"/>
                  </a:moveTo>
                  <a:cubicBezTo>
                    <a:pt x="20" y="21"/>
                    <a:pt x="30" y="42"/>
                    <a:pt x="51" y="62"/>
                  </a:cubicBezTo>
                  <a:lnTo>
                    <a:pt x="51" y="42"/>
                  </a:lnTo>
                  <a:cubicBezTo>
                    <a:pt x="41" y="21"/>
                    <a:pt x="20"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8" name="Google Shape;8858;p32"/>
            <p:cNvSpPr/>
            <p:nvPr/>
          </p:nvSpPr>
          <p:spPr>
            <a:xfrm>
              <a:off x="-1415041" y="257886"/>
              <a:ext cx="16121" cy="15216"/>
            </a:xfrm>
            <a:custGeom>
              <a:avLst/>
              <a:gdLst/>
              <a:ahLst/>
              <a:cxnLst/>
              <a:rect l="l" t="t" r="r" b="b"/>
              <a:pathLst>
                <a:path w="196" h="185" extrusionOk="0">
                  <a:moveTo>
                    <a:pt x="93" y="1"/>
                  </a:moveTo>
                  <a:cubicBezTo>
                    <a:pt x="42" y="1"/>
                    <a:pt x="1" y="42"/>
                    <a:pt x="1" y="93"/>
                  </a:cubicBezTo>
                  <a:cubicBezTo>
                    <a:pt x="1" y="144"/>
                    <a:pt x="42" y="185"/>
                    <a:pt x="93" y="185"/>
                  </a:cubicBezTo>
                  <a:cubicBezTo>
                    <a:pt x="144" y="185"/>
                    <a:pt x="195" y="144"/>
                    <a:pt x="195" y="93"/>
                  </a:cubicBezTo>
                  <a:cubicBezTo>
                    <a:pt x="195" y="42"/>
                    <a:pt x="144"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9" name="Google Shape;8859;p32"/>
            <p:cNvSpPr/>
            <p:nvPr/>
          </p:nvSpPr>
          <p:spPr>
            <a:xfrm>
              <a:off x="-1333449" y="410049"/>
              <a:ext cx="10117" cy="9294"/>
            </a:xfrm>
            <a:custGeom>
              <a:avLst/>
              <a:gdLst/>
              <a:ahLst/>
              <a:cxnLst/>
              <a:rect l="l" t="t" r="r" b="b"/>
              <a:pathLst>
                <a:path w="123" h="113" extrusionOk="0">
                  <a:moveTo>
                    <a:pt x="30" y="0"/>
                  </a:moveTo>
                  <a:cubicBezTo>
                    <a:pt x="21" y="0"/>
                    <a:pt x="10" y="0"/>
                    <a:pt x="0" y="10"/>
                  </a:cubicBezTo>
                  <a:cubicBezTo>
                    <a:pt x="41" y="41"/>
                    <a:pt x="82" y="82"/>
                    <a:pt x="123" y="112"/>
                  </a:cubicBezTo>
                  <a:lnTo>
                    <a:pt x="123" y="92"/>
                  </a:lnTo>
                  <a:cubicBezTo>
                    <a:pt x="123" y="41"/>
                    <a:pt x="82" y="0"/>
                    <a:pt x="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0" name="Google Shape;8860;p32"/>
            <p:cNvSpPr/>
            <p:nvPr/>
          </p:nvSpPr>
          <p:spPr>
            <a:xfrm>
              <a:off x="-1372107" y="372214"/>
              <a:ext cx="10939" cy="11022"/>
            </a:xfrm>
            <a:custGeom>
              <a:avLst/>
              <a:gdLst/>
              <a:ahLst/>
              <a:cxnLst/>
              <a:rect l="l" t="t" r="r" b="b"/>
              <a:pathLst>
                <a:path w="133" h="134" extrusionOk="0">
                  <a:moveTo>
                    <a:pt x="41" y="0"/>
                  </a:moveTo>
                  <a:cubicBezTo>
                    <a:pt x="21" y="0"/>
                    <a:pt x="10" y="0"/>
                    <a:pt x="0" y="11"/>
                  </a:cubicBezTo>
                  <a:lnTo>
                    <a:pt x="123" y="133"/>
                  </a:lnTo>
                  <a:cubicBezTo>
                    <a:pt x="123" y="123"/>
                    <a:pt x="133" y="102"/>
                    <a:pt x="133" y="93"/>
                  </a:cubicBezTo>
                  <a:cubicBezTo>
                    <a:pt x="133" y="41"/>
                    <a:pt x="92"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1" name="Google Shape;8861;p32"/>
            <p:cNvSpPr/>
            <p:nvPr/>
          </p:nvSpPr>
          <p:spPr>
            <a:xfrm>
              <a:off x="-1300713" y="372214"/>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2" name="Google Shape;8862;p32"/>
            <p:cNvSpPr/>
            <p:nvPr/>
          </p:nvSpPr>
          <p:spPr>
            <a:xfrm>
              <a:off x="-1490629" y="-122686"/>
              <a:ext cx="15216" cy="15216"/>
            </a:xfrm>
            <a:custGeom>
              <a:avLst/>
              <a:gdLst/>
              <a:ahLst/>
              <a:cxnLst/>
              <a:rect l="l" t="t" r="r" b="b"/>
              <a:pathLst>
                <a:path w="185" h="185" extrusionOk="0">
                  <a:moveTo>
                    <a:pt x="93" y="0"/>
                  </a:moveTo>
                  <a:cubicBezTo>
                    <a:pt x="52" y="0"/>
                    <a:pt x="21" y="30"/>
                    <a:pt x="11" y="61"/>
                  </a:cubicBezTo>
                  <a:cubicBezTo>
                    <a:pt x="0" y="71"/>
                    <a:pt x="0" y="82"/>
                    <a:pt x="0" y="92"/>
                  </a:cubicBezTo>
                  <a:cubicBezTo>
                    <a:pt x="0" y="143"/>
                    <a:pt x="41" y="184"/>
                    <a:pt x="93" y="184"/>
                  </a:cubicBezTo>
                  <a:cubicBezTo>
                    <a:pt x="143" y="184"/>
                    <a:pt x="184" y="143"/>
                    <a:pt x="184" y="92"/>
                  </a:cubicBezTo>
                  <a:cubicBezTo>
                    <a:pt x="184" y="82"/>
                    <a:pt x="184" y="71"/>
                    <a:pt x="174" y="61"/>
                  </a:cubicBezTo>
                  <a:cubicBezTo>
                    <a:pt x="164" y="30"/>
                    <a:pt x="134"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3" name="Google Shape;8863;p32"/>
            <p:cNvSpPr/>
            <p:nvPr/>
          </p:nvSpPr>
          <p:spPr>
            <a:xfrm>
              <a:off x="-1485612" y="-197533"/>
              <a:ext cx="10199" cy="14394"/>
            </a:xfrm>
            <a:custGeom>
              <a:avLst/>
              <a:gdLst/>
              <a:ahLst/>
              <a:cxnLst/>
              <a:rect l="l" t="t" r="r" b="b"/>
              <a:pathLst>
                <a:path w="124" h="175" extrusionOk="0">
                  <a:moveTo>
                    <a:pt x="73" y="0"/>
                  </a:moveTo>
                  <a:cubicBezTo>
                    <a:pt x="52" y="52"/>
                    <a:pt x="21" y="113"/>
                    <a:pt x="1" y="164"/>
                  </a:cubicBezTo>
                  <a:cubicBezTo>
                    <a:pt x="11" y="175"/>
                    <a:pt x="21" y="175"/>
                    <a:pt x="32" y="175"/>
                  </a:cubicBezTo>
                  <a:cubicBezTo>
                    <a:pt x="82" y="175"/>
                    <a:pt x="123" y="134"/>
                    <a:pt x="123" y="82"/>
                  </a:cubicBezTo>
                  <a:cubicBezTo>
                    <a:pt x="123" y="41"/>
                    <a:pt x="103" y="11"/>
                    <a:pt x="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4" name="Google Shape;8864;p32"/>
            <p:cNvSpPr/>
            <p:nvPr/>
          </p:nvSpPr>
          <p:spPr>
            <a:xfrm>
              <a:off x="-1452794" y="-160521"/>
              <a:ext cx="15216" cy="15134"/>
            </a:xfrm>
            <a:custGeom>
              <a:avLst/>
              <a:gdLst/>
              <a:ahLst/>
              <a:cxnLst/>
              <a:rect l="l" t="t" r="r" b="b"/>
              <a:pathLst>
                <a:path w="185" h="184"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5" name="Google Shape;8865;p32"/>
            <p:cNvSpPr/>
            <p:nvPr/>
          </p:nvSpPr>
          <p:spPr>
            <a:xfrm>
              <a:off x="-1452794" y="-237014"/>
              <a:ext cx="15216" cy="16039"/>
            </a:xfrm>
            <a:custGeom>
              <a:avLst/>
              <a:gdLst/>
              <a:ahLst/>
              <a:cxnLst/>
              <a:rect l="l" t="t" r="r" b="b"/>
              <a:pathLst>
                <a:path w="185" h="195" extrusionOk="0">
                  <a:moveTo>
                    <a:pt x="92" y="1"/>
                  </a:moveTo>
                  <a:cubicBezTo>
                    <a:pt x="41" y="1"/>
                    <a:pt x="0" y="42"/>
                    <a:pt x="0" y="92"/>
                  </a:cubicBezTo>
                  <a:cubicBezTo>
                    <a:pt x="0" y="144"/>
                    <a:pt x="41" y="194"/>
                    <a:pt x="92" y="194"/>
                  </a:cubicBezTo>
                  <a:cubicBezTo>
                    <a:pt x="144" y="194"/>
                    <a:pt x="184" y="144"/>
                    <a:pt x="184" y="92"/>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6" name="Google Shape;8866;p32"/>
            <p:cNvSpPr/>
            <p:nvPr/>
          </p:nvSpPr>
          <p:spPr>
            <a:xfrm>
              <a:off x="-1490629" y="29313"/>
              <a:ext cx="15216" cy="15216"/>
            </a:xfrm>
            <a:custGeom>
              <a:avLst/>
              <a:gdLst/>
              <a:ahLst/>
              <a:cxnLst/>
              <a:rect l="l" t="t" r="r" b="b"/>
              <a:pathLst>
                <a:path w="185" h="185" extrusionOk="0">
                  <a:moveTo>
                    <a:pt x="93" y="1"/>
                  </a:moveTo>
                  <a:cubicBezTo>
                    <a:pt x="41" y="1"/>
                    <a:pt x="0" y="42"/>
                    <a:pt x="0" y="93"/>
                  </a:cubicBezTo>
                  <a:cubicBezTo>
                    <a:pt x="0" y="144"/>
                    <a:pt x="41" y="185"/>
                    <a:pt x="93" y="185"/>
                  </a:cubicBezTo>
                  <a:cubicBezTo>
                    <a:pt x="143" y="185"/>
                    <a:pt x="184" y="144"/>
                    <a:pt x="184" y="93"/>
                  </a:cubicBezTo>
                  <a:cubicBezTo>
                    <a:pt x="184" y="42"/>
                    <a:pt x="143" y="1"/>
                    <a:pt x="9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7" name="Google Shape;8867;p32"/>
            <p:cNvSpPr/>
            <p:nvPr/>
          </p:nvSpPr>
          <p:spPr>
            <a:xfrm>
              <a:off x="-1490629" y="-46275"/>
              <a:ext cx="15216" cy="15216"/>
            </a:xfrm>
            <a:custGeom>
              <a:avLst/>
              <a:gdLst/>
              <a:ahLst/>
              <a:cxnLst/>
              <a:rect l="l" t="t" r="r" b="b"/>
              <a:pathLst>
                <a:path w="185" h="185" extrusionOk="0">
                  <a:moveTo>
                    <a:pt x="93" y="0"/>
                  </a:moveTo>
                  <a:cubicBezTo>
                    <a:pt x="41" y="0"/>
                    <a:pt x="0" y="41"/>
                    <a:pt x="0" y="93"/>
                  </a:cubicBezTo>
                  <a:cubicBezTo>
                    <a:pt x="0" y="143"/>
                    <a:pt x="41" y="184"/>
                    <a:pt x="93" y="184"/>
                  </a:cubicBezTo>
                  <a:cubicBezTo>
                    <a:pt x="143" y="184"/>
                    <a:pt x="184" y="143"/>
                    <a:pt x="184" y="93"/>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8" name="Google Shape;8868;p32"/>
            <p:cNvSpPr/>
            <p:nvPr/>
          </p:nvSpPr>
          <p:spPr>
            <a:xfrm>
              <a:off x="-1517525" y="-6713"/>
              <a:ext cx="4277" cy="12584"/>
            </a:xfrm>
            <a:custGeom>
              <a:avLst/>
              <a:gdLst/>
              <a:ahLst/>
              <a:cxnLst/>
              <a:rect l="l" t="t" r="r" b="b"/>
              <a:pathLst>
                <a:path w="52" h="153" extrusionOk="0">
                  <a:moveTo>
                    <a:pt x="11" y="0"/>
                  </a:moveTo>
                  <a:cubicBezTo>
                    <a:pt x="11" y="30"/>
                    <a:pt x="0" y="61"/>
                    <a:pt x="0" y="92"/>
                  </a:cubicBezTo>
                  <a:lnTo>
                    <a:pt x="0" y="153"/>
                  </a:lnTo>
                  <a:cubicBezTo>
                    <a:pt x="31" y="132"/>
                    <a:pt x="52" y="102"/>
                    <a:pt x="52" y="71"/>
                  </a:cubicBezTo>
                  <a:cubicBezTo>
                    <a:pt x="52" y="41"/>
                    <a:pt x="31" y="10"/>
                    <a:pt x="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9" name="Google Shape;8869;p32"/>
            <p:cNvSpPr/>
            <p:nvPr/>
          </p:nvSpPr>
          <p:spPr>
            <a:xfrm>
              <a:off x="-1452794" y="-8440"/>
              <a:ext cx="15216" cy="15216"/>
            </a:xfrm>
            <a:custGeom>
              <a:avLst/>
              <a:gdLst/>
              <a:ahLst/>
              <a:cxnLst/>
              <a:rect l="l" t="t" r="r" b="b"/>
              <a:pathLst>
                <a:path w="185" h="185" extrusionOk="0">
                  <a:moveTo>
                    <a:pt x="92" y="1"/>
                  </a:moveTo>
                  <a:cubicBezTo>
                    <a:pt x="41" y="1"/>
                    <a:pt x="0" y="41"/>
                    <a:pt x="0" y="92"/>
                  </a:cubicBezTo>
                  <a:cubicBezTo>
                    <a:pt x="0" y="144"/>
                    <a:pt x="41" y="184"/>
                    <a:pt x="92" y="184"/>
                  </a:cubicBezTo>
                  <a:cubicBezTo>
                    <a:pt x="144" y="184"/>
                    <a:pt x="184" y="144"/>
                    <a:pt x="184" y="92"/>
                  </a:cubicBezTo>
                  <a:cubicBezTo>
                    <a:pt x="184" y="41"/>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0" name="Google Shape;8870;p32"/>
            <p:cNvSpPr/>
            <p:nvPr/>
          </p:nvSpPr>
          <p:spPr>
            <a:xfrm>
              <a:off x="-1452794" y="-84028"/>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1" name="Google Shape;8871;p32"/>
            <p:cNvSpPr/>
            <p:nvPr/>
          </p:nvSpPr>
          <p:spPr>
            <a:xfrm>
              <a:off x="-1486434" y="182298"/>
              <a:ext cx="11022" cy="14394"/>
            </a:xfrm>
            <a:custGeom>
              <a:avLst/>
              <a:gdLst/>
              <a:ahLst/>
              <a:cxnLst/>
              <a:rect l="l" t="t" r="r" b="b"/>
              <a:pathLst>
                <a:path w="134" h="175" extrusionOk="0">
                  <a:moveTo>
                    <a:pt x="1" y="0"/>
                  </a:moveTo>
                  <a:lnTo>
                    <a:pt x="31" y="93"/>
                  </a:lnTo>
                  <a:cubicBezTo>
                    <a:pt x="42" y="113"/>
                    <a:pt x="52" y="143"/>
                    <a:pt x="62" y="174"/>
                  </a:cubicBezTo>
                  <a:cubicBezTo>
                    <a:pt x="103" y="164"/>
                    <a:pt x="133" y="133"/>
                    <a:pt x="133" y="93"/>
                  </a:cubicBezTo>
                  <a:cubicBezTo>
                    <a:pt x="133" y="72"/>
                    <a:pt x="133" y="62"/>
                    <a:pt x="123" y="52"/>
                  </a:cubicBezTo>
                  <a:cubicBezTo>
                    <a:pt x="113" y="31"/>
                    <a:pt x="103" y="11"/>
                    <a:pt x="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2" name="Google Shape;8872;p32"/>
            <p:cNvSpPr/>
            <p:nvPr/>
          </p:nvSpPr>
          <p:spPr>
            <a:xfrm>
              <a:off x="-1490629" y="105888"/>
              <a:ext cx="15216" cy="15134"/>
            </a:xfrm>
            <a:custGeom>
              <a:avLst/>
              <a:gdLst/>
              <a:ahLst/>
              <a:cxnLst/>
              <a:rect l="l" t="t" r="r" b="b"/>
              <a:pathLst>
                <a:path w="185" h="184" extrusionOk="0">
                  <a:moveTo>
                    <a:pt x="93" y="0"/>
                  </a:moveTo>
                  <a:cubicBezTo>
                    <a:pt x="41" y="0"/>
                    <a:pt x="0" y="41"/>
                    <a:pt x="0" y="92"/>
                  </a:cubicBezTo>
                  <a:cubicBezTo>
                    <a:pt x="0" y="143"/>
                    <a:pt x="41" y="184"/>
                    <a:pt x="93" y="184"/>
                  </a:cubicBezTo>
                  <a:cubicBezTo>
                    <a:pt x="143" y="184"/>
                    <a:pt x="184" y="143"/>
                    <a:pt x="184" y="92"/>
                  </a:cubicBezTo>
                  <a:cubicBezTo>
                    <a:pt x="184" y="41"/>
                    <a:pt x="143" y="0"/>
                    <a:pt x="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3" name="Google Shape;8873;p32"/>
            <p:cNvSpPr/>
            <p:nvPr/>
          </p:nvSpPr>
          <p:spPr>
            <a:xfrm>
              <a:off x="-1452794" y="143641"/>
              <a:ext cx="15216" cy="15216"/>
            </a:xfrm>
            <a:custGeom>
              <a:avLst/>
              <a:gdLst/>
              <a:ahLst/>
              <a:cxnLst/>
              <a:rect l="l" t="t" r="r" b="b"/>
              <a:pathLst>
                <a:path w="185" h="185" extrusionOk="0">
                  <a:moveTo>
                    <a:pt x="92" y="0"/>
                  </a:moveTo>
                  <a:cubicBezTo>
                    <a:pt x="41" y="0"/>
                    <a:pt x="0" y="41"/>
                    <a:pt x="0" y="93"/>
                  </a:cubicBezTo>
                  <a:cubicBezTo>
                    <a:pt x="0" y="143"/>
                    <a:pt x="41" y="184"/>
                    <a:pt x="92" y="184"/>
                  </a:cubicBezTo>
                  <a:cubicBezTo>
                    <a:pt x="144" y="184"/>
                    <a:pt x="184" y="143"/>
                    <a:pt x="184" y="93"/>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4" name="Google Shape;8874;p32"/>
            <p:cNvSpPr/>
            <p:nvPr/>
          </p:nvSpPr>
          <p:spPr>
            <a:xfrm>
              <a:off x="-1452794" y="67970"/>
              <a:ext cx="15216" cy="15216"/>
            </a:xfrm>
            <a:custGeom>
              <a:avLst/>
              <a:gdLst/>
              <a:ahLst/>
              <a:cxnLst/>
              <a:rect l="l" t="t" r="r" b="b"/>
              <a:pathLst>
                <a:path w="185" h="185" extrusionOk="0">
                  <a:moveTo>
                    <a:pt x="92" y="1"/>
                  </a:moveTo>
                  <a:cubicBezTo>
                    <a:pt x="41" y="1"/>
                    <a:pt x="0" y="42"/>
                    <a:pt x="0" y="93"/>
                  </a:cubicBezTo>
                  <a:cubicBezTo>
                    <a:pt x="0" y="144"/>
                    <a:pt x="41" y="185"/>
                    <a:pt x="92" y="185"/>
                  </a:cubicBezTo>
                  <a:cubicBezTo>
                    <a:pt x="144" y="185"/>
                    <a:pt x="184" y="144"/>
                    <a:pt x="184" y="93"/>
                  </a:cubicBezTo>
                  <a:cubicBezTo>
                    <a:pt x="184" y="42"/>
                    <a:pt x="144" y="1"/>
                    <a:pt x="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5" name="Google Shape;8875;p32"/>
            <p:cNvSpPr/>
            <p:nvPr/>
          </p:nvSpPr>
          <p:spPr>
            <a:xfrm>
              <a:off x="-1452794" y="220133"/>
              <a:ext cx="15216" cy="15216"/>
            </a:xfrm>
            <a:custGeom>
              <a:avLst/>
              <a:gdLst/>
              <a:ahLst/>
              <a:cxnLst/>
              <a:rect l="l" t="t" r="r" b="b"/>
              <a:pathLst>
                <a:path w="185" h="185" extrusionOk="0">
                  <a:moveTo>
                    <a:pt x="92" y="0"/>
                  </a:moveTo>
                  <a:cubicBezTo>
                    <a:pt x="41" y="0"/>
                    <a:pt x="0" y="41"/>
                    <a:pt x="0" y="92"/>
                  </a:cubicBezTo>
                  <a:cubicBezTo>
                    <a:pt x="0" y="143"/>
                    <a:pt x="41" y="184"/>
                    <a:pt x="92" y="184"/>
                  </a:cubicBezTo>
                  <a:cubicBezTo>
                    <a:pt x="144" y="184"/>
                    <a:pt x="184" y="143"/>
                    <a:pt x="184" y="92"/>
                  </a:cubicBezTo>
                  <a:cubicBezTo>
                    <a:pt x="184" y="41"/>
                    <a:pt x="144" y="0"/>
                    <a:pt x="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6" name="Google Shape;8876;p32"/>
          <p:cNvGrpSpPr/>
          <p:nvPr/>
        </p:nvGrpSpPr>
        <p:grpSpPr>
          <a:xfrm>
            <a:off x="5547135" y="1398887"/>
            <a:ext cx="2124378" cy="3773181"/>
            <a:chOff x="3056200" y="2791850"/>
            <a:chExt cx="781050" cy="1387250"/>
          </a:xfrm>
        </p:grpSpPr>
        <p:sp>
          <p:nvSpPr>
            <p:cNvPr id="8877" name="Google Shape;8877;p32"/>
            <p:cNvSpPr/>
            <p:nvPr/>
          </p:nvSpPr>
          <p:spPr>
            <a:xfrm>
              <a:off x="3137175" y="3134150"/>
              <a:ext cx="39600" cy="33300"/>
            </a:xfrm>
            <a:custGeom>
              <a:avLst/>
              <a:gdLst/>
              <a:ahLst/>
              <a:cxnLst/>
              <a:rect l="l" t="t" r="r" b="b"/>
              <a:pathLst>
                <a:path w="1584" h="1332" extrusionOk="0">
                  <a:moveTo>
                    <a:pt x="1210" y="1"/>
                  </a:moveTo>
                  <a:cubicBezTo>
                    <a:pt x="1139" y="1"/>
                    <a:pt x="1068" y="13"/>
                    <a:pt x="1002" y="34"/>
                  </a:cubicBezTo>
                  <a:cubicBezTo>
                    <a:pt x="950" y="54"/>
                    <a:pt x="900" y="74"/>
                    <a:pt x="859" y="106"/>
                  </a:cubicBezTo>
                  <a:cubicBezTo>
                    <a:pt x="777" y="146"/>
                    <a:pt x="695" y="208"/>
                    <a:pt x="623" y="258"/>
                  </a:cubicBezTo>
                  <a:cubicBezTo>
                    <a:pt x="399" y="432"/>
                    <a:pt x="194" y="626"/>
                    <a:pt x="1" y="851"/>
                  </a:cubicBezTo>
                  <a:cubicBezTo>
                    <a:pt x="51" y="851"/>
                    <a:pt x="92" y="871"/>
                    <a:pt x="133" y="882"/>
                  </a:cubicBezTo>
                  <a:cubicBezTo>
                    <a:pt x="256" y="912"/>
                    <a:pt x="368" y="953"/>
                    <a:pt x="480" y="1005"/>
                  </a:cubicBezTo>
                  <a:cubicBezTo>
                    <a:pt x="583" y="1055"/>
                    <a:pt x="695" y="1117"/>
                    <a:pt x="787" y="1178"/>
                  </a:cubicBezTo>
                  <a:cubicBezTo>
                    <a:pt x="879" y="1219"/>
                    <a:pt x="961" y="1280"/>
                    <a:pt x="1032" y="1331"/>
                  </a:cubicBezTo>
                  <a:lnTo>
                    <a:pt x="1093" y="1260"/>
                  </a:lnTo>
                  <a:cubicBezTo>
                    <a:pt x="1349" y="1014"/>
                    <a:pt x="1522" y="678"/>
                    <a:pt x="1574" y="330"/>
                  </a:cubicBezTo>
                  <a:cubicBezTo>
                    <a:pt x="1584" y="279"/>
                    <a:pt x="1584" y="228"/>
                    <a:pt x="1563" y="177"/>
                  </a:cubicBezTo>
                  <a:cubicBezTo>
                    <a:pt x="1543" y="115"/>
                    <a:pt x="1482" y="65"/>
                    <a:pt x="1420" y="44"/>
                  </a:cubicBezTo>
                  <a:cubicBezTo>
                    <a:pt x="1354" y="13"/>
                    <a:pt x="1282" y="1"/>
                    <a:pt x="1210" y="1"/>
                  </a:cubicBezTo>
                  <a:close/>
                </a:path>
              </a:pathLst>
            </a:custGeom>
            <a:solidFill>
              <a:srgbClr val="BF7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8" name="Google Shape;8878;p32"/>
            <p:cNvSpPr/>
            <p:nvPr/>
          </p:nvSpPr>
          <p:spPr>
            <a:xfrm>
              <a:off x="3094000" y="3154450"/>
              <a:ext cx="96850" cy="110100"/>
            </a:xfrm>
            <a:custGeom>
              <a:avLst/>
              <a:gdLst/>
              <a:ahLst/>
              <a:cxnLst/>
              <a:rect l="l" t="t" r="r" b="b"/>
              <a:pathLst>
                <a:path w="3874" h="4404" extrusionOk="0">
                  <a:moveTo>
                    <a:pt x="1409" y="0"/>
                  </a:moveTo>
                  <a:cubicBezTo>
                    <a:pt x="1215" y="0"/>
                    <a:pt x="1024" y="46"/>
                    <a:pt x="859" y="152"/>
                  </a:cubicBezTo>
                  <a:cubicBezTo>
                    <a:pt x="604" y="336"/>
                    <a:pt x="461" y="642"/>
                    <a:pt x="359" y="938"/>
                  </a:cubicBezTo>
                  <a:cubicBezTo>
                    <a:pt x="246" y="1265"/>
                    <a:pt x="154" y="1602"/>
                    <a:pt x="82" y="1939"/>
                  </a:cubicBezTo>
                  <a:cubicBezTo>
                    <a:pt x="42" y="2154"/>
                    <a:pt x="1" y="2389"/>
                    <a:pt x="21" y="2613"/>
                  </a:cubicBezTo>
                  <a:cubicBezTo>
                    <a:pt x="21" y="2644"/>
                    <a:pt x="21" y="2675"/>
                    <a:pt x="32" y="2695"/>
                  </a:cubicBezTo>
                  <a:cubicBezTo>
                    <a:pt x="32" y="2716"/>
                    <a:pt x="32" y="2726"/>
                    <a:pt x="42" y="2736"/>
                  </a:cubicBezTo>
                  <a:cubicBezTo>
                    <a:pt x="93" y="3053"/>
                    <a:pt x="266" y="3339"/>
                    <a:pt x="491" y="3574"/>
                  </a:cubicBezTo>
                  <a:cubicBezTo>
                    <a:pt x="716" y="3799"/>
                    <a:pt x="992" y="3982"/>
                    <a:pt x="1267" y="4146"/>
                  </a:cubicBezTo>
                  <a:cubicBezTo>
                    <a:pt x="1482" y="4281"/>
                    <a:pt x="1727" y="4404"/>
                    <a:pt x="1970" y="4404"/>
                  </a:cubicBezTo>
                  <a:cubicBezTo>
                    <a:pt x="2039" y="4404"/>
                    <a:pt x="2109" y="4393"/>
                    <a:pt x="2177" y="4371"/>
                  </a:cubicBezTo>
                  <a:cubicBezTo>
                    <a:pt x="2187" y="4044"/>
                    <a:pt x="2289" y="3717"/>
                    <a:pt x="2422" y="3410"/>
                  </a:cubicBezTo>
                  <a:cubicBezTo>
                    <a:pt x="2636" y="2899"/>
                    <a:pt x="2963" y="2430"/>
                    <a:pt x="3403" y="2072"/>
                  </a:cubicBezTo>
                  <a:cubicBezTo>
                    <a:pt x="3546" y="1960"/>
                    <a:pt x="3710" y="1857"/>
                    <a:pt x="3873" y="1776"/>
                  </a:cubicBezTo>
                  <a:lnTo>
                    <a:pt x="3873" y="1766"/>
                  </a:lnTo>
                  <a:cubicBezTo>
                    <a:pt x="3678" y="1408"/>
                    <a:pt x="3423" y="1092"/>
                    <a:pt x="3127" y="815"/>
                  </a:cubicBezTo>
                  <a:cubicBezTo>
                    <a:pt x="3015" y="703"/>
                    <a:pt x="2892" y="611"/>
                    <a:pt x="2759" y="519"/>
                  </a:cubicBezTo>
                  <a:cubicBezTo>
                    <a:pt x="2688" y="468"/>
                    <a:pt x="2606" y="407"/>
                    <a:pt x="2514" y="366"/>
                  </a:cubicBezTo>
                  <a:cubicBezTo>
                    <a:pt x="2422" y="305"/>
                    <a:pt x="2310" y="243"/>
                    <a:pt x="2207" y="193"/>
                  </a:cubicBezTo>
                  <a:cubicBezTo>
                    <a:pt x="2095" y="141"/>
                    <a:pt x="1983" y="100"/>
                    <a:pt x="1860" y="70"/>
                  </a:cubicBezTo>
                  <a:cubicBezTo>
                    <a:pt x="1819" y="59"/>
                    <a:pt x="1778" y="39"/>
                    <a:pt x="1728" y="39"/>
                  </a:cubicBezTo>
                  <a:cubicBezTo>
                    <a:pt x="1623" y="14"/>
                    <a:pt x="1516" y="0"/>
                    <a:pt x="1409" y="0"/>
                  </a:cubicBezTo>
                  <a:close/>
                </a:path>
              </a:pathLst>
            </a:custGeom>
            <a:solidFill>
              <a:srgbClr val="FFC6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9" name="Google Shape;8879;p32"/>
            <p:cNvSpPr/>
            <p:nvPr/>
          </p:nvSpPr>
          <p:spPr>
            <a:xfrm>
              <a:off x="3077925" y="3126400"/>
              <a:ext cx="80725" cy="93500"/>
            </a:xfrm>
            <a:custGeom>
              <a:avLst/>
              <a:gdLst/>
              <a:ahLst/>
              <a:cxnLst/>
              <a:rect l="l" t="t" r="r" b="b"/>
              <a:pathLst>
                <a:path w="3229" h="3740" extrusionOk="0">
                  <a:moveTo>
                    <a:pt x="2424" y="1"/>
                  </a:moveTo>
                  <a:cubicBezTo>
                    <a:pt x="2333" y="1"/>
                    <a:pt x="2243" y="10"/>
                    <a:pt x="2156" y="27"/>
                  </a:cubicBezTo>
                  <a:cubicBezTo>
                    <a:pt x="1849" y="98"/>
                    <a:pt x="1574" y="262"/>
                    <a:pt x="1329" y="466"/>
                  </a:cubicBezTo>
                  <a:cubicBezTo>
                    <a:pt x="736" y="936"/>
                    <a:pt x="307" y="1601"/>
                    <a:pt x="123" y="2336"/>
                  </a:cubicBezTo>
                  <a:cubicBezTo>
                    <a:pt x="31" y="2693"/>
                    <a:pt x="0" y="3092"/>
                    <a:pt x="174" y="3429"/>
                  </a:cubicBezTo>
                  <a:cubicBezTo>
                    <a:pt x="258" y="3589"/>
                    <a:pt x="420" y="3739"/>
                    <a:pt x="596" y="3739"/>
                  </a:cubicBezTo>
                  <a:cubicBezTo>
                    <a:pt x="612" y="3739"/>
                    <a:pt x="628" y="3738"/>
                    <a:pt x="644" y="3735"/>
                  </a:cubicBezTo>
                  <a:lnTo>
                    <a:pt x="664" y="3735"/>
                  </a:lnTo>
                  <a:cubicBezTo>
                    <a:pt x="644" y="3511"/>
                    <a:pt x="685" y="3276"/>
                    <a:pt x="725" y="3061"/>
                  </a:cubicBezTo>
                  <a:cubicBezTo>
                    <a:pt x="797" y="2724"/>
                    <a:pt x="889" y="2387"/>
                    <a:pt x="1002" y="2060"/>
                  </a:cubicBezTo>
                  <a:cubicBezTo>
                    <a:pt x="1104" y="1764"/>
                    <a:pt x="1247" y="1458"/>
                    <a:pt x="1502" y="1274"/>
                  </a:cubicBezTo>
                  <a:cubicBezTo>
                    <a:pt x="1667" y="1168"/>
                    <a:pt x="1858" y="1122"/>
                    <a:pt x="2052" y="1122"/>
                  </a:cubicBezTo>
                  <a:cubicBezTo>
                    <a:pt x="2159" y="1122"/>
                    <a:pt x="2266" y="1136"/>
                    <a:pt x="2371" y="1161"/>
                  </a:cubicBezTo>
                  <a:cubicBezTo>
                    <a:pt x="2564" y="936"/>
                    <a:pt x="2769" y="742"/>
                    <a:pt x="2993" y="568"/>
                  </a:cubicBezTo>
                  <a:cubicBezTo>
                    <a:pt x="3065" y="518"/>
                    <a:pt x="3147" y="456"/>
                    <a:pt x="3229" y="416"/>
                  </a:cubicBezTo>
                  <a:lnTo>
                    <a:pt x="3218" y="405"/>
                  </a:lnTo>
                  <a:cubicBezTo>
                    <a:pt x="3188" y="323"/>
                    <a:pt x="3136" y="241"/>
                    <a:pt x="3086" y="180"/>
                  </a:cubicBezTo>
                  <a:lnTo>
                    <a:pt x="3065" y="191"/>
                  </a:lnTo>
                  <a:cubicBezTo>
                    <a:pt x="2882" y="59"/>
                    <a:pt x="2652" y="1"/>
                    <a:pt x="24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0" name="Google Shape;8880;p32"/>
            <p:cNvSpPr/>
            <p:nvPr/>
          </p:nvSpPr>
          <p:spPr>
            <a:xfrm>
              <a:off x="3168850" y="3206650"/>
              <a:ext cx="91975" cy="94900"/>
            </a:xfrm>
            <a:custGeom>
              <a:avLst/>
              <a:gdLst/>
              <a:ahLst/>
              <a:cxnLst/>
              <a:rect l="l" t="t" r="r" b="b"/>
              <a:pathLst>
                <a:path w="3679" h="3796" extrusionOk="0">
                  <a:moveTo>
                    <a:pt x="2533" y="1"/>
                  </a:moveTo>
                  <a:cubicBezTo>
                    <a:pt x="2089" y="1"/>
                    <a:pt x="1638" y="171"/>
                    <a:pt x="1277" y="464"/>
                  </a:cubicBezTo>
                  <a:cubicBezTo>
                    <a:pt x="879" y="781"/>
                    <a:pt x="562" y="1179"/>
                    <a:pt x="348" y="1639"/>
                  </a:cubicBezTo>
                  <a:cubicBezTo>
                    <a:pt x="112" y="2109"/>
                    <a:pt x="0" y="2691"/>
                    <a:pt x="246" y="3151"/>
                  </a:cubicBezTo>
                  <a:cubicBezTo>
                    <a:pt x="471" y="3563"/>
                    <a:pt x="950" y="3796"/>
                    <a:pt x="1413" y="3796"/>
                  </a:cubicBezTo>
                  <a:cubicBezTo>
                    <a:pt x="1433" y="3796"/>
                    <a:pt x="1452" y="3795"/>
                    <a:pt x="1472" y="3795"/>
                  </a:cubicBezTo>
                  <a:cubicBezTo>
                    <a:pt x="1502" y="3795"/>
                    <a:pt x="1522" y="3795"/>
                    <a:pt x="1543" y="3785"/>
                  </a:cubicBezTo>
                  <a:cubicBezTo>
                    <a:pt x="1563" y="3785"/>
                    <a:pt x="1584" y="3785"/>
                    <a:pt x="1604" y="3774"/>
                  </a:cubicBezTo>
                  <a:cubicBezTo>
                    <a:pt x="1839" y="3754"/>
                    <a:pt x="2064" y="3662"/>
                    <a:pt x="2258" y="3540"/>
                  </a:cubicBezTo>
                  <a:cubicBezTo>
                    <a:pt x="2442" y="3437"/>
                    <a:pt x="2605" y="3304"/>
                    <a:pt x="2748" y="3151"/>
                  </a:cubicBezTo>
                  <a:cubicBezTo>
                    <a:pt x="3086" y="2804"/>
                    <a:pt x="3310" y="2355"/>
                    <a:pt x="3484" y="1905"/>
                  </a:cubicBezTo>
                  <a:cubicBezTo>
                    <a:pt x="3586" y="1629"/>
                    <a:pt x="3678" y="1333"/>
                    <a:pt x="3678" y="1036"/>
                  </a:cubicBezTo>
                  <a:cubicBezTo>
                    <a:pt x="3678" y="740"/>
                    <a:pt x="3565" y="434"/>
                    <a:pt x="3341" y="239"/>
                  </a:cubicBezTo>
                  <a:cubicBezTo>
                    <a:pt x="3188" y="127"/>
                    <a:pt x="3014" y="55"/>
                    <a:pt x="2820" y="25"/>
                  </a:cubicBezTo>
                  <a:cubicBezTo>
                    <a:pt x="2725" y="9"/>
                    <a:pt x="2629" y="1"/>
                    <a:pt x="25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1" name="Google Shape;8881;p32"/>
            <p:cNvSpPr/>
            <p:nvPr/>
          </p:nvSpPr>
          <p:spPr>
            <a:xfrm>
              <a:off x="3056200" y="3113500"/>
              <a:ext cx="98875" cy="110550"/>
            </a:xfrm>
            <a:custGeom>
              <a:avLst/>
              <a:gdLst/>
              <a:ahLst/>
              <a:cxnLst/>
              <a:rect l="l" t="t" r="r" b="b"/>
              <a:pathLst>
                <a:path w="3955" h="4422" extrusionOk="0">
                  <a:moveTo>
                    <a:pt x="2661" y="0"/>
                  </a:moveTo>
                  <a:cubicBezTo>
                    <a:pt x="2643" y="0"/>
                    <a:pt x="2625" y="1"/>
                    <a:pt x="2606" y="1"/>
                  </a:cubicBezTo>
                  <a:cubicBezTo>
                    <a:pt x="2187" y="22"/>
                    <a:pt x="1789" y="216"/>
                    <a:pt x="1451" y="451"/>
                  </a:cubicBezTo>
                  <a:cubicBezTo>
                    <a:pt x="645" y="1003"/>
                    <a:pt x="32" y="1912"/>
                    <a:pt x="1" y="2893"/>
                  </a:cubicBezTo>
                  <a:cubicBezTo>
                    <a:pt x="1" y="3312"/>
                    <a:pt x="103" y="3761"/>
                    <a:pt x="399" y="4078"/>
                  </a:cubicBezTo>
                  <a:cubicBezTo>
                    <a:pt x="596" y="4289"/>
                    <a:pt x="884" y="4422"/>
                    <a:pt x="1167" y="4422"/>
                  </a:cubicBezTo>
                  <a:cubicBezTo>
                    <a:pt x="1296" y="4422"/>
                    <a:pt x="1425" y="4394"/>
                    <a:pt x="1544" y="4333"/>
                  </a:cubicBezTo>
                  <a:cubicBezTo>
                    <a:pt x="1533" y="4313"/>
                    <a:pt x="1533" y="4282"/>
                    <a:pt x="1533" y="4251"/>
                  </a:cubicBezTo>
                  <a:lnTo>
                    <a:pt x="1513" y="4251"/>
                  </a:lnTo>
                  <a:cubicBezTo>
                    <a:pt x="1497" y="4254"/>
                    <a:pt x="1481" y="4255"/>
                    <a:pt x="1465" y="4255"/>
                  </a:cubicBezTo>
                  <a:cubicBezTo>
                    <a:pt x="1289" y="4255"/>
                    <a:pt x="1127" y="4105"/>
                    <a:pt x="1043" y="3945"/>
                  </a:cubicBezTo>
                  <a:cubicBezTo>
                    <a:pt x="869" y="3608"/>
                    <a:pt x="900" y="3209"/>
                    <a:pt x="992" y="2852"/>
                  </a:cubicBezTo>
                  <a:cubicBezTo>
                    <a:pt x="1176" y="2117"/>
                    <a:pt x="1605" y="1452"/>
                    <a:pt x="2198" y="982"/>
                  </a:cubicBezTo>
                  <a:cubicBezTo>
                    <a:pt x="2443" y="778"/>
                    <a:pt x="2718" y="614"/>
                    <a:pt x="3025" y="543"/>
                  </a:cubicBezTo>
                  <a:cubicBezTo>
                    <a:pt x="3112" y="526"/>
                    <a:pt x="3202" y="517"/>
                    <a:pt x="3293" y="517"/>
                  </a:cubicBezTo>
                  <a:cubicBezTo>
                    <a:pt x="3521" y="517"/>
                    <a:pt x="3751" y="575"/>
                    <a:pt x="3934" y="707"/>
                  </a:cubicBezTo>
                  <a:lnTo>
                    <a:pt x="3955" y="696"/>
                  </a:lnTo>
                  <a:cubicBezTo>
                    <a:pt x="3668" y="272"/>
                    <a:pt x="3173" y="0"/>
                    <a:pt x="26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2" name="Google Shape;8882;p32"/>
            <p:cNvSpPr/>
            <p:nvPr/>
          </p:nvSpPr>
          <p:spPr>
            <a:xfrm>
              <a:off x="3148150" y="3192900"/>
              <a:ext cx="104750" cy="113150"/>
            </a:xfrm>
            <a:custGeom>
              <a:avLst/>
              <a:gdLst/>
              <a:ahLst/>
              <a:cxnLst/>
              <a:rect l="l" t="t" r="r" b="b"/>
              <a:pathLst>
                <a:path w="4190" h="4526" extrusionOk="0">
                  <a:moveTo>
                    <a:pt x="2687" y="0"/>
                  </a:moveTo>
                  <a:cubicBezTo>
                    <a:pt x="2352" y="0"/>
                    <a:pt x="2013" y="89"/>
                    <a:pt x="1707" y="238"/>
                  </a:cubicBezTo>
                  <a:cubicBezTo>
                    <a:pt x="1544" y="319"/>
                    <a:pt x="1380" y="422"/>
                    <a:pt x="1237" y="534"/>
                  </a:cubicBezTo>
                  <a:cubicBezTo>
                    <a:pt x="797" y="892"/>
                    <a:pt x="470" y="1361"/>
                    <a:pt x="256" y="1872"/>
                  </a:cubicBezTo>
                  <a:cubicBezTo>
                    <a:pt x="123" y="2179"/>
                    <a:pt x="21" y="2506"/>
                    <a:pt x="11" y="2833"/>
                  </a:cubicBezTo>
                  <a:cubicBezTo>
                    <a:pt x="0" y="2935"/>
                    <a:pt x="11" y="3037"/>
                    <a:pt x="21" y="3139"/>
                  </a:cubicBezTo>
                  <a:cubicBezTo>
                    <a:pt x="62" y="3466"/>
                    <a:pt x="215" y="3763"/>
                    <a:pt x="430" y="4008"/>
                  </a:cubicBezTo>
                  <a:cubicBezTo>
                    <a:pt x="563" y="4151"/>
                    <a:pt x="726" y="4274"/>
                    <a:pt x="900" y="4355"/>
                  </a:cubicBezTo>
                  <a:cubicBezTo>
                    <a:pt x="1122" y="4469"/>
                    <a:pt x="1369" y="4525"/>
                    <a:pt x="1615" y="4525"/>
                  </a:cubicBezTo>
                  <a:cubicBezTo>
                    <a:pt x="1877" y="4525"/>
                    <a:pt x="2139" y="4461"/>
                    <a:pt x="2371" y="4335"/>
                  </a:cubicBezTo>
                  <a:lnTo>
                    <a:pt x="2371" y="4335"/>
                  </a:lnTo>
                  <a:cubicBezTo>
                    <a:pt x="2350" y="4345"/>
                    <a:pt x="2330" y="4345"/>
                    <a:pt x="2300" y="4345"/>
                  </a:cubicBezTo>
                  <a:cubicBezTo>
                    <a:pt x="2280" y="4345"/>
                    <a:pt x="2261" y="4346"/>
                    <a:pt x="2241" y="4346"/>
                  </a:cubicBezTo>
                  <a:cubicBezTo>
                    <a:pt x="1778" y="4346"/>
                    <a:pt x="1299" y="4113"/>
                    <a:pt x="1074" y="3701"/>
                  </a:cubicBezTo>
                  <a:cubicBezTo>
                    <a:pt x="828" y="3241"/>
                    <a:pt x="940" y="2659"/>
                    <a:pt x="1176" y="2189"/>
                  </a:cubicBezTo>
                  <a:cubicBezTo>
                    <a:pt x="1390" y="1729"/>
                    <a:pt x="1707" y="1331"/>
                    <a:pt x="2105" y="1014"/>
                  </a:cubicBezTo>
                  <a:cubicBezTo>
                    <a:pt x="2466" y="721"/>
                    <a:pt x="2917" y="551"/>
                    <a:pt x="3361" y="551"/>
                  </a:cubicBezTo>
                  <a:cubicBezTo>
                    <a:pt x="3457" y="551"/>
                    <a:pt x="3553" y="559"/>
                    <a:pt x="3648" y="575"/>
                  </a:cubicBezTo>
                  <a:cubicBezTo>
                    <a:pt x="3842" y="605"/>
                    <a:pt x="4016" y="677"/>
                    <a:pt x="4169" y="789"/>
                  </a:cubicBezTo>
                  <a:lnTo>
                    <a:pt x="4169" y="780"/>
                  </a:lnTo>
                  <a:cubicBezTo>
                    <a:pt x="4179" y="769"/>
                    <a:pt x="4179" y="759"/>
                    <a:pt x="4189" y="748"/>
                  </a:cubicBezTo>
                  <a:cubicBezTo>
                    <a:pt x="3883" y="289"/>
                    <a:pt x="3342" y="24"/>
                    <a:pt x="2790" y="3"/>
                  </a:cubicBezTo>
                  <a:cubicBezTo>
                    <a:pt x="2756" y="1"/>
                    <a:pt x="2722" y="0"/>
                    <a:pt x="26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3" name="Google Shape;8883;p32"/>
            <p:cNvSpPr/>
            <p:nvPr/>
          </p:nvSpPr>
          <p:spPr>
            <a:xfrm>
              <a:off x="3356325" y="3156175"/>
              <a:ext cx="290400" cy="129825"/>
            </a:xfrm>
            <a:custGeom>
              <a:avLst/>
              <a:gdLst/>
              <a:ahLst/>
              <a:cxnLst/>
              <a:rect l="l" t="t" r="r" b="b"/>
              <a:pathLst>
                <a:path w="11616" h="5193" extrusionOk="0">
                  <a:moveTo>
                    <a:pt x="10870" y="1"/>
                  </a:moveTo>
                  <a:cubicBezTo>
                    <a:pt x="10839" y="1145"/>
                    <a:pt x="10267" y="2249"/>
                    <a:pt x="9399" y="2994"/>
                  </a:cubicBezTo>
                  <a:cubicBezTo>
                    <a:pt x="8530" y="3750"/>
                    <a:pt x="7376" y="4159"/>
                    <a:pt x="6221" y="4199"/>
                  </a:cubicBezTo>
                  <a:cubicBezTo>
                    <a:pt x="6160" y="4202"/>
                    <a:pt x="6098" y="4203"/>
                    <a:pt x="6036" y="4203"/>
                  </a:cubicBezTo>
                  <a:cubicBezTo>
                    <a:pt x="4860" y="4203"/>
                    <a:pt x="3679" y="3835"/>
                    <a:pt x="2728" y="3127"/>
                  </a:cubicBezTo>
                  <a:cubicBezTo>
                    <a:pt x="1757" y="2401"/>
                    <a:pt x="1052" y="1318"/>
                    <a:pt x="817" y="124"/>
                  </a:cubicBezTo>
                  <a:cubicBezTo>
                    <a:pt x="552" y="287"/>
                    <a:pt x="286" y="419"/>
                    <a:pt x="0" y="512"/>
                  </a:cubicBezTo>
                  <a:cubicBezTo>
                    <a:pt x="419" y="1513"/>
                    <a:pt x="970" y="2463"/>
                    <a:pt x="1696" y="3270"/>
                  </a:cubicBezTo>
                  <a:cubicBezTo>
                    <a:pt x="2432" y="4077"/>
                    <a:pt x="3381" y="4731"/>
                    <a:pt x="4444" y="5017"/>
                  </a:cubicBezTo>
                  <a:cubicBezTo>
                    <a:pt x="4906" y="5139"/>
                    <a:pt x="5382" y="5192"/>
                    <a:pt x="5859" y="5192"/>
                  </a:cubicBezTo>
                  <a:cubicBezTo>
                    <a:pt x="6301" y="5192"/>
                    <a:pt x="6745" y="5147"/>
                    <a:pt x="7182" y="5068"/>
                  </a:cubicBezTo>
                  <a:cubicBezTo>
                    <a:pt x="7897" y="4946"/>
                    <a:pt x="8612" y="4731"/>
                    <a:pt x="9225" y="4342"/>
                  </a:cubicBezTo>
                  <a:cubicBezTo>
                    <a:pt x="10553" y="3515"/>
                    <a:pt x="11299" y="1983"/>
                    <a:pt x="11616" y="460"/>
                  </a:cubicBezTo>
                  <a:lnTo>
                    <a:pt x="11616" y="450"/>
                  </a:lnTo>
                  <a:cubicBezTo>
                    <a:pt x="11361" y="328"/>
                    <a:pt x="11105" y="174"/>
                    <a:pt x="108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4" name="Google Shape;8884;p32"/>
            <p:cNvSpPr/>
            <p:nvPr/>
          </p:nvSpPr>
          <p:spPr>
            <a:xfrm>
              <a:off x="3277375" y="3489350"/>
              <a:ext cx="392600" cy="58900"/>
            </a:xfrm>
            <a:custGeom>
              <a:avLst/>
              <a:gdLst/>
              <a:ahLst/>
              <a:cxnLst/>
              <a:rect l="l" t="t" r="r" b="b"/>
              <a:pathLst>
                <a:path w="15704" h="2356" extrusionOk="0">
                  <a:moveTo>
                    <a:pt x="6261" y="0"/>
                  </a:moveTo>
                  <a:cubicBezTo>
                    <a:pt x="4299" y="0"/>
                    <a:pt x="2333" y="383"/>
                    <a:pt x="522" y="1130"/>
                  </a:cubicBezTo>
                  <a:lnTo>
                    <a:pt x="1" y="2356"/>
                  </a:lnTo>
                  <a:cubicBezTo>
                    <a:pt x="747" y="2131"/>
                    <a:pt x="1493" y="1906"/>
                    <a:pt x="2249" y="1702"/>
                  </a:cubicBezTo>
                  <a:cubicBezTo>
                    <a:pt x="3840" y="1274"/>
                    <a:pt x="5454" y="934"/>
                    <a:pt x="7065" y="934"/>
                  </a:cubicBezTo>
                  <a:cubicBezTo>
                    <a:pt x="7646" y="934"/>
                    <a:pt x="8228" y="979"/>
                    <a:pt x="8807" y="1079"/>
                  </a:cubicBezTo>
                  <a:cubicBezTo>
                    <a:pt x="9840" y="1263"/>
                    <a:pt x="10851" y="1610"/>
                    <a:pt x="11893" y="1784"/>
                  </a:cubicBezTo>
                  <a:cubicBezTo>
                    <a:pt x="12364" y="1865"/>
                    <a:pt x="12839" y="1906"/>
                    <a:pt x="13316" y="1906"/>
                  </a:cubicBezTo>
                  <a:cubicBezTo>
                    <a:pt x="13553" y="1906"/>
                    <a:pt x="13791" y="1896"/>
                    <a:pt x="14028" y="1876"/>
                  </a:cubicBezTo>
                  <a:cubicBezTo>
                    <a:pt x="14488" y="1835"/>
                    <a:pt x="14948" y="1763"/>
                    <a:pt x="15407" y="1651"/>
                  </a:cubicBezTo>
                  <a:cubicBezTo>
                    <a:pt x="15499" y="1620"/>
                    <a:pt x="15602" y="1600"/>
                    <a:pt x="15704" y="1569"/>
                  </a:cubicBezTo>
                  <a:cubicBezTo>
                    <a:pt x="15591" y="1293"/>
                    <a:pt x="15489" y="997"/>
                    <a:pt x="15407" y="711"/>
                  </a:cubicBezTo>
                  <a:cubicBezTo>
                    <a:pt x="14812" y="897"/>
                    <a:pt x="14193" y="969"/>
                    <a:pt x="13569" y="969"/>
                  </a:cubicBezTo>
                  <a:cubicBezTo>
                    <a:pt x="13027" y="969"/>
                    <a:pt x="12481" y="914"/>
                    <a:pt x="11944" y="834"/>
                  </a:cubicBezTo>
                  <a:cubicBezTo>
                    <a:pt x="10780" y="650"/>
                    <a:pt x="9656" y="343"/>
                    <a:pt x="8501" y="169"/>
                  </a:cubicBezTo>
                  <a:cubicBezTo>
                    <a:pt x="7761" y="56"/>
                    <a:pt x="7011" y="0"/>
                    <a:pt x="62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5" name="Google Shape;8885;p32"/>
            <p:cNvSpPr/>
            <p:nvPr/>
          </p:nvSpPr>
          <p:spPr>
            <a:xfrm>
              <a:off x="3228850" y="3647825"/>
              <a:ext cx="448525" cy="333600"/>
            </a:xfrm>
            <a:custGeom>
              <a:avLst/>
              <a:gdLst/>
              <a:ahLst/>
              <a:cxnLst/>
              <a:rect l="l" t="t" r="r" b="b"/>
              <a:pathLst>
                <a:path w="17941" h="13344" extrusionOk="0">
                  <a:moveTo>
                    <a:pt x="2422" y="1"/>
                  </a:moveTo>
                  <a:cubicBezTo>
                    <a:pt x="2310" y="267"/>
                    <a:pt x="2198" y="532"/>
                    <a:pt x="2085" y="808"/>
                  </a:cubicBezTo>
                  <a:cubicBezTo>
                    <a:pt x="818" y="4016"/>
                    <a:pt x="236" y="7459"/>
                    <a:pt x="21" y="10912"/>
                  </a:cubicBezTo>
                  <a:cubicBezTo>
                    <a:pt x="11" y="11014"/>
                    <a:pt x="11" y="11116"/>
                    <a:pt x="1" y="11229"/>
                  </a:cubicBezTo>
                  <a:lnTo>
                    <a:pt x="21" y="11229"/>
                  </a:lnTo>
                  <a:cubicBezTo>
                    <a:pt x="287" y="11185"/>
                    <a:pt x="554" y="11165"/>
                    <a:pt x="820" y="11165"/>
                  </a:cubicBezTo>
                  <a:cubicBezTo>
                    <a:pt x="1842" y="11165"/>
                    <a:pt x="2860" y="11459"/>
                    <a:pt x="3832" y="11791"/>
                  </a:cubicBezTo>
                  <a:cubicBezTo>
                    <a:pt x="5038" y="12199"/>
                    <a:pt x="6253" y="12669"/>
                    <a:pt x="7520" y="12721"/>
                  </a:cubicBezTo>
                  <a:cubicBezTo>
                    <a:pt x="7939" y="11627"/>
                    <a:pt x="8389" y="10555"/>
                    <a:pt x="8685" y="9431"/>
                  </a:cubicBezTo>
                  <a:cubicBezTo>
                    <a:pt x="8869" y="8726"/>
                    <a:pt x="8991" y="8001"/>
                    <a:pt x="9093" y="7275"/>
                  </a:cubicBezTo>
                  <a:lnTo>
                    <a:pt x="9124" y="7275"/>
                  </a:lnTo>
                  <a:cubicBezTo>
                    <a:pt x="9339" y="9349"/>
                    <a:pt x="10054" y="11331"/>
                    <a:pt x="10585" y="13344"/>
                  </a:cubicBezTo>
                  <a:lnTo>
                    <a:pt x="10636" y="13334"/>
                  </a:lnTo>
                  <a:cubicBezTo>
                    <a:pt x="11576" y="12823"/>
                    <a:pt x="12587" y="12444"/>
                    <a:pt x="13620" y="12189"/>
                  </a:cubicBezTo>
                  <a:cubicBezTo>
                    <a:pt x="15080" y="11831"/>
                    <a:pt x="16664" y="11720"/>
                    <a:pt x="17900" y="10871"/>
                  </a:cubicBezTo>
                  <a:lnTo>
                    <a:pt x="17941" y="10871"/>
                  </a:lnTo>
                  <a:cubicBezTo>
                    <a:pt x="17849" y="7551"/>
                    <a:pt x="17624" y="4241"/>
                    <a:pt x="16848" y="1013"/>
                  </a:cubicBezTo>
                  <a:lnTo>
                    <a:pt x="16837" y="972"/>
                  </a:lnTo>
                  <a:cubicBezTo>
                    <a:pt x="16785" y="987"/>
                    <a:pt x="16727" y="996"/>
                    <a:pt x="16672" y="996"/>
                  </a:cubicBezTo>
                  <a:cubicBezTo>
                    <a:pt x="16651" y="996"/>
                    <a:pt x="16632" y="995"/>
                    <a:pt x="16613" y="992"/>
                  </a:cubicBezTo>
                  <a:cubicBezTo>
                    <a:pt x="16469" y="972"/>
                    <a:pt x="16347" y="890"/>
                    <a:pt x="16255" y="777"/>
                  </a:cubicBezTo>
                  <a:lnTo>
                    <a:pt x="16245" y="788"/>
                  </a:lnTo>
                  <a:cubicBezTo>
                    <a:pt x="14360" y="1369"/>
                    <a:pt x="12389" y="1657"/>
                    <a:pt x="10419" y="1657"/>
                  </a:cubicBezTo>
                  <a:cubicBezTo>
                    <a:pt x="7679" y="1657"/>
                    <a:pt x="4940" y="1101"/>
                    <a:pt x="24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6" name="Google Shape;8886;p32"/>
            <p:cNvSpPr/>
            <p:nvPr/>
          </p:nvSpPr>
          <p:spPr>
            <a:xfrm>
              <a:off x="3216350" y="3167425"/>
              <a:ext cx="575200" cy="350175"/>
            </a:xfrm>
            <a:custGeom>
              <a:avLst/>
              <a:gdLst/>
              <a:ahLst/>
              <a:cxnLst/>
              <a:rect l="l" t="t" r="r" b="b"/>
              <a:pathLst>
                <a:path w="23008" h="14007" extrusionOk="0">
                  <a:moveTo>
                    <a:pt x="17215" y="0"/>
                  </a:moveTo>
                  <a:lnTo>
                    <a:pt x="17215" y="10"/>
                  </a:lnTo>
                  <a:cubicBezTo>
                    <a:pt x="16898" y="1533"/>
                    <a:pt x="16152" y="3065"/>
                    <a:pt x="14824" y="3892"/>
                  </a:cubicBezTo>
                  <a:cubicBezTo>
                    <a:pt x="14211" y="4281"/>
                    <a:pt x="13496" y="4496"/>
                    <a:pt x="12781" y="4618"/>
                  </a:cubicBezTo>
                  <a:cubicBezTo>
                    <a:pt x="12344" y="4697"/>
                    <a:pt x="11900" y="4742"/>
                    <a:pt x="11458" y="4742"/>
                  </a:cubicBezTo>
                  <a:cubicBezTo>
                    <a:pt x="10981" y="4742"/>
                    <a:pt x="10505" y="4689"/>
                    <a:pt x="10043" y="4567"/>
                  </a:cubicBezTo>
                  <a:cubicBezTo>
                    <a:pt x="8980" y="4281"/>
                    <a:pt x="8031" y="3627"/>
                    <a:pt x="7295" y="2820"/>
                  </a:cubicBezTo>
                  <a:cubicBezTo>
                    <a:pt x="6569" y="2013"/>
                    <a:pt x="6018" y="1063"/>
                    <a:pt x="5599" y="62"/>
                  </a:cubicBezTo>
                  <a:cubicBezTo>
                    <a:pt x="5517" y="103"/>
                    <a:pt x="5436" y="123"/>
                    <a:pt x="5354" y="144"/>
                  </a:cubicBezTo>
                  <a:cubicBezTo>
                    <a:pt x="4771" y="327"/>
                    <a:pt x="4148" y="358"/>
                    <a:pt x="3545" y="470"/>
                  </a:cubicBezTo>
                  <a:cubicBezTo>
                    <a:pt x="3423" y="491"/>
                    <a:pt x="3300" y="511"/>
                    <a:pt x="3177" y="542"/>
                  </a:cubicBezTo>
                  <a:cubicBezTo>
                    <a:pt x="2473" y="716"/>
                    <a:pt x="1747" y="1104"/>
                    <a:pt x="1461" y="1767"/>
                  </a:cubicBezTo>
                  <a:cubicBezTo>
                    <a:pt x="1451" y="1778"/>
                    <a:pt x="1451" y="1788"/>
                    <a:pt x="1441" y="1799"/>
                  </a:cubicBezTo>
                  <a:lnTo>
                    <a:pt x="1441" y="1808"/>
                  </a:lnTo>
                  <a:cubicBezTo>
                    <a:pt x="1665" y="2003"/>
                    <a:pt x="1778" y="2309"/>
                    <a:pt x="1778" y="2605"/>
                  </a:cubicBezTo>
                  <a:cubicBezTo>
                    <a:pt x="1778" y="2902"/>
                    <a:pt x="1686" y="3198"/>
                    <a:pt x="1584" y="3474"/>
                  </a:cubicBezTo>
                  <a:cubicBezTo>
                    <a:pt x="1410" y="3924"/>
                    <a:pt x="1186" y="4373"/>
                    <a:pt x="848" y="4720"/>
                  </a:cubicBezTo>
                  <a:cubicBezTo>
                    <a:pt x="705" y="4873"/>
                    <a:pt x="542" y="5006"/>
                    <a:pt x="358" y="5109"/>
                  </a:cubicBezTo>
                  <a:lnTo>
                    <a:pt x="399" y="5170"/>
                  </a:lnTo>
                  <a:cubicBezTo>
                    <a:pt x="307" y="5548"/>
                    <a:pt x="153" y="5926"/>
                    <a:pt x="1" y="6283"/>
                  </a:cubicBezTo>
                  <a:cubicBezTo>
                    <a:pt x="54" y="6275"/>
                    <a:pt x="107" y="6271"/>
                    <a:pt x="160" y="6271"/>
                  </a:cubicBezTo>
                  <a:cubicBezTo>
                    <a:pt x="300" y="6271"/>
                    <a:pt x="439" y="6297"/>
                    <a:pt x="573" y="6335"/>
                  </a:cubicBezTo>
                  <a:cubicBezTo>
                    <a:pt x="685" y="6365"/>
                    <a:pt x="798" y="6416"/>
                    <a:pt x="909" y="6457"/>
                  </a:cubicBezTo>
                  <a:cubicBezTo>
                    <a:pt x="1533" y="6733"/>
                    <a:pt x="2105" y="7091"/>
                    <a:pt x="2708" y="7397"/>
                  </a:cubicBezTo>
                  <a:cubicBezTo>
                    <a:pt x="3045" y="7570"/>
                    <a:pt x="3392" y="7734"/>
                    <a:pt x="3740" y="7847"/>
                  </a:cubicBezTo>
                  <a:cubicBezTo>
                    <a:pt x="4026" y="7949"/>
                    <a:pt x="4312" y="8020"/>
                    <a:pt x="4608" y="8051"/>
                  </a:cubicBezTo>
                  <a:cubicBezTo>
                    <a:pt x="4465" y="10104"/>
                    <a:pt x="3760" y="12076"/>
                    <a:pt x="2963" y="14007"/>
                  </a:cubicBezTo>
                  <a:cubicBezTo>
                    <a:pt x="4774" y="13260"/>
                    <a:pt x="6740" y="12877"/>
                    <a:pt x="8702" y="12877"/>
                  </a:cubicBezTo>
                  <a:cubicBezTo>
                    <a:pt x="9452" y="12877"/>
                    <a:pt x="10202" y="12933"/>
                    <a:pt x="10942" y="13046"/>
                  </a:cubicBezTo>
                  <a:cubicBezTo>
                    <a:pt x="12097" y="13220"/>
                    <a:pt x="13221" y="13527"/>
                    <a:pt x="14385" y="13711"/>
                  </a:cubicBezTo>
                  <a:cubicBezTo>
                    <a:pt x="14922" y="13791"/>
                    <a:pt x="15468" y="13846"/>
                    <a:pt x="16010" y="13846"/>
                  </a:cubicBezTo>
                  <a:cubicBezTo>
                    <a:pt x="16634" y="13846"/>
                    <a:pt x="17253" y="13774"/>
                    <a:pt x="17848" y="13588"/>
                  </a:cubicBezTo>
                  <a:cubicBezTo>
                    <a:pt x="17430" y="12188"/>
                    <a:pt x="17327" y="10687"/>
                    <a:pt x="17562" y="9246"/>
                  </a:cubicBezTo>
                  <a:cubicBezTo>
                    <a:pt x="17593" y="9082"/>
                    <a:pt x="17623" y="8919"/>
                    <a:pt x="17664" y="8766"/>
                  </a:cubicBezTo>
                  <a:cubicBezTo>
                    <a:pt x="18186" y="8255"/>
                    <a:pt x="18706" y="7744"/>
                    <a:pt x="19350" y="7407"/>
                  </a:cubicBezTo>
                  <a:cubicBezTo>
                    <a:pt x="19943" y="7091"/>
                    <a:pt x="20606" y="6927"/>
                    <a:pt x="21260" y="6784"/>
                  </a:cubicBezTo>
                  <a:cubicBezTo>
                    <a:pt x="21281" y="6784"/>
                    <a:pt x="21301" y="6773"/>
                    <a:pt x="21312" y="6773"/>
                  </a:cubicBezTo>
                  <a:cubicBezTo>
                    <a:pt x="21873" y="6641"/>
                    <a:pt x="22436" y="6518"/>
                    <a:pt x="23008" y="6385"/>
                  </a:cubicBezTo>
                  <a:cubicBezTo>
                    <a:pt x="22772" y="5793"/>
                    <a:pt x="22548" y="5200"/>
                    <a:pt x="22313" y="4598"/>
                  </a:cubicBezTo>
                  <a:cubicBezTo>
                    <a:pt x="21782" y="3218"/>
                    <a:pt x="21158" y="1747"/>
                    <a:pt x="19871" y="1022"/>
                  </a:cubicBezTo>
                  <a:cubicBezTo>
                    <a:pt x="19605" y="879"/>
                    <a:pt x="19319" y="766"/>
                    <a:pt x="19033" y="675"/>
                  </a:cubicBezTo>
                  <a:cubicBezTo>
                    <a:pt x="18727" y="573"/>
                    <a:pt x="18420" y="491"/>
                    <a:pt x="18124" y="389"/>
                  </a:cubicBezTo>
                  <a:cubicBezTo>
                    <a:pt x="17818" y="276"/>
                    <a:pt x="17511" y="153"/>
                    <a:pt x="172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7" name="Google Shape;8887;p32"/>
            <p:cNvSpPr/>
            <p:nvPr/>
          </p:nvSpPr>
          <p:spPr>
            <a:xfrm>
              <a:off x="3806600" y="3583225"/>
              <a:ext cx="30650" cy="103725"/>
            </a:xfrm>
            <a:custGeom>
              <a:avLst/>
              <a:gdLst/>
              <a:ahLst/>
              <a:cxnLst/>
              <a:rect l="l" t="t" r="r" b="b"/>
              <a:pathLst>
                <a:path w="1226" h="4149" extrusionOk="0">
                  <a:moveTo>
                    <a:pt x="960" y="1"/>
                  </a:moveTo>
                  <a:cubicBezTo>
                    <a:pt x="511" y="328"/>
                    <a:pt x="347" y="920"/>
                    <a:pt x="245" y="1482"/>
                  </a:cubicBezTo>
                  <a:cubicBezTo>
                    <a:pt x="143" y="2054"/>
                    <a:pt x="61" y="2626"/>
                    <a:pt x="20" y="3209"/>
                  </a:cubicBezTo>
                  <a:cubicBezTo>
                    <a:pt x="0" y="3545"/>
                    <a:pt x="0" y="3913"/>
                    <a:pt x="235" y="4148"/>
                  </a:cubicBezTo>
                  <a:cubicBezTo>
                    <a:pt x="297" y="4108"/>
                    <a:pt x="358" y="4067"/>
                    <a:pt x="409" y="4015"/>
                  </a:cubicBezTo>
                  <a:cubicBezTo>
                    <a:pt x="583" y="3831"/>
                    <a:pt x="685" y="3597"/>
                    <a:pt x="776" y="3361"/>
                  </a:cubicBezTo>
                  <a:cubicBezTo>
                    <a:pt x="899" y="3055"/>
                    <a:pt x="1012" y="2748"/>
                    <a:pt x="1063" y="2524"/>
                  </a:cubicBezTo>
                  <a:cubicBezTo>
                    <a:pt x="1185" y="1972"/>
                    <a:pt x="1226" y="1390"/>
                    <a:pt x="1185" y="818"/>
                  </a:cubicBezTo>
                  <a:cubicBezTo>
                    <a:pt x="1165" y="542"/>
                    <a:pt x="1103" y="235"/>
                    <a:pt x="9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8" name="Google Shape;8888;p32"/>
            <p:cNvSpPr/>
            <p:nvPr/>
          </p:nvSpPr>
          <p:spPr>
            <a:xfrm>
              <a:off x="3782575" y="3573300"/>
              <a:ext cx="48050" cy="117825"/>
            </a:xfrm>
            <a:custGeom>
              <a:avLst/>
              <a:gdLst/>
              <a:ahLst/>
              <a:cxnLst/>
              <a:rect l="l" t="t" r="r" b="b"/>
              <a:pathLst>
                <a:path w="1922" h="4713" extrusionOk="0">
                  <a:moveTo>
                    <a:pt x="1260" y="0"/>
                  </a:moveTo>
                  <a:cubicBezTo>
                    <a:pt x="1049" y="0"/>
                    <a:pt x="834" y="86"/>
                    <a:pt x="695" y="244"/>
                  </a:cubicBezTo>
                  <a:cubicBezTo>
                    <a:pt x="645" y="296"/>
                    <a:pt x="614" y="346"/>
                    <a:pt x="583" y="407"/>
                  </a:cubicBezTo>
                  <a:cubicBezTo>
                    <a:pt x="522" y="520"/>
                    <a:pt x="481" y="643"/>
                    <a:pt x="440" y="765"/>
                  </a:cubicBezTo>
                  <a:cubicBezTo>
                    <a:pt x="318" y="1154"/>
                    <a:pt x="225" y="1542"/>
                    <a:pt x="154" y="1930"/>
                  </a:cubicBezTo>
                  <a:cubicBezTo>
                    <a:pt x="62" y="2492"/>
                    <a:pt x="1" y="3074"/>
                    <a:pt x="1" y="3646"/>
                  </a:cubicBezTo>
                  <a:cubicBezTo>
                    <a:pt x="1" y="3779"/>
                    <a:pt x="11" y="3912"/>
                    <a:pt x="11" y="4035"/>
                  </a:cubicBezTo>
                  <a:cubicBezTo>
                    <a:pt x="11" y="4208"/>
                    <a:pt x="32" y="4382"/>
                    <a:pt x="134" y="4514"/>
                  </a:cubicBezTo>
                  <a:cubicBezTo>
                    <a:pt x="236" y="4648"/>
                    <a:pt x="409" y="4698"/>
                    <a:pt x="573" y="4709"/>
                  </a:cubicBezTo>
                  <a:cubicBezTo>
                    <a:pt x="601" y="4712"/>
                    <a:pt x="630" y="4713"/>
                    <a:pt x="658" y="4713"/>
                  </a:cubicBezTo>
                  <a:cubicBezTo>
                    <a:pt x="852" y="4713"/>
                    <a:pt x="1036" y="4653"/>
                    <a:pt x="1196" y="4545"/>
                  </a:cubicBezTo>
                  <a:cubicBezTo>
                    <a:pt x="961" y="4310"/>
                    <a:pt x="961" y="3942"/>
                    <a:pt x="981" y="3606"/>
                  </a:cubicBezTo>
                  <a:cubicBezTo>
                    <a:pt x="1022" y="3023"/>
                    <a:pt x="1104" y="2451"/>
                    <a:pt x="1206" y="1879"/>
                  </a:cubicBezTo>
                  <a:cubicBezTo>
                    <a:pt x="1308" y="1317"/>
                    <a:pt x="1472" y="725"/>
                    <a:pt x="1921" y="398"/>
                  </a:cubicBezTo>
                  <a:cubicBezTo>
                    <a:pt x="1850" y="264"/>
                    <a:pt x="1737" y="152"/>
                    <a:pt x="1594" y="81"/>
                  </a:cubicBezTo>
                  <a:cubicBezTo>
                    <a:pt x="1493" y="26"/>
                    <a:pt x="1377" y="0"/>
                    <a:pt x="12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9" name="Google Shape;8889;p32"/>
            <p:cNvSpPr/>
            <p:nvPr/>
          </p:nvSpPr>
          <p:spPr>
            <a:xfrm>
              <a:off x="3770575" y="3553925"/>
              <a:ext cx="26600" cy="67650"/>
            </a:xfrm>
            <a:custGeom>
              <a:avLst/>
              <a:gdLst/>
              <a:ahLst/>
              <a:cxnLst/>
              <a:rect l="l" t="t" r="r" b="b"/>
              <a:pathLst>
                <a:path w="1064" h="2706" extrusionOk="0">
                  <a:moveTo>
                    <a:pt x="251" y="0"/>
                  </a:moveTo>
                  <a:cubicBezTo>
                    <a:pt x="204" y="0"/>
                    <a:pt x="159" y="12"/>
                    <a:pt x="124" y="38"/>
                  </a:cubicBezTo>
                  <a:cubicBezTo>
                    <a:pt x="1" y="131"/>
                    <a:pt x="21" y="304"/>
                    <a:pt x="52" y="447"/>
                  </a:cubicBezTo>
                  <a:cubicBezTo>
                    <a:pt x="113" y="825"/>
                    <a:pt x="124" y="1214"/>
                    <a:pt x="83" y="1602"/>
                  </a:cubicBezTo>
                  <a:lnTo>
                    <a:pt x="72" y="1612"/>
                  </a:lnTo>
                  <a:cubicBezTo>
                    <a:pt x="154" y="1673"/>
                    <a:pt x="215" y="1755"/>
                    <a:pt x="267" y="1836"/>
                  </a:cubicBezTo>
                  <a:cubicBezTo>
                    <a:pt x="430" y="2092"/>
                    <a:pt x="542" y="2388"/>
                    <a:pt x="573" y="2694"/>
                  </a:cubicBezTo>
                  <a:lnTo>
                    <a:pt x="634" y="2705"/>
                  </a:lnTo>
                  <a:cubicBezTo>
                    <a:pt x="705" y="2317"/>
                    <a:pt x="798" y="1929"/>
                    <a:pt x="920" y="1540"/>
                  </a:cubicBezTo>
                  <a:cubicBezTo>
                    <a:pt x="961" y="1418"/>
                    <a:pt x="1002" y="1295"/>
                    <a:pt x="1063" y="1182"/>
                  </a:cubicBezTo>
                  <a:cubicBezTo>
                    <a:pt x="961" y="968"/>
                    <a:pt x="869" y="744"/>
                    <a:pt x="777" y="529"/>
                  </a:cubicBezTo>
                  <a:cubicBezTo>
                    <a:pt x="696" y="345"/>
                    <a:pt x="594" y="151"/>
                    <a:pt x="430" y="49"/>
                  </a:cubicBezTo>
                  <a:cubicBezTo>
                    <a:pt x="378" y="20"/>
                    <a:pt x="312" y="0"/>
                    <a:pt x="251" y="0"/>
                  </a:cubicBezTo>
                  <a:close/>
                </a:path>
              </a:pathLst>
            </a:custGeom>
            <a:solidFill>
              <a:srgbClr val="BF7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0" name="Google Shape;8890;p32"/>
            <p:cNvSpPr/>
            <p:nvPr/>
          </p:nvSpPr>
          <p:spPr>
            <a:xfrm>
              <a:off x="3673775" y="3588650"/>
              <a:ext cx="112675" cy="98300"/>
            </a:xfrm>
            <a:custGeom>
              <a:avLst/>
              <a:gdLst/>
              <a:ahLst/>
              <a:cxnLst/>
              <a:rect l="l" t="t" r="r" b="b"/>
              <a:pathLst>
                <a:path w="4507" h="3932" extrusionOk="0">
                  <a:moveTo>
                    <a:pt x="2718" y="1"/>
                  </a:moveTo>
                  <a:cubicBezTo>
                    <a:pt x="2617" y="1"/>
                    <a:pt x="2517" y="29"/>
                    <a:pt x="2432" y="90"/>
                  </a:cubicBezTo>
                  <a:cubicBezTo>
                    <a:pt x="2381" y="131"/>
                    <a:pt x="2330" y="182"/>
                    <a:pt x="2259" y="182"/>
                  </a:cubicBezTo>
                  <a:cubicBezTo>
                    <a:pt x="2253" y="185"/>
                    <a:pt x="2246" y="186"/>
                    <a:pt x="2238" y="186"/>
                  </a:cubicBezTo>
                  <a:cubicBezTo>
                    <a:pt x="2220" y="186"/>
                    <a:pt x="2198" y="179"/>
                    <a:pt x="2177" y="172"/>
                  </a:cubicBezTo>
                  <a:cubicBezTo>
                    <a:pt x="2126" y="141"/>
                    <a:pt x="2075" y="100"/>
                    <a:pt x="2034" y="80"/>
                  </a:cubicBezTo>
                  <a:cubicBezTo>
                    <a:pt x="1963" y="36"/>
                    <a:pt x="1882" y="13"/>
                    <a:pt x="1802" y="13"/>
                  </a:cubicBezTo>
                  <a:cubicBezTo>
                    <a:pt x="1731" y="13"/>
                    <a:pt x="1663" y="31"/>
                    <a:pt x="1605" y="70"/>
                  </a:cubicBezTo>
                  <a:cubicBezTo>
                    <a:pt x="1553" y="100"/>
                    <a:pt x="1513" y="131"/>
                    <a:pt x="1462" y="131"/>
                  </a:cubicBezTo>
                  <a:lnTo>
                    <a:pt x="1451" y="131"/>
                  </a:lnTo>
                  <a:cubicBezTo>
                    <a:pt x="1390" y="131"/>
                    <a:pt x="1349" y="80"/>
                    <a:pt x="1298" y="49"/>
                  </a:cubicBezTo>
                  <a:cubicBezTo>
                    <a:pt x="1269" y="34"/>
                    <a:pt x="1238" y="28"/>
                    <a:pt x="1207" y="28"/>
                  </a:cubicBezTo>
                  <a:cubicBezTo>
                    <a:pt x="1090" y="28"/>
                    <a:pt x="969" y="123"/>
                    <a:pt x="879" y="213"/>
                  </a:cubicBezTo>
                  <a:cubicBezTo>
                    <a:pt x="706" y="406"/>
                    <a:pt x="563" y="631"/>
                    <a:pt x="461" y="867"/>
                  </a:cubicBezTo>
                  <a:cubicBezTo>
                    <a:pt x="287" y="1224"/>
                    <a:pt x="184" y="1612"/>
                    <a:pt x="82" y="1990"/>
                  </a:cubicBezTo>
                  <a:cubicBezTo>
                    <a:pt x="41" y="2143"/>
                    <a:pt x="1" y="2307"/>
                    <a:pt x="11" y="2460"/>
                  </a:cubicBezTo>
                  <a:cubicBezTo>
                    <a:pt x="21" y="2491"/>
                    <a:pt x="21" y="2522"/>
                    <a:pt x="32" y="2552"/>
                  </a:cubicBezTo>
                  <a:cubicBezTo>
                    <a:pt x="62" y="2665"/>
                    <a:pt x="113" y="2767"/>
                    <a:pt x="175" y="2869"/>
                  </a:cubicBezTo>
                  <a:cubicBezTo>
                    <a:pt x="552" y="3512"/>
                    <a:pt x="1288" y="3931"/>
                    <a:pt x="2034" y="3931"/>
                  </a:cubicBezTo>
                  <a:cubicBezTo>
                    <a:pt x="2248" y="3931"/>
                    <a:pt x="2463" y="3911"/>
                    <a:pt x="2677" y="3860"/>
                  </a:cubicBezTo>
                  <a:cubicBezTo>
                    <a:pt x="3301" y="3737"/>
                    <a:pt x="3924" y="3502"/>
                    <a:pt x="4353" y="3032"/>
                  </a:cubicBezTo>
                  <a:cubicBezTo>
                    <a:pt x="4353" y="2460"/>
                    <a:pt x="4414" y="1878"/>
                    <a:pt x="4506" y="1316"/>
                  </a:cubicBezTo>
                  <a:lnTo>
                    <a:pt x="4445" y="1305"/>
                  </a:lnTo>
                  <a:cubicBezTo>
                    <a:pt x="4414" y="999"/>
                    <a:pt x="4302" y="703"/>
                    <a:pt x="4139" y="447"/>
                  </a:cubicBezTo>
                  <a:cubicBezTo>
                    <a:pt x="4087" y="366"/>
                    <a:pt x="4026" y="284"/>
                    <a:pt x="3944" y="223"/>
                  </a:cubicBezTo>
                  <a:cubicBezTo>
                    <a:pt x="3914" y="192"/>
                    <a:pt x="3883" y="161"/>
                    <a:pt x="3842" y="141"/>
                  </a:cubicBezTo>
                  <a:cubicBezTo>
                    <a:pt x="3782" y="113"/>
                    <a:pt x="3715" y="98"/>
                    <a:pt x="3649" y="98"/>
                  </a:cubicBezTo>
                  <a:cubicBezTo>
                    <a:pt x="3568" y="98"/>
                    <a:pt x="3490" y="121"/>
                    <a:pt x="3433" y="172"/>
                  </a:cubicBezTo>
                  <a:cubicBezTo>
                    <a:pt x="3403" y="202"/>
                    <a:pt x="3383" y="233"/>
                    <a:pt x="3342" y="243"/>
                  </a:cubicBezTo>
                  <a:cubicBezTo>
                    <a:pt x="3332" y="248"/>
                    <a:pt x="3319" y="251"/>
                    <a:pt x="3306" y="251"/>
                  </a:cubicBezTo>
                  <a:cubicBezTo>
                    <a:pt x="3293" y="251"/>
                    <a:pt x="3280" y="248"/>
                    <a:pt x="3270" y="243"/>
                  </a:cubicBezTo>
                  <a:cubicBezTo>
                    <a:pt x="3219" y="233"/>
                    <a:pt x="3168" y="192"/>
                    <a:pt x="3127" y="151"/>
                  </a:cubicBezTo>
                  <a:cubicBezTo>
                    <a:pt x="3065" y="100"/>
                    <a:pt x="2994" y="59"/>
                    <a:pt x="2922" y="39"/>
                  </a:cubicBezTo>
                  <a:cubicBezTo>
                    <a:pt x="2856" y="14"/>
                    <a:pt x="2787" y="1"/>
                    <a:pt x="2718" y="1"/>
                  </a:cubicBezTo>
                  <a:close/>
                </a:path>
              </a:pathLst>
            </a:custGeom>
            <a:solidFill>
              <a:srgbClr val="FFC6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1" name="Google Shape;8891;p32"/>
            <p:cNvSpPr/>
            <p:nvPr/>
          </p:nvSpPr>
          <p:spPr>
            <a:xfrm>
              <a:off x="3649525" y="3337025"/>
              <a:ext cx="98350" cy="273300"/>
            </a:xfrm>
            <a:custGeom>
              <a:avLst/>
              <a:gdLst/>
              <a:ahLst/>
              <a:cxnLst/>
              <a:rect l="l" t="t" r="r" b="b"/>
              <a:pathLst>
                <a:path w="3934" h="10932" extrusionOk="0">
                  <a:moveTo>
                    <a:pt x="3933" y="0"/>
                  </a:moveTo>
                  <a:lnTo>
                    <a:pt x="3933" y="0"/>
                  </a:lnTo>
                  <a:cubicBezTo>
                    <a:pt x="3279" y="143"/>
                    <a:pt x="2616" y="307"/>
                    <a:pt x="2023" y="623"/>
                  </a:cubicBezTo>
                  <a:cubicBezTo>
                    <a:pt x="1379" y="960"/>
                    <a:pt x="859" y="1471"/>
                    <a:pt x="337" y="1982"/>
                  </a:cubicBezTo>
                  <a:cubicBezTo>
                    <a:pt x="296" y="2135"/>
                    <a:pt x="266" y="2298"/>
                    <a:pt x="235" y="2462"/>
                  </a:cubicBezTo>
                  <a:cubicBezTo>
                    <a:pt x="0" y="3903"/>
                    <a:pt x="103" y="5404"/>
                    <a:pt x="521" y="6804"/>
                  </a:cubicBezTo>
                  <a:cubicBezTo>
                    <a:pt x="603" y="7090"/>
                    <a:pt x="705" y="7386"/>
                    <a:pt x="818" y="7662"/>
                  </a:cubicBezTo>
                  <a:cubicBezTo>
                    <a:pt x="716" y="7693"/>
                    <a:pt x="613" y="7713"/>
                    <a:pt x="521" y="7744"/>
                  </a:cubicBezTo>
                  <a:cubicBezTo>
                    <a:pt x="480" y="7989"/>
                    <a:pt x="470" y="8234"/>
                    <a:pt x="470" y="8480"/>
                  </a:cubicBezTo>
                  <a:lnTo>
                    <a:pt x="470" y="8500"/>
                  </a:lnTo>
                  <a:cubicBezTo>
                    <a:pt x="532" y="8500"/>
                    <a:pt x="582" y="8500"/>
                    <a:pt x="634" y="8510"/>
                  </a:cubicBezTo>
                  <a:cubicBezTo>
                    <a:pt x="828" y="8541"/>
                    <a:pt x="1002" y="8633"/>
                    <a:pt x="1124" y="8776"/>
                  </a:cubicBezTo>
                  <a:cubicBezTo>
                    <a:pt x="1186" y="8837"/>
                    <a:pt x="1236" y="8919"/>
                    <a:pt x="1267" y="9000"/>
                  </a:cubicBezTo>
                  <a:cubicBezTo>
                    <a:pt x="1349" y="9174"/>
                    <a:pt x="1359" y="9379"/>
                    <a:pt x="1369" y="9572"/>
                  </a:cubicBezTo>
                  <a:cubicBezTo>
                    <a:pt x="1390" y="10022"/>
                    <a:pt x="1400" y="10462"/>
                    <a:pt x="1400" y="10911"/>
                  </a:cubicBezTo>
                  <a:lnTo>
                    <a:pt x="1431" y="10932"/>
                  </a:lnTo>
                  <a:cubicBezTo>
                    <a:pt x="1533" y="10696"/>
                    <a:pt x="1676" y="10471"/>
                    <a:pt x="1849" y="10278"/>
                  </a:cubicBezTo>
                  <a:cubicBezTo>
                    <a:pt x="1939" y="10188"/>
                    <a:pt x="2060" y="10093"/>
                    <a:pt x="2177" y="10093"/>
                  </a:cubicBezTo>
                  <a:cubicBezTo>
                    <a:pt x="2208" y="10093"/>
                    <a:pt x="2239" y="10099"/>
                    <a:pt x="2268" y="10114"/>
                  </a:cubicBezTo>
                  <a:cubicBezTo>
                    <a:pt x="2319" y="10145"/>
                    <a:pt x="2360" y="10196"/>
                    <a:pt x="2421" y="10196"/>
                  </a:cubicBezTo>
                  <a:lnTo>
                    <a:pt x="2432" y="10196"/>
                  </a:lnTo>
                  <a:cubicBezTo>
                    <a:pt x="2483" y="10196"/>
                    <a:pt x="2523" y="10165"/>
                    <a:pt x="2575" y="10135"/>
                  </a:cubicBezTo>
                  <a:cubicBezTo>
                    <a:pt x="2633" y="10096"/>
                    <a:pt x="2701" y="10078"/>
                    <a:pt x="2772" y="10078"/>
                  </a:cubicBezTo>
                  <a:cubicBezTo>
                    <a:pt x="2852" y="10078"/>
                    <a:pt x="2933" y="10101"/>
                    <a:pt x="3004" y="10145"/>
                  </a:cubicBezTo>
                  <a:cubicBezTo>
                    <a:pt x="3045" y="10165"/>
                    <a:pt x="3096" y="10206"/>
                    <a:pt x="3147" y="10237"/>
                  </a:cubicBezTo>
                  <a:cubicBezTo>
                    <a:pt x="3168" y="10244"/>
                    <a:pt x="3190" y="10251"/>
                    <a:pt x="3208" y="10251"/>
                  </a:cubicBezTo>
                  <a:cubicBezTo>
                    <a:pt x="3216" y="10251"/>
                    <a:pt x="3223" y="10250"/>
                    <a:pt x="3229" y="10247"/>
                  </a:cubicBezTo>
                  <a:cubicBezTo>
                    <a:pt x="3300" y="10247"/>
                    <a:pt x="3351" y="10196"/>
                    <a:pt x="3402" y="10155"/>
                  </a:cubicBezTo>
                  <a:cubicBezTo>
                    <a:pt x="3487" y="10094"/>
                    <a:pt x="3587" y="10066"/>
                    <a:pt x="3688" y="10066"/>
                  </a:cubicBezTo>
                  <a:cubicBezTo>
                    <a:pt x="3757" y="10066"/>
                    <a:pt x="3826" y="10079"/>
                    <a:pt x="3892" y="10104"/>
                  </a:cubicBezTo>
                  <a:lnTo>
                    <a:pt x="3903" y="10073"/>
                  </a:lnTo>
                  <a:cubicBezTo>
                    <a:pt x="3790" y="9409"/>
                    <a:pt x="3372" y="8827"/>
                    <a:pt x="3239" y="8163"/>
                  </a:cubicBezTo>
                  <a:lnTo>
                    <a:pt x="3239" y="8153"/>
                  </a:lnTo>
                  <a:cubicBezTo>
                    <a:pt x="3177" y="7867"/>
                    <a:pt x="3177" y="7560"/>
                    <a:pt x="3177" y="7254"/>
                  </a:cubicBezTo>
                  <a:cubicBezTo>
                    <a:pt x="3177" y="4812"/>
                    <a:pt x="3208" y="2329"/>
                    <a:pt x="3933" y="0"/>
                  </a:cubicBezTo>
                  <a:close/>
                </a:path>
              </a:pathLst>
            </a:custGeom>
            <a:solidFill>
              <a:srgbClr val="FFC6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2" name="Google Shape;8892;p32"/>
            <p:cNvSpPr/>
            <p:nvPr/>
          </p:nvSpPr>
          <p:spPr>
            <a:xfrm>
              <a:off x="3650275" y="3556400"/>
              <a:ext cx="35025" cy="106775"/>
            </a:xfrm>
            <a:custGeom>
              <a:avLst/>
              <a:gdLst/>
              <a:ahLst/>
              <a:cxnLst/>
              <a:rect l="l" t="t" r="r" b="b"/>
              <a:pathLst>
                <a:path w="1401" h="4271" extrusionOk="0">
                  <a:moveTo>
                    <a:pt x="1094" y="1"/>
                  </a:moveTo>
                  <a:cubicBezTo>
                    <a:pt x="879" y="62"/>
                    <a:pt x="706" y="225"/>
                    <a:pt x="573" y="409"/>
                  </a:cubicBezTo>
                  <a:cubicBezTo>
                    <a:pt x="430" y="604"/>
                    <a:pt x="348" y="838"/>
                    <a:pt x="277" y="1083"/>
                  </a:cubicBezTo>
                  <a:cubicBezTo>
                    <a:pt x="82" y="1748"/>
                    <a:pt x="1" y="2443"/>
                    <a:pt x="32" y="3137"/>
                  </a:cubicBezTo>
                  <a:cubicBezTo>
                    <a:pt x="32" y="3392"/>
                    <a:pt x="62" y="3638"/>
                    <a:pt x="185" y="3862"/>
                  </a:cubicBezTo>
                  <a:cubicBezTo>
                    <a:pt x="277" y="4036"/>
                    <a:pt x="440" y="4179"/>
                    <a:pt x="624" y="4261"/>
                  </a:cubicBezTo>
                  <a:lnTo>
                    <a:pt x="624" y="4271"/>
                  </a:lnTo>
                  <a:cubicBezTo>
                    <a:pt x="767" y="4148"/>
                    <a:pt x="879" y="4005"/>
                    <a:pt x="972" y="3842"/>
                  </a:cubicBezTo>
                  <a:cubicBezTo>
                    <a:pt x="961" y="3812"/>
                    <a:pt x="961" y="3781"/>
                    <a:pt x="951" y="3750"/>
                  </a:cubicBezTo>
                  <a:cubicBezTo>
                    <a:pt x="941" y="3597"/>
                    <a:pt x="981" y="3433"/>
                    <a:pt x="1022" y="3280"/>
                  </a:cubicBezTo>
                  <a:cubicBezTo>
                    <a:pt x="1124" y="2902"/>
                    <a:pt x="1227" y="2514"/>
                    <a:pt x="1401" y="2157"/>
                  </a:cubicBezTo>
                  <a:lnTo>
                    <a:pt x="1370" y="2136"/>
                  </a:lnTo>
                  <a:cubicBezTo>
                    <a:pt x="1370" y="1687"/>
                    <a:pt x="1360" y="1247"/>
                    <a:pt x="1339" y="797"/>
                  </a:cubicBezTo>
                  <a:cubicBezTo>
                    <a:pt x="1329" y="604"/>
                    <a:pt x="1319" y="399"/>
                    <a:pt x="1237" y="225"/>
                  </a:cubicBezTo>
                  <a:cubicBezTo>
                    <a:pt x="1206" y="144"/>
                    <a:pt x="1156" y="62"/>
                    <a:pt x="10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3" name="Google Shape;8893;p32"/>
            <p:cNvSpPr/>
            <p:nvPr/>
          </p:nvSpPr>
          <p:spPr>
            <a:xfrm>
              <a:off x="3493450" y="3919600"/>
              <a:ext cx="191075" cy="253900"/>
            </a:xfrm>
            <a:custGeom>
              <a:avLst/>
              <a:gdLst/>
              <a:ahLst/>
              <a:cxnLst/>
              <a:rect l="l" t="t" r="r" b="b"/>
              <a:pathLst>
                <a:path w="7643" h="10156" extrusionOk="0">
                  <a:moveTo>
                    <a:pt x="7316" y="0"/>
                  </a:moveTo>
                  <a:cubicBezTo>
                    <a:pt x="6080" y="849"/>
                    <a:pt x="4496" y="960"/>
                    <a:pt x="3036" y="1318"/>
                  </a:cubicBezTo>
                  <a:cubicBezTo>
                    <a:pt x="2003" y="1573"/>
                    <a:pt x="992" y="1952"/>
                    <a:pt x="52" y="2463"/>
                  </a:cubicBezTo>
                  <a:lnTo>
                    <a:pt x="1" y="2473"/>
                  </a:lnTo>
                  <a:cubicBezTo>
                    <a:pt x="52" y="2656"/>
                    <a:pt x="103" y="2851"/>
                    <a:pt x="144" y="3035"/>
                  </a:cubicBezTo>
                  <a:cubicBezTo>
                    <a:pt x="481" y="4404"/>
                    <a:pt x="696" y="5793"/>
                    <a:pt x="920" y="7192"/>
                  </a:cubicBezTo>
                  <a:lnTo>
                    <a:pt x="1401" y="10155"/>
                  </a:lnTo>
                  <a:cubicBezTo>
                    <a:pt x="1401" y="10155"/>
                    <a:pt x="7622" y="10155"/>
                    <a:pt x="7643" y="10094"/>
                  </a:cubicBezTo>
                  <a:cubicBezTo>
                    <a:pt x="7408" y="6743"/>
                    <a:pt x="7459" y="3362"/>
                    <a:pt x="7357" y="0"/>
                  </a:cubicBezTo>
                  <a:close/>
                </a:path>
              </a:pathLst>
            </a:custGeom>
            <a:solidFill>
              <a:srgbClr val="FFC6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4" name="Google Shape;8894;p32"/>
            <p:cNvSpPr/>
            <p:nvPr/>
          </p:nvSpPr>
          <p:spPr>
            <a:xfrm>
              <a:off x="3628825" y="3549525"/>
              <a:ext cx="48825" cy="123225"/>
            </a:xfrm>
            <a:custGeom>
              <a:avLst/>
              <a:gdLst/>
              <a:ahLst/>
              <a:cxnLst/>
              <a:rect l="l" t="t" r="r" b="b"/>
              <a:pathLst>
                <a:path w="1953" h="4929" extrusionOk="0">
                  <a:moveTo>
                    <a:pt x="1298" y="0"/>
                  </a:moveTo>
                  <a:cubicBezTo>
                    <a:pt x="1083" y="10"/>
                    <a:pt x="859" y="112"/>
                    <a:pt x="716" y="286"/>
                  </a:cubicBezTo>
                  <a:cubicBezTo>
                    <a:pt x="583" y="429"/>
                    <a:pt x="511" y="613"/>
                    <a:pt x="450" y="797"/>
                  </a:cubicBezTo>
                  <a:cubicBezTo>
                    <a:pt x="307" y="1226"/>
                    <a:pt x="205" y="1665"/>
                    <a:pt x="134" y="2114"/>
                  </a:cubicBezTo>
                  <a:cubicBezTo>
                    <a:pt x="52" y="2656"/>
                    <a:pt x="11" y="3208"/>
                    <a:pt x="11" y="3749"/>
                  </a:cubicBezTo>
                  <a:cubicBezTo>
                    <a:pt x="1" y="3994"/>
                    <a:pt x="11" y="4239"/>
                    <a:pt x="103" y="4464"/>
                  </a:cubicBezTo>
                  <a:cubicBezTo>
                    <a:pt x="134" y="4557"/>
                    <a:pt x="184" y="4638"/>
                    <a:pt x="256" y="4709"/>
                  </a:cubicBezTo>
                  <a:cubicBezTo>
                    <a:pt x="348" y="4822"/>
                    <a:pt x="470" y="4904"/>
                    <a:pt x="614" y="4924"/>
                  </a:cubicBezTo>
                  <a:cubicBezTo>
                    <a:pt x="633" y="4927"/>
                    <a:pt x="652" y="4928"/>
                    <a:pt x="673" y="4928"/>
                  </a:cubicBezTo>
                  <a:cubicBezTo>
                    <a:pt x="728" y="4928"/>
                    <a:pt x="786" y="4919"/>
                    <a:pt x="838" y="4904"/>
                  </a:cubicBezTo>
                  <a:cubicBezTo>
                    <a:pt x="920" y="4893"/>
                    <a:pt x="1002" y="4863"/>
                    <a:pt x="1074" y="4822"/>
                  </a:cubicBezTo>
                  <a:cubicBezTo>
                    <a:pt x="1217" y="4750"/>
                    <a:pt x="1360" y="4659"/>
                    <a:pt x="1482" y="4546"/>
                  </a:cubicBezTo>
                  <a:lnTo>
                    <a:pt x="1482" y="4536"/>
                  </a:lnTo>
                  <a:cubicBezTo>
                    <a:pt x="1298" y="4454"/>
                    <a:pt x="1135" y="4311"/>
                    <a:pt x="1043" y="4137"/>
                  </a:cubicBezTo>
                  <a:cubicBezTo>
                    <a:pt x="920" y="3913"/>
                    <a:pt x="890" y="3667"/>
                    <a:pt x="890" y="3412"/>
                  </a:cubicBezTo>
                  <a:cubicBezTo>
                    <a:pt x="859" y="2718"/>
                    <a:pt x="940" y="2023"/>
                    <a:pt x="1135" y="1358"/>
                  </a:cubicBezTo>
                  <a:cubicBezTo>
                    <a:pt x="1206" y="1113"/>
                    <a:pt x="1288" y="879"/>
                    <a:pt x="1431" y="684"/>
                  </a:cubicBezTo>
                  <a:cubicBezTo>
                    <a:pt x="1564" y="500"/>
                    <a:pt x="1737" y="337"/>
                    <a:pt x="1952" y="276"/>
                  </a:cubicBezTo>
                  <a:cubicBezTo>
                    <a:pt x="1830" y="133"/>
                    <a:pt x="1656" y="41"/>
                    <a:pt x="1462" y="10"/>
                  </a:cubicBezTo>
                  <a:cubicBezTo>
                    <a:pt x="1410" y="0"/>
                    <a:pt x="1360" y="0"/>
                    <a:pt x="12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5" name="Google Shape;8895;p32"/>
            <p:cNvSpPr/>
            <p:nvPr/>
          </p:nvSpPr>
          <p:spPr>
            <a:xfrm>
              <a:off x="3289400" y="3512700"/>
              <a:ext cx="345850" cy="176575"/>
            </a:xfrm>
            <a:custGeom>
              <a:avLst/>
              <a:gdLst/>
              <a:ahLst/>
              <a:cxnLst/>
              <a:rect l="l" t="t" r="r" b="b"/>
              <a:pathLst>
                <a:path w="13834" h="7063" extrusionOk="0">
                  <a:moveTo>
                    <a:pt x="6584" y="0"/>
                  </a:moveTo>
                  <a:cubicBezTo>
                    <a:pt x="4973" y="0"/>
                    <a:pt x="3359" y="340"/>
                    <a:pt x="1768" y="768"/>
                  </a:cubicBezTo>
                  <a:lnTo>
                    <a:pt x="1778" y="829"/>
                  </a:lnTo>
                  <a:cubicBezTo>
                    <a:pt x="1369" y="2413"/>
                    <a:pt x="644" y="3884"/>
                    <a:pt x="0" y="5406"/>
                  </a:cubicBezTo>
                  <a:lnTo>
                    <a:pt x="10" y="5406"/>
                  </a:lnTo>
                  <a:cubicBezTo>
                    <a:pt x="2518" y="6506"/>
                    <a:pt x="5257" y="7062"/>
                    <a:pt x="7997" y="7062"/>
                  </a:cubicBezTo>
                  <a:cubicBezTo>
                    <a:pt x="9967" y="7062"/>
                    <a:pt x="11938" y="6774"/>
                    <a:pt x="13823" y="6193"/>
                  </a:cubicBezTo>
                  <a:lnTo>
                    <a:pt x="13833" y="6182"/>
                  </a:lnTo>
                  <a:cubicBezTo>
                    <a:pt x="13761" y="6111"/>
                    <a:pt x="13711" y="6030"/>
                    <a:pt x="13680" y="5937"/>
                  </a:cubicBezTo>
                  <a:cubicBezTo>
                    <a:pt x="13588" y="5712"/>
                    <a:pt x="13578" y="5467"/>
                    <a:pt x="13588" y="5222"/>
                  </a:cubicBezTo>
                  <a:cubicBezTo>
                    <a:pt x="13588" y="4681"/>
                    <a:pt x="13629" y="4129"/>
                    <a:pt x="13711" y="3587"/>
                  </a:cubicBezTo>
                  <a:lnTo>
                    <a:pt x="13700" y="3587"/>
                  </a:lnTo>
                  <a:cubicBezTo>
                    <a:pt x="13506" y="2760"/>
                    <a:pt x="13455" y="1780"/>
                    <a:pt x="13547" y="942"/>
                  </a:cubicBezTo>
                  <a:lnTo>
                    <a:pt x="13547" y="942"/>
                  </a:lnTo>
                  <a:cubicBezTo>
                    <a:pt x="13310" y="962"/>
                    <a:pt x="13072" y="972"/>
                    <a:pt x="12835" y="972"/>
                  </a:cubicBezTo>
                  <a:cubicBezTo>
                    <a:pt x="12358" y="972"/>
                    <a:pt x="11883" y="931"/>
                    <a:pt x="11412" y="850"/>
                  </a:cubicBezTo>
                  <a:cubicBezTo>
                    <a:pt x="10370" y="676"/>
                    <a:pt x="9359" y="329"/>
                    <a:pt x="8326" y="145"/>
                  </a:cubicBezTo>
                  <a:cubicBezTo>
                    <a:pt x="7747" y="45"/>
                    <a:pt x="7165" y="0"/>
                    <a:pt x="6584" y="0"/>
                  </a:cubicBezTo>
                  <a:close/>
                </a:path>
              </a:pathLst>
            </a:custGeom>
            <a:solidFill>
              <a:srgbClr val="FFC6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6" name="Google Shape;8896;p32"/>
            <p:cNvSpPr/>
            <p:nvPr/>
          </p:nvSpPr>
          <p:spPr>
            <a:xfrm>
              <a:off x="3395900" y="3088250"/>
              <a:ext cx="109100" cy="58750"/>
            </a:xfrm>
            <a:custGeom>
              <a:avLst/>
              <a:gdLst/>
              <a:ahLst/>
              <a:cxnLst/>
              <a:rect l="l" t="t" r="r" b="b"/>
              <a:pathLst>
                <a:path w="4364" h="2350" extrusionOk="0">
                  <a:moveTo>
                    <a:pt x="4363" y="0"/>
                  </a:moveTo>
                  <a:lnTo>
                    <a:pt x="4363" y="0"/>
                  </a:lnTo>
                  <a:cubicBezTo>
                    <a:pt x="4352" y="10"/>
                    <a:pt x="4343" y="10"/>
                    <a:pt x="4343" y="21"/>
                  </a:cubicBezTo>
                  <a:cubicBezTo>
                    <a:pt x="3882" y="399"/>
                    <a:pt x="3304" y="685"/>
                    <a:pt x="2707" y="685"/>
                  </a:cubicBezTo>
                  <a:cubicBezTo>
                    <a:pt x="2643" y="685"/>
                    <a:pt x="2578" y="682"/>
                    <a:pt x="2513" y="675"/>
                  </a:cubicBezTo>
                  <a:cubicBezTo>
                    <a:pt x="2248" y="644"/>
                    <a:pt x="2003" y="562"/>
                    <a:pt x="1768" y="439"/>
                  </a:cubicBezTo>
                  <a:lnTo>
                    <a:pt x="1748" y="501"/>
                  </a:lnTo>
                  <a:cubicBezTo>
                    <a:pt x="1206" y="1124"/>
                    <a:pt x="634" y="1767"/>
                    <a:pt x="0" y="2299"/>
                  </a:cubicBezTo>
                  <a:cubicBezTo>
                    <a:pt x="239" y="2332"/>
                    <a:pt x="481" y="2350"/>
                    <a:pt x="723" y="2350"/>
                  </a:cubicBezTo>
                  <a:cubicBezTo>
                    <a:pt x="1371" y="2350"/>
                    <a:pt x="2018" y="2224"/>
                    <a:pt x="2606" y="1942"/>
                  </a:cubicBezTo>
                  <a:cubicBezTo>
                    <a:pt x="3413" y="1553"/>
                    <a:pt x="4077" y="848"/>
                    <a:pt x="4363" y="0"/>
                  </a:cubicBezTo>
                  <a:close/>
                </a:path>
              </a:pathLst>
            </a:custGeom>
            <a:solidFill>
              <a:srgbClr val="BF7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7" name="Google Shape;8897;p32"/>
            <p:cNvSpPr/>
            <p:nvPr/>
          </p:nvSpPr>
          <p:spPr>
            <a:xfrm>
              <a:off x="3376750" y="2843300"/>
              <a:ext cx="251350" cy="417950"/>
            </a:xfrm>
            <a:custGeom>
              <a:avLst/>
              <a:gdLst/>
              <a:ahLst/>
              <a:cxnLst/>
              <a:rect l="l" t="t" r="r" b="b"/>
              <a:pathLst>
                <a:path w="10054" h="16718" extrusionOk="0">
                  <a:moveTo>
                    <a:pt x="4067" y="1"/>
                  </a:moveTo>
                  <a:cubicBezTo>
                    <a:pt x="3413" y="645"/>
                    <a:pt x="2698" y="1145"/>
                    <a:pt x="1931" y="1503"/>
                  </a:cubicBezTo>
                  <a:cubicBezTo>
                    <a:pt x="1656" y="1625"/>
                    <a:pt x="1369" y="1737"/>
                    <a:pt x="1186" y="1973"/>
                  </a:cubicBezTo>
                  <a:cubicBezTo>
                    <a:pt x="1052" y="2126"/>
                    <a:pt x="981" y="2320"/>
                    <a:pt x="909" y="2514"/>
                  </a:cubicBezTo>
                  <a:cubicBezTo>
                    <a:pt x="644" y="3301"/>
                    <a:pt x="491" y="4128"/>
                    <a:pt x="470" y="4956"/>
                  </a:cubicBezTo>
                  <a:cubicBezTo>
                    <a:pt x="460" y="5058"/>
                    <a:pt x="460" y="5160"/>
                    <a:pt x="460" y="5262"/>
                  </a:cubicBezTo>
                  <a:cubicBezTo>
                    <a:pt x="460" y="6243"/>
                    <a:pt x="623" y="7234"/>
                    <a:pt x="961" y="8153"/>
                  </a:cubicBezTo>
                  <a:cubicBezTo>
                    <a:pt x="981" y="8225"/>
                    <a:pt x="1011" y="8296"/>
                    <a:pt x="1032" y="8358"/>
                  </a:cubicBezTo>
                  <a:cubicBezTo>
                    <a:pt x="1349" y="9124"/>
                    <a:pt x="1849" y="9880"/>
                    <a:pt x="2534" y="10237"/>
                  </a:cubicBezTo>
                  <a:cubicBezTo>
                    <a:pt x="2769" y="10360"/>
                    <a:pt x="3014" y="10442"/>
                    <a:pt x="3279" y="10473"/>
                  </a:cubicBezTo>
                  <a:cubicBezTo>
                    <a:pt x="3344" y="10480"/>
                    <a:pt x="3409" y="10483"/>
                    <a:pt x="3473" y="10483"/>
                  </a:cubicBezTo>
                  <a:cubicBezTo>
                    <a:pt x="4070" y="10483"/>
                    <a:pt x="4648" y="10197"/>
                    <a:pt x="5109" y="9819"/>
                  </a:cubicBezTo>
                  <a:cubicBezTo>
                    <a:pt x="5109" y="9808"/>
                    <a:pt x="5118" y="9808"/>
                    <a:pt x="5129" y="9798"/>
                  </a:cubicBezTo>
                  <a:lnTo>
                    <a:pt x="5129" y="9798"/>
                  </a:lnTo>
                  <a:cubicBezTo>
                    <a:pt x="4843" y="10646"/>
                    <a:pt x="4179" y="11351"/>
                    <a:pt x="3372" y="11740"/>
                  </a:cubicBezTo>
                  <a:cubicBezTo>
                    <a:pt x="2784" y="12022"/>
                    <a:pt x="2137" y="12148"/>
                    <a:pt x="1489" y="12148"/>
                  </a:cubicBezTo>
                  <a:cubicBezTo>
                    <a:pt x="1247" y="12148"/>
                    <a:pt x="1005" y="12130"/>
                    <a:pt x="766" y="12097"/>
                  </a:cubicBezTo>
                  <a:cubicBezTo>
                    <a:pt x="521" y="12301"/>
                    <a:pt x="266" y="12485"/>
                    <a:pt x="0" y="12639"/>
                  </a:cubicBezTo>
                  <a:cubicBezTo>
                    <a:pt x="235" y="13833"/>
                    <a:pt x="940" y="14916"/>
                    <a:pt x="1911" y="15642"/>
                  </a:cubicBezTo>
                  <a:cubicBezTo>
                    <a:pt x="2862" y="16350"/>
                    <a:pt x="4043" y="16718"/>
                    <a:pt x="5219" y="16718"/>
                  </a:cubicBezTo>
                  <a:cubicBezTo>
                    <a:pt x="5281" y="16718"/>
                    <a:pt x="5343" y="16717"/>
                    <a:pt x="5404" y="16714"/>
                  </a:cubicBezTo>
                  <a:cubicBezTo>
                    <a:pt x="6559" y="16674"/>
                    <a:pt x="7713" y="16265"/>
                    <a:pt x="8582" y="15509"/>
                  </a:cubicBezTo>
                  <a:cubicBezTo>
                    <a:pt x="9450" y="14764"/>
                    <a:pt x="10022" y="13660"/>
                    <a:pt x="10053" y="12516"/>
                  </a:cubicBezTo>
                  <a:cubicBezTo>
                    <a:pt x="9706" y="12271"/>
                    <a:pt x="9379" y="11974"/>
                    <a:pt x="9113" y="11647"/>
                  </a:cubicBezTo>
                  <a:cubicBezTo>
                    <a:pt x="7990" y="10248"/>
                    <a:pt x="7856" y="8317"/>
                    <a:pt x="7836" y="6519"/>
                  </a:cubicBezTo>
                  <a:lnTo>
                    <a:pt x="7836" y="6519"/>
                  </a:lnTo>
                  <a:cubicBezTo>
                    <a:pt x="7937" y="6576"/>
                    <a:pt x="8062" y="6604"/>
                    <a:pt x="8195" y="6604"/>
                  </a:cubicBezTo>
                  <a:cubicBezTo>
                    <a:pt x="8437" y="6604"/>
                    <a:pt x="8708" y="6513"/>
                    <a:pt x="8919" y="6355"/>
                  </a:cubicBezTo>
                  <a:cubicBezTo>
                    <a:pt x="9236" y="6110"/>
                    <a:pt x="9440" y="5742"/>
                    <a:pt x="9593" y="5365"/>
                  </a:cubicBezTo>
                  <a:cubicBezTo>
                    <a:pt x="9685" y="5140"/>
                    <a:pt x="9777" y="4895"/>
                    <a:pt x="9767" y="4649"/>
                  </a:cubicBezTo>
                  <a:cubicBezTo>
                    <a:pt x="9757" y="4394"/>
                    <a:pt x="9645" y="4139"/>
                    <a:pt x="9430" y="4026"/>
                  </a:cubicBezTo>
                  <a:cubicBezTo>
                    <a:pt x="9335" y="3975"/>
                    <a:pt x="9234" y="3953"/>
                    <a:pt x="9131" y="3953"/>
                  </a:cubicBezTo>
                  <a:cubicBezTo>
                    <a:pt x="8967" y="3953"/>
                    <a:pt x="8802" y="4010"/>
                    <a:pt x="8664" y="4098"/>
                  </a:cubicBezTo>
                  <a:cubicBezTo>
                    <a:pt x="8439" y="4251"/>
                    <a:pt x="8276" y="4475"/>
                    <a:pt x="8122" y="4690"/>
                  </a:cubicBezTo>
                  <a:cubicBezTo>
                    <a:pt x="7417" y="4343"/>
                    <a:pt x="6988" y="3658"/>
                    <a:pt x="6375" y="3229"/>
                  </a:cubicBezTo>
                  <a:cubicBezTo>
                    <a:pt x="6130" y="3056"/>
                    <a:pt x="5844" y="2922"/>
                    <a:pt x="5599" y="2749"/>
                  </a:cubicBezTo>
                  <a:cubicBezTo>
                    <a:pt x="4720" y="2136"/>
                    <a:pt x="4271" y="1063"/>
                    <a:pt x="4067" y="1"/>
                  </a:cubicBezTo>
                  <a:close/>
                </a:path>
              </a:pathLst>
            </a:custGeom>
            <a:solidFill>
              <a:srgbClr val="FFC6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8" name="Google Shape;8898;p32"/>
            <p:cNvSpPr/>
            <p:nvPr/>
          </p:nvSpPr>
          <p:spPr>
            <a:xfrm>
              <a:off x="3224525" y="3926925"/>
              <a:ext cx="192325" cy="252175"/>
            </a:xfrm>
            <a:custGeom>
              <a:avLst/>
              <a:gdLst/>
              <a:ahLst/>
              <a:cxnLst/>
              <a:rect l="l" t="t" r="r" b="b"/>
              <a:pathLst>
                <a:path w="7693" h="10087" extrusionOk="0">
                  <a:moveTo>
                    <a:pt x="993" y="1"/>
                  </a:moveTo>
                  <a:cubicBezTo>
                    <a:pt x="727" y="1"/>
                    <a:pt x="460" y="21"/>
                    <a:pt x="194" y="65"/>
                  </a:cubicBezTo>
                  <a:lnTo>
                    <a:pt x="174" y="65"/>
                  </a:lnTo>
                  <a:cubicBezTo>
                    <a:pt x="1" y="3600"/>
                    <a:pt x="266" y="10087"/>
                    <a:pt x="266" y="10087"/>
                  </a:cubicBezTo>
                  <a:cubicBezTo>
                    <a:pt x="266" y="10087"/>
                    <a:pt x="6049" y="10087"/>
                    <a:pt x="6049" y="9944"/>
                  </a:cubicBezTo>
                  <a:cubicBezTo>
                    <a:pt x="6069" y="7472"/>
                    <a:pt x="6487" y="4999"/>
                    <a:pt x="7295" y="2660"/>
                  </a:cubicBezTo>
                  <a:cubicBezTo>
                    <a:pt x="7418" y="2292"/>
                    <a:pt x="7561" y="1925"/>
                    <a:pt x="7693" y="1557"/>
                  </a:cubicBezTo>
                  <a:cubicBezTo>
                    <a:pt x="6426" y="1505"/>
                    <a:pt x="5211" y="1035"/>
                    <a:pt x="4005" y="627"/>
                  </a:cubicBezTo>
                  <a:cubicBezTo>
                    <a:pt x="3033" y="295"/>
                    <a:pt x="2015" y="1"/>
                    <a:pt x="993" y="1"/>
                  </a:cubicBezTo>
                  <a:close/>
                </a:path>
              </a:pathLst>
            </a:custGeom>
            <a:solidFill>
              <a:srgbClr val="FFC6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9" name="Google Shape;8899;p32"/>
            <p:cNvSpPr/>
            <p:nvPr/>
          </p:nvSpPr>
          <p:spPr>
            <a:xfrm>
              <a:off x="3154275" y="3293075"/>
              <a:ext cx="155575" cy="318600"/>
            </a:xfrm>
            <a:custGeom>
              <a:avLst/>
              <a:gdLst/>
              <a:ahLst/>
              <a:cxnLst/>
              <a:rect l="l" t="t" r="r" b="b"/>
              <a:pathLst>
                <a:path w="6223" h="12744" extrusionOk="0">
                  <a:moveTo>
                    <a:pt x="185" y="1"/>
                  </a:moveTo>
                  <a:lnTo>
                    <a:pt x="175" y="11"/>
                  </a:lnTo>
                  <a:cubicBezTo>
                    <a:pt x="11" y="2167"/>
                    <a:pt x="1" y="4333"/>
                    <a:pt x="11" y="6498"/>
                  </a:cubicBezTo>
                  <a:cubicBezTo>
                    <a:pt x="21" y="8204"/>
                    <a:pt x="62" y="9972"/>
                    <a:pt x="757" y="11535"/>
                  </a:cubicBezTo>
                  <a:cubicBezTo>
                    <a:pt x="1002" y="12077"/>
                    <a:pt x="1401" y="12638"/>
                    <a:pt x="1983" y="12730"/>
                  </a:cubicBezTo>
                  <a:cubicBezTo>
                    <a:pt x="2037" y="12739"/>
                    <a:pt x="2092" y="12743"/>
                    <a:pt x="2146" y="12743"/>
                  </a:cubicBezTo>
                  <a:cubicBezTo>
                    <a:pt x="2539" y="12743"/>
                    <a:pt x="2918" y="12527"/>
                    <a:pt x="3178" y="12240"/>
                  </a:cubicBezTo>
                  <a:cubicBezTo>
                    <a:pt x="3485" y="11913"/>
                    <a:pt x="3679" y="11505"/>
                    <a:pt x="3873" y="11096"/>
                  </a:cubicBezTo>
                  <a:cubicBezTo>
                    <a:pt x="3955" y="10922"/>
                    <a:pt x="4037" y="10738"/>
                    <a:pt x="4087" y="10605"/>
                  </a:cubicBezTo>
                  <a:cubicBezTo>
                    <a:pt x="4915" y="8072"/>
                    <a:pt x="5620" y="5497"/>
                    <a:pt x="6202" y="2892"/>
                  </a:cubicBezTo>
                  <a:lnTo>
                    <a:pt x="6223" y="2821"/>
                  </a:lnTo>
                  <a:cubicBezTo>
                    <a:pt x="5875" y="2708"/>
                    <a:pt x="5528" y="2544"/>
                    <a:pt x="5191" y="2371"/>
                  </a:cubicBezTo>
                  <a:cubicBezTo>
                    <a:pt x="4588" y="2065"/>
                    <a:pt x="4016" y="1707"/>
                    <a:pt x="3392" y="1431"/>
                  </a:cubicBezTo>
                  <a:cubicBezTo>
                    <a:pt x="3281" y="1390"/>
                    <a:pt x="3168" y="1339"/>
                    <a:pt x="3056" y="1309"/>
                  </a:cubicBezTo>
                  <a:cubicBezTo>
                    <a:pt x="2923" y="2126"/>
                    <a:pt x="2790" y="2933"/>
                    <a:pt x="2647" y="3740"/>
                  </a:cubicBezTo>
                  <a:cubicBezTo>
                    <a:pt x="2534" y="2585"/>
                    <a:pt x="2422" y="1441"/>
                    <a:pt x="2187" y="317"/>
                  </a:cubicBezTo>
                  <a:cubicBezTo>
                    <a:pt x="2167" y="328"/>
                    <a:pt x="2146" y="328"/>
                    <a:pt x="2126" y="328"/>
                  </a:cubicBezTo>
                  <a:cubicBezTo>
                    <a:pt x="1894" y="454"/>
                    <a:pt x="1632" y="518"/>
                    <a:pt x="1370" y="518"/>
                  </a:cubicBezTo>
                  <a:cubicBezTo>
                    <a:pt x="1124" y="518"/>
                    <a:pt x="877" y="462"/>
                    <a:pt x="655" y="348"/>
                  </a:cubicBezTo>
                  <a:cubicBezTo>
                    <a:pt x="481" y="267"/>
                    <a:pt x="318" y="144"/>
                    <a:pt x="185" y="1"/>
                  </a:cubicBezTo>
                  <a:close/>
                </a:path>
              </a:pathLst>
            </a:custGeom>
            <a:solidFill>
              <a:srgbClr val="FFC6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0" name="Google Shape;8900;p32"/>
            <p:cNvSpPr/>
            <p:nvPr/>
          </p:nvSpPr>
          <p:spPr>
            <a:xfrm>
              <a:off x="3422975" y="3050700"/>
              <a:ext cx="113175" cy="57800"/>
            </a:xfrm>
            <a:custGeom>
              <a:avLst/>
              <a:gdLst/>
              <a:ahLst/>
              <a:cxnLst/>
              <a:rect l="l" t="t" r="r" b="b"/>
              <a:pathLst>
                <a:path w="4527" h="2312" extrusionOk="0">
                  <a:moveTo>
                    <a:pt x="4526" y="0"/>
                  </a:moveTo>
                  <a:lnTo>
                    <a:pt x="3882" y="736"/>
                  </a:lnTo>
                  <a:cubicBezTo>
                    <a:pt x="3668" y="981"/>
                    <a:pt x="3443" y="1206"/>
                    <a:pt x="3198" y="1400"/>
                  </a:cubicBezTo>
                  <a:lnTo>
                    <a:pt x="3188" y="1410"/>
                  </a:lnTo>
                  <a:lnTo>
                    <a:pt x="3174" y="1424"/>
                  </a:lnTo>
                  <a:lnTo>
                    <a:pt x="3174" y="1424"/>
                  </a:lnTo>
                  <a:cubicBezTo>
                    <a:pt x="2714" y="1790"/>
                    <a:pt x="2164" y="2054"/>
                    <a:pt x="1594" y="2064"/>
                  </a:cubicBezTo>
                  <a:cubicBezTo>
                    <a:pt x="1308" y="2064"/>
                    <a:pt x="1022" y="2013"/>
                    <a:pt x="756" y="1891"/>
                  </a:cubicBezTo>
                  <a:cubicBezTo>
                    <a:pt x="481" y="1768"/>
                    <a:pt x="236" y="1605"/>
                    <a:pt x="0" y="1400"/>
                  </a:cubicBezTo>
                  <a:lnTo>
                    <a:pt x="0" y="1400"/>
                  </a:lnTo>
                  <a:cubicBezTo>
                    <a:pt x="174" y="1645"/>
                    <a:pt x="409" y="1870"/>
                    <a:pt x="674" y="2034"/>
                  </a:cubicBezTo>
                  <a:cubicBezTo>
                    <a:pt x="951" y="2187"/>
                    <a:pt x="1267" y="2299"/>
                    <a:pt x="1594" y="2309"/>
                  </a:cubicBezTo>
                  <a:cubicBezTo>
                    <a:pt x="1624" y="2311"/>
                    <a:pt x="1655" y="2311"/>
                    <a:pt x="1685" y="2311"/>
                  </a:cubicBezTo>
                  <a:cubicBezTo>
                    <a:pt x="2306" y="2311"/>
                    <a:pt x="2893" y="2014"/>
                    <a:pt x="3341" y="1614"/>
                  </a:cubicBezTo>
                  <a:lnTo>
                    <a:pt x="3351" y="1614"/>
                  </a:lnTo>
                  <a:lnTo>
                    <a:pt x="3372" y="1594"/>
                  </a:lnTo>
                  <a:lnTo>
                    <a:pt x="3362" y="1594"/>
                  </a:lnTo>
                  <a:cubicBezTo>
                    <a:pt x="3617" y="1380"/>
                    <a:pt x="3821" y="1114"/>
                    <a:pt x="4016" y="838"/>
                  </a:cubicBezTo>
                  <a:cubicBezTo>
                    <a:pt x="4209" y="572"/>
                    <a:pt x="4373" y="286"/>
                    <a:pt x="4526" y="0"/>
                  </a:cubicBezTo>
                  <a:close/>
                </a:path>
              </a:pathLst>
            </a:custGeom>
            <a:solidFill>
              <a:srgbClr val="99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1" name="Google Shape;8901;p32"/>
            <p:cNvSpPr/>
            <p:nvPr/>
          </p:nvSpPr>
          <p:spPr>
            <a:xfrm>
              <a:off x="3302675" y="2791850"/>
              <a:ext cx="423750" cy="392450"/>
            </a:xfrm>
            <a:custGeom>
              <a:avLst/>
              <a:gdLst/>
              <a:ahLst/>
              <a:cxnLst/>
              <a:rect l="l" t="t" r="r" b="b"/>
              <a:pathLst>
                <a:path w="16950" h="15698" extrusionOk="0">
                  <a:moveTo>
                    <a:pt x="8166" y="0"/>
                  </a:moveTo>
                  <a:cubicBezTo>
                    <a:pt x="7712" y="0"/>
                    <a:pt x="7261" y="50"/>
                    <a:pt x="6825" y="169"/>
                  </a:cubicBezTo>
                  <a:cubicBezTo>
                    <a:pt x="5548" y="516"/>
                    <a:pt x="4475" y="1446"/>
                    <a:pt x="3801" y="2580"/>
                  </a:cubicBezTo>
                  <a:cubicBezTo>
                    <a:pt x="3116" y="3714"/>
                    <a:pt x="2810" y="5032"/>
                    <a:pt x="2739" y="6360"/>
                  </a:cubicBezTo>
                  <a:cubicBezTo>
                    <a:pt x="2718" y="6676"/>
                    <a:pt x="2718" y="6993"/>
                    <a:pt x="2708" y="7310"/>
                  </a:cubicBezTo>
                  <a:cubicBezTo>
                    <a:pt x="2698" y="8076"/>
                    <a:pt x="2687" y="8853"/>
                    <a:pt x="2483" y="9588"/>
                  </a:cubicBezTo>
                  <a:cubicBezTo>
                    <a:pt x="2197" y="10630"/>
                    <a:pt x="1563" y="11529"/>
                    <a:pt x="1022" y="12459"/>
                  </a:cubicBezTo>
                  <a:cubicBezTo>
                    <a:pt x="481" y="13389"/>
                    <a:pt x="1" y="14420"/>
                    <a:pt x="92" y="15493"/>
                  </a:cubicBezTo>
                  <a:cubicBezTo>
                    <a:pt x="695" y="15381"/>
                    <a:pt x="1318" y="15350"/>
                    <a:pt x="1901" y="15167"/>
                  </a:cubicBezTo>
                  <a:cubicBezTo>
                    <a:pt x="1983" y="15146"/>
                    <a:pt x="2064" y="15126"/>
                    <a:pt x="2146" y="15085"/>
                  </a:cubicBezTo>
                  <a:cubicBezTo>
                    <a:pt x="2432" y="14992"/>
                    <a:pt x="2698" y="14860"/>
                    <a:pt x="2963" y="14697"/>
                  </a:cubicBezTo>
                  <a:cubicBezTo>
                    <a:pt x="3229" y="14543"/>
                    <a:pt x="3484" y="14359"/>
                    <a:pt x="3729" y="14155"/>
                  </a:cubicBezTo>
                  <a:cubicBezTo>
                    <a:pt x="4363" y="13623"/>
                    <a:pt x="4935" y="12980"/>
                    <a:pt x="5477" y="12357"/>
                  </a:cubicBezTo>
                  <a:lnTo>
                    <a:pt x="5497" y="12295"/>
                  </a:lnTo>
                  <a:cubicBezTo>
                    <a:pt x="4812" y="11938"/>
                    <a:pt x="4312" y="11182"/>
                    <a:pt x="3995" y="10416"/>
                  </a:cubicBezTo>
                  <a:cubicBezTo>
                    <a:pt x="3974" y="10354"/>
                    <a:pt x="3944" y="10283"/>
                    <a:pt x="3924" y="10211"/>
                  </a:cubicBezTo>
                  <a:cubicBezTo>
                    <a:pt x="3586" y="9292"/>
                    <a:pt x="3423" y="8301"/>
                    <a:pt x="3423" y="7320"/>
                  </a:cubicBezTo>
                  <a:cubicBezTo>
                    <a:pt x="3423" y="7218"/>
                    <a:pt x="3423" y="7116"/>
                    <a:pt x="3433" y="7014"/>
                  </a:cubicBezTo>
                  <a:cubicBezTo>
                    <a:pt x="3454" y="6186"/>
                    <a:pt x="3607" y="5359"/>
                    <a:pt x="3872" y="4572"/>
                  </a:cubicBezTo>
                  <a:cubicBezTo>
                    <a:pt x="3944" y="4378"/>
                    <a:pt x="4015" y="4184"/>
                    <a:pt x="4149" y="4031"/>
                  </a:cubicBezTo>
                  <a:cubicBezTo>
                    <a:pt x="4332" y="3795"/>
                    <a:pt x="4619" y="3683"/>
                    <a:pt x="4894" y="3561"/>
                  </a:cubicBezTo>
                  <a:cubicBezTo>
                    <a:pt x="5661" y="3203"/>
                    <a:pt x="6376" y="2703"/>
                    <a:pt x="7030" y="2059"/>
                  </a:cubicBezTo>
                  <a:cubicBezTo>
                    <a:pt x="7234" y="3121"/>
                    <a:pt x="7683" y="4194"/>
                    <a:pt x="8562" y="4807"/>
                  </a:cubicBezTo>
                  <a:cubicBezTo>
                    <a:pt x="8807" y="4980"/>
                    <a:pt x="9093" y="5114"/>
                    <a:pt x="9338" y="5287"/>
                  </a:cubicBezTo>
                  <a:cubicBezTo>
                    <a:pt x="9951" y="5716"/>
                    <a:pt x="10380" y="6401"/>
                    <a:pt x="11085" y="6748"/>
                  </a:cubicBezTo>
                  <a:cubicBezTo>
                    <a:pt x="11239" y="6533"/>
                    <a:pt x="11402" y="6309"/>
                    <a:pt x="11627" y="6156"/>
                  </a:cubicBezTo>
                  <a:cubicBezTo>
                    <a:pt x="11765" y="6068"/>
                    <a:pt x="11930" y="6011"/>
                    <a:pt x="12094" y="6011"/>
                  </a:cubicBezTo>
                  <a:cubicBezTo>
                    <a:pt x="12197" y="6011"/>
                    <a:pt x="12298" y="6033"/>
                    <a:pt x="12393" y="6084"/>
                  </a:cubicBezTo>
                  <a:cubicBezTo>
                    <a:pt x="12608" y="6197"/>
                    <a:pt x="12720" y="6452"/>
                    <a:pt x="12730" y="6707"/>
                  </a:cubicBezTo>
                  <a:cubicBezTo>
                    <a:pt x="12740" y="6953"/>
                    <a:pt x="12648" y="7198"/>
                    <a:pt x="12556" y="7423"/>
                  </a:cubicBezTo>
                  <a:cubicBezTo>
                    <a:pt x="12403" y="7800"/>
                    <a:pt x="12199" y="8168"/>
                    <a:pt x="11882" y="8413"/>
                  </a:cubicBezTo>
                  <a:cubicBezTo>
                    <a:pt x="11671" y="8571"/>
                    <a:pt x="11400" y="8662"/>
                    <a:pt x="11158" y="8662"/>
                  </a:cubicBezTo>
                  <a:cubicBezTo>
                    <a:pt x="11025" y="8662"/>
                    <a:pt x="10900" y="8634"/>
                    <a:pt x="10799" y="8577"/>
                  </a:cubicBezTo>
                  <a:lnTo>
                    <a:pt x="10799" y="8577"/>
                  </a:lnTo>
                  <a:cubicBezTo>
                    <a:pt x="10819" y="10375"/>
                    <a:pt x="10953" y="12306"/>
                    <a:pt x="12076" y="13705"/>
                  </a:cubicBezTo>
                  <a:cubicBezTo>
                    <a:pt x="12342" y="14032"/>
                    <a:pt x="12669" y="14329"/>
                    <a:pt x="13016" y="14574"/>
                  </a:cubicBezTo>
                  <a:cubicBezTo>
                    <a:pt x="13251" y="14747"/>
                    <a:pt x="13507" y="14901"/>
                    <a:pt x="13762" y="15023"/>
                  </a:cubicBezTo>
                  <a:cubicBezTo>
                    <a:pt x="14058" y="15176"/>
                    <a:pt x="14365" y="15299"/>
                    <a:pt x="14671" y="15412"/>
                  </a:cubicBezTo>
                  <a:cubicBezTo>
                    <a:pt x="14967" y="15514"/>
                    <a:pt x="15274" y="15596"/>
                    <a:pt x="15580" y="15698"/>
                  </a:cubicBezTo>
                  <a:lnTo>
                    <a:pt x="15591" y="15657"/>
                  </a:lnTo>
                  <a:cubicBezTo>
                    <a:pt x="16081" y="14758"/>
                    <a:pt x="15856" y="13644"/>
                    <a:pt x="15437" y="12715"/>
                  </a:cubicBezTo>
                  <a:cubicBezTo>
                    <a:pt x="15019" y="11784"/>
                    <a:pt x="14426" y="10937"/>
                    <a:pt x="14150" y="9946"/>
                  </a:cubicBezTo>
                  <a:cubicBezTo>
                    <a:pt x="14099" y="9741"/>
                    <a:pt x="14058" y="9527"/>
                    <a:pt x="14027" y="9312"/>
                  </a:cubicBezTo>
                  <a:lnTo>
                    <a:pt x="14027" y="9312"/>
                  </a:lnTo>
                  <a:cubicBezTo>
                    <a:pt x="14232" y="9782"/>
                    <a:pt x="14477" y="10222"/>
                    <a:pt x="14753" y="10640"/>
                  </a:cubicBezTo>
                  <a:cubicBezTo>
                    <a:pt x="15131" y="11223"/>
                    <a:pt x="15580" y="11754"/>
                    <a:pt x="16030" y="12265"/>
                  </a:cubicBezTo>
                  <a:cubicBezTo>
                    <a:pt x="16469" y="12786"/>
                    <a:pt x="16888" y="13368"/>
                    <a:pt x="16949" y="14063"/>
                  </a:cubicBezTo>
                  <a:cubicBezTo>
                    <a:pt x="16929" y="13358"/>
                    <a:pt x="16520" y="12745"/>
                    <a:pt x="16102" y="12214"/>
                  </a:cubicBezTo>
                  <a:cubicBezTo>
                    <a:pt x="15673" y="11673"/>
                    <a:pt x="15253" y="11131"/>
                    <a:pt x="14906" y="10549"/>
                  </a:cubicBezTo>
                  <a:cubicBezTo>
                    <a:pt x="14559" y="9956"/>
                    <a:pt x="14272" y="9343"/>
                    <a:pt x="14089" y="8689"/>
                  </a:cubicBezTo>
                  <a:cubicBezTo>
                    <a:pt x="14027" y="8485"/>
                    <a:pt x="13986" y="8270"/>
                    <a:pt x="13946" y="8056"/>
                  </a:cubicBezTo>
                  <a:cubicBezTo>
                    <a:pt x="13946" y="7872"/>
                    <a:pt x="13946" y="7688"/>
                    <a:pt x="13936" y="7504"/>
                  </a:cubicBezTo>
                  <a:cubicBezTo>
                    <a:pt x="13925" y="7310"/>
                    <a:pt x="13915" y="7105"/>
                    <a:pt x="13915" y="6901"/>
                  </a:cubicBezTo>
                  <a:cubicBezTo>
                    <a:pt x="13834" y="5410"/>
                    <a:pt x="13435" y="3929"/>
                    <a:pt x="12751" y="2590"/>
                  </a:cubicBezTo>
                  <a:cubicBezTo>
                    <a:pt x="12444" y="1987"/>
                    <a:pt x="12066" y="1405"/>
                    <a:pt x="11545" y="976"/>
                  </a:cubicBezTo>
                  <a:cubicBezTo>
                    <a:pt x="10901" y="455"/>
                    <a:pt x="10074" y="210"/>
                    <a:pt x="9267" y="87"/>
                  </a:cubicBezTo>
                  <a:cubicBezTo>
                    <a:pt x="8902" y="32"/>
                    <a:pt x="8533" y="0"/>
                    <a:pt x="8166" y="0"/>
                  </a:cubicBezTo>
                  <a:close/>
                </a:path>
              </a:pathLst>
            </a:custGeom>
            <a:solidFill>
              <a:srgbClr val="6E2C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2" name="Google Shape;8902;p32"/>
            <p:cNvSpPr/>
            <p:nvPr/>
          </p:nvSpPr>
          <p:spPr>
            <a:xfrm>
              <a:off x="3464850" y="2934025"/>
              <a:ext cx="52900" cy="13250"/>
            </a:xfrm>
            <a:custGeom>
              <a:avLst/>
              <a:gdLst/>
              <a:ahLst/>
              <a:cxnLst/>
              <a:rect l="l" t="t" r="r" b="b"/>
              <a:pathLst>
                <a:path w="2116" h="530" extrusionOk="0">
                  <a:moveTo>
                    <a:pt x="1283" y="1"/>
                  </a:moveTo>
                  <a:cubicBezTo>
                    <a:pt x="1192" y="1"/>
                    <a:pt x="1102" y="7"/>
                    <a:pt x="1012" y="19"/>
                  </a:cubicBezTo>
                  <a:cubicBezTo>
                    <a:pt x="634" y="70"/>
                    <a:pt x="256" y="233"/>
                    <a:pt x="1" y="530"/>
                  </a:cubicBezTo>
                  <a:cubicBezTo>
                    <a:pt x="368" y="428"/>
                    <a:pt x="706" y="335"/>
                    <a:pt x="1053" y="295"/>
                  </a:cubicBezTo>
                  <a:cubicBezTo>
                    <a:pt x="1390" y="244"/>
                    <a:pt x="1737" y="233"/>
                    <a:pt x="2116" y="224"/>
                  </a:cubicBezTo>
                  <a:cubicBezTo>
                    <a:pt x="1866" y="68"/>
                    <a:pt x="1575" y="1"/>
                    <a:pt x="1283" y="1"/>
                  </a:cubicBezTo>
                  <a:close/>
                </a:path>
              </a:pathLst>
            </a:custGeom>
            <a:solidFill>
              <a:srgbClr val="6E2C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3" name="Google Shape;8903;p32"/>
            <p:cNvSpPr/>
            <p:nvPr/>
          </p:nvSpPr>
          <p:spPr>
            <a:xfrm>
              <a:off x="3393350" y="2928925"/>
              <a:ext cx="32700" cy="14775"/>
            </a:xfrm>
            <a:custGeom>
              <a:avLst/>
              <a:gdLst/>
              <a:ahLst/>
              <a:cxnLst/>
              <a:rect l="l" t="t" r="r" b="b"/>
              <a:pathLst>
                <a:path w="1308" h="591" extrusionOk="0">
                  <a:moveTo>
                    <a:pt x="284" y="1"/>
                  </a:moveTo>
                  <a:cubicBezTo>
                    <a:pt x="186" y="1"/>
                    <a:pt x="85" y="24"/>
                    <a:pt x="0" y="70"/>
                  </a:cubicBezTo>
                  <a:cubicBezTo>
                    <a:pt x="123" y="121"/>
                    <a:pt x="225" y="172"/>
                    <a:pt x="327" y="213"/>
                  </a:cubicBezTo>
                  <a:cubicBezTo>
                    <a:pt x="419" y="264"/>
                    <a:pt x="531" y="315"/>
                    <a:pt x="634" y="366"/>
                  </a:cubicBezTo>
                  <a:cubicBezTo>
                    <a:pt x="848" y="448"/>
                    <a:pt x="1053" y="539"/>
                    <a:pt x="1308" y="591"/>
                  </a:cubicBezTo>
                  <a:cubicBezTo>
                    <a:pt x="1175" y="356"/>
                    <a:pt x="971" y="213"/>
                    <a:pt x="746" y="110"/>
                  </a:cubicBezTo>
                  <a:cubicBezTo>
                    <a:pt x="624" y="60"/>
                    <a:pt x="511" y="19"/>
                    <a:pt x="379" y="8"/>
                  </a:cubicBezTo>
                  <a:cubicBezTo>
                    <a:pt x="348" y="3"/>
                    <a:pt x="316" y="1"/>
                    <a:pt x="284" y="1"/>
                  </a:cubicBezTo>
                  <a:close/>
                </a:path>
              </a:pathLst>
            </a:custGeom>
            <a:solidFill>
              <a:srgbClr val="6E2C0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4" name="Google Shape;8904;p32"/>
            <p:cNvSpPr/>
            <p:nvPr/>
          </p:nvSpPr>
          <p:spPr>
            <a:xfrm>
              <a:off x="3427325" y="2963850"/>
              <a:ext cx="16600" cy="61450"/>
            </a:xfrm>
            <a:custGeom>
              <a:avLst/>
              <a:gdLst/>
              <a:ahLst/>
              <a:cxnLst/>
              <a:rect l="l" t="t" r="r" b="b"/>
              <a:pathLst>
                <a:path w="664" h="2458" extrusionOk="0">
                  <a:moveTo>
                    <a:pt x="500" y="1"/>
                  </a:moveTo>
                  <a:cubicBezTo>
                    <a:pt x="276" y="440"/>
                    <a:pt x="143" y="920"/>
                    <a:pt x="62" y="1401"/>
                  </a:cubicBezTo>
                  <a:cubicBezTo>
                    <a:pt x="31" y="1646"/>
                    <a:pt x="0" y="1880"/>
                    <a:pt x="21" y="2146"/>
                  </a:cubicBezTo>
                  <a:cubicBezTo>
                    <a:pt x="31" y="2289"/>
                    <a:pt x="164" y="2422"/>
                    <a:pt x="286" y="2443"/>
                  </a:cubicBezTo>
                  <a:cubicBezTo>
                    <a:pt x="330" y="2453"/>
                    <a:pt x="374" y="2457"/>
                    <a:pt x="417" y="2457"/>
                  </a:cubicBezTo>
                  <a:cubicBezTo>
                    <a:pt x="505" y="2457"/>
                    <a:pt x="589" y="2439"/>
                    <a:pt x="664" y="2412"/>
                  </a:cubicBezTo>
                  <a:lnTo>
                    <a:pt x="664" y="2412"/>
                  </a:lnTo>
                  <a:cubicBezTo>
                    <a:pt x="643" y="2414"/>
                    <a:pt x="621" y="2415"/>
                    <a:pt x="599" y="2415"/>
                  </a:cubicBezTo>
                  <a:cubicBezTo>
                    <a:pt x="380" y="2415"/>
                    <a:pt x="144" y="2322"/>
                    <a:pt x="153" y="2136"/>
                  </a:cubicBezTo>
                  <a:cubicBezTo>
                    <a:pt x="174" y="1912"/>
                    <a:pt x="214" y="1656"/>
                    <a:pt x="245" y="1431"/>
                  </a:cubicBezTo>
                  <a:cubicBezTo>
                    <a:pt x="317" y="951"/>
                    <a:pt x="409" y="491"/>
                    <a:pt x="500" y="1"/>
                  </a:cubicBezTo>
                  <a:close/>
                </a:path>
              </a:pathLst>
            </a:custGeom>
            <a:solidFill>
              <a:srgbClr val="99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5" name="Google Shape;8905;p32"/>
            <p:cNvSpPr/>
            <p:nvPr/>
          </p:nvSpPr>
          <p:spPr>
            <a:xfrm>
              <a:off x="3428850" y="3038200"/>
              <a:ext cx="58000" cy="20975"/>
            </a:xfrm>
            <a:custGeom>
              <a:avLst/>
              <a:gdLst/>
              <a:ahLst/>
              <a:cxnLst/>
              <a:rect l="l" t="t" r="r" b="b"/>
              <a:pathLst>
                <a:path w="2320" h="839" extrusionOk="0">
                  <a:moveTo>
                    <a:pt x="2319" y="0"/>
                  </a:moveTo>
                  <a:lnTo>
                    <a:pt x="2319" y="0"/>
                  </a:lnTo>
                  <a:cubicBezTo>
                    <a:pt x="2013" y="316"/>
                    <a:pt x="1645" y="541"/>
                    <a:pt x="1247" y="623"/>
                  </a:cubicBezTo>
                  <a:cubicBezTo>
                    <a:pt x="1111" y="654"/>
                    <a:pt x="972" y="668"/>
                    <a:pt x="833" y="668"/>
                  </a:cubicBezTo>
                  <a:cubicBezTo>
                    <a:pt x="555" y="668"/>
                    <a:pt x="273" y="609"/>
                    <a:pt x="1" y="500"/>
                  </a:cubicBezTo>
                  <a:lnTo>
                    <a:pt x="1" y="500"/>
                  </a:lnTo>
                  <a:cubicBezTo>
                    <a:pt x="260" y="721"/>
                    <a:pt x="611" y="838"/>
                    <a:pt x="964" y="838"/>
                  </a:cubicBezTo>
                  <a:cubicBezTo>
                    <a:pt x="1069" y="838"/>
                    <a:pt x="1174" y="828"/>
                    <a:pt x="1277" y="807"/>
                  </a:cubicBezTo>
                  <a:cubicBezTo>
                    <a:pt x="1727" y="715"/>
                    <a:pt x="2135" y="409"/>
                    <a:pt x="2319" y="0"/>
                  </a:cubicBezTo>
                  <a:close/>
                </a:path>
              </a:pathLst>
            </a:custGeom>
            <a:solidFill>
              <a:srgbClr val="99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6" name="Google Shape;8906;p32"/>
            <p:cNvSpPr/>
            <p:nvPr/>
          </p:nvSpPr>
          <p:spPr>
            <a:xfrm>
              <a:off x="3307525" y="3281325"/>
              <a:ext cx="29150" cy="191850"/>
            </a:xfrm>
            <a:custGeom>
              <a:avLst/>
              <a:gdLst/>
              <a:ahLst/>
              <a:cxnLst/>
              <a:rect l="l" t="t" r="r" b="b"/>
              <a:pathLst>
                <a:path w="1166" h="7674" extrusionOk="0">
                  <a:moveTo>
                    <a:pt x="788" y="1"/>
                  </a:moveTo>
                  <a:lnTo>
                    <a:pt x="828" y="1952"/>
                  </a:lnTo>
                  <a:cubicBezTo>
                    <a:pt x="838" y="2596"/>
                    <a:pt x="808" y="3229"/>
                    <a:pt x="736" y="3873"/>
                  </a:cubicBezTo>
                  <a:cubicBezTo>
                    <a:pt x="613" y="5150"/>
                    <a:pt x="307" y="6396"/>
                    <a:pt x="0" y="7673"/>
                  </a:cubicBezTo>
                  <a:cubicBezTo>
                    <a:pt x="573" y="6499"/>
                    <a:pt x="971" y="5221"/>
                    <a:pt x="1114" y="3913"/>
                  </a:cubicBezTo>
                  <a:cubicBezTo>
                    <a:pt x="1145" y="3586"/>
                    <a:pt x="1155" y="3250"/>
                    <a:pt x="1165" y="2923"/>
                  </a:cubicBezTo>
                  <a:cubicBezTo>
                    <a:pt x="1165" y="2596"/>
                    <a:pt x="1155" y="2258"/>
                    <a:pt x="1114" y="1931"/>
                  </a:cubicBezTo>
                  <a:cubicBezTo>
                    <a:pt x="1053" y="1278"/>
                    <a:pt x="931" y="634"/>
                    <a:pt x="7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7" name="Google Shape;8907;p32"/>
            <p:cNvSpPr/>
            <p:nvPr/>
          </p:nvSpPr>
          <p:spPr>
            <a:xfrm>
              <a:off x="3647225" y="3265750"/>
              <a:ext cx="38600" cy="241400"/>
            </a:xfrm>
            <a:custGeom>
              <a:avLst/>
              <a:gdLst/>
              <a:ahLst/>
              <a:cxnLst/>
              <a:rect l="l" t="t" r="r" b="b"/>
              <a:pathLst>
                <a:path w="1544" h="9656" extrusionOk="0">
                  <a:moveTo>
                    <a:pt x="1523" y="0"/>
                  </a:moveTo>
                  <a:cubicBezTo>
                    <a:pt x="1410" y="818"/>
                    <a:pt x="1196" y="1594"/>
                    <a:pt x="951" y="2381"/>
                  </a:cubicBezTo>
                  <a:cubicBezTo>
                    <a:pt x="695" y="3147"/>
                    <a:pt x="440" y="3934"/>
                    <a:pt x="256" y="4751"/>
                  </a:cubicBezTo>
                  <a:cubicBezTo>
                    <a:pt x="72" y="5569"/>
                    <a:pt x="0" y="6406"/>
                    <a:pt x="72" y="7234"/>
                  </a:cubicBezTo>
                  <a:cubicBezTo>
                    <a:pt x="102" y="7653"/>
                    <a:pt x="164" y="8061"/>
                    <a:pt x="245" y="8470"/>
                  </a:cubicBezTo>
                  <a:cubicBezTo>
                    <a:pt x="347" y="8868"/>
                    <a:pt x="460" y="9267"/>
                    <a:pt x="613" y="9655"/>
                  </a:cubicBezTo>
                  <a:cubicBezTo>
                    <a:pt x="542" y="9247"/>
                    <a:pt x="460" y="8848"/>
                    <a:pt x="429" y="8439"/>
                  </a:cubicBezTo>
                  <a:cubicBezTo>
                    <a:pt x="379" y="8030"/>
                    <a:pt x="358" y="7632"/>
                    <a:pt x="358" y="7224"/>
                  </a:cubicBezTo>
                  <a:cubicBezTo>
                    <a:pt x="358" y="6416"/>
                    <a:pt x="440" y="5610"/>
                    <a:pt x="613" y="4833"/>
                  </a:cubicBezTo>
                  <a:cubicBezTo>
                    <a:pt x="787" y="4036"/>
                    <a:pt x="1032" y="3260"/>
                    <a:pt x="1216" y="2452"/>
                  </a:cubicBezTo>
                  <a:cubicBezTo>
                    <a:pt x="1318" y="2054"/>
                    <a:pt x="1400" y="1646"/>
                    <a:pt x="1461" y="1237"/>
                  </a:cubicBezTo>
                  <a:cubicBezTo>
                    <a:pt x="1512" y="828"/>
                    <a:pt x="1543" y="409"/>
                    <a:pt x="15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8" name="Google Shape;8908;p32"/>
            <p:cNvSpPr/>
            <p:nvPr/>
          </p:nvSpPr>
          <p:spPr>
            <a:xfrm>
              <a:off x="3133100" y="3174300"/>
              <a:ext cx="39600" cy="63650"/>
            </a:xfrm>
            <a:custGeom>
              <a:avLst/>
              <a:gdLst/>
              <a:ahLst/>
              <a:cxnLst/>
              <a:rect l="l" t="t" r="r" b="b"/>
              <a:pathLst>
                <a:path w="1584" h="2546" extrusionOk="0">
                  <a:moveTo>
                    <a:pt x="1583" y="1"/>
                  </a:moveTo>
                  <a:cubicBezTo>
                    <a:pt x="1185" y="318"/>
                    <a:pt x="858" y="706"/>
                    <a:pt x="582" y="1135"/>
                  </a:cubicBezTo>
                  <a:cubicBezTo>
                    <a:pt x="316" y="1574"/>
                    <a:pt x="112" y="2044"/>
                    <a:pt x="0" y="2545"/>
                  </a:cubicBezTo>
                  <a:cubicBezTo>
                    <a:pt x="245" y="2096"/>
                    <a:pt x="480" y="1656"/>
                    <a:pt x="746" y="1237"/>
                  </a:cubicBezTo>
                  <a:cubicBezTo>
                    <a:pt x="1001" y="818"/>
                    <a:pt x="1287" y="410"/>
                    <a:pt x="1583" y="1"/>
                  </a:cubicBezTo>
                  <a:close/>
                </a:path>
              </a:pathLst>
            </a:custGeom>
            <a:solidFill>
              <a:srgbClr val="99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9" name="Google Shape;8909;p32"/>
            <p:cNvSpPr/>
            <p:nvPr/>
          </p:nvSpPr>
          <p:spPr>
            <a:xfrm>
              <a:off x="3117000" y="3162825"/>
              <a:ext cx="40625" cy="64400"/>
            </a:xfrm>
            <a:custGeom>
              <a:avLst/>
              <a:gdLst/>
              <a:ahLst/>
              <a:cxnLst/>
              <a:rect l="l" t="t" r="r" b="b"/>
              <a:pathLst>
                <a:path w="1625" h="2576" extrusionOk="0">
                  <a:moveTo>
                    <a:pt x="1625" y="1"/>
                  </a:moveTo>
                  <a:lnTo>
                    <a:pt x="1625" y="1"/>
                  </a:lnTo>
                  <a:cubicBezTo>
                    <a:pt x="1216" y="328"/>
                    <a:pt x="889" y="726"/>
                    <a:pt x="613" y="1165"/>
                  </a:cubicBezTo>
                  <a:cubicBezTo>
                    <a:pt x="338" y="1604"/>
                    <a:pt x="113" y="2074"/>
                    <a:pt x="0" y="2575"/>
                  </a:cubicBezTo>
                  <a:cubicBezTo>
                    <a:pt x="256" y="2126"/>
                    <a:pt x="490" y="1686"/>
                    <a:pt x="767" y="1267"/>
                  </a:cubicBezTo>
                  <a:cubicBezTo>
                    <a:pt x="899" y="1052"/>
                    <a:pt x="1042" y="838"/>
                    <a:pt x="1185" y="634"/>
                  </a:cubicBezTo>
                  <a:lnTo>
                    <a:pt x="1625" y="1"/>
                  </a:lnTo>
                  <a:close/>
                </a:path>
              </a:pathLst>
            </a:custGeom>
            <a:solidFill>
              <a:srgbClr val="99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0" name="Google Shape;8910;p32"/>
            <p:cNvSpPr/>
            <p:nvPr/>
          </p:nvSpPr>
          <p:spPr>
            <a:xfrm>
              <a:off x="3105000" y="3155400"/>
              <a:ext cx="36300" cy="58775"/>
            </a:xfrm>
            <a:custGeom>
              <a:avLst/>
              <a:gdLst/>
              <a:ahLst/>
              <a:cxnLst/>
              <a:rect l="l" t="t" r="r" b="b"/>
              <a:pathLst>
                <a:path w="1452" h="2351" extrusionOk="0">
                  <a:moveTo>
                    <a:pt x="1451" y="1"/>
                  </a:moveTo>
                  <a:lnTo>
                    <a:pt x="1420" y="32"/>
                  </a:lnTo>
                  <a:cubicBezTo>
                    <a:pt x="1052" y="318"/>
                    <a:pt x="766" y="686"/>
                    <a:pt x="541" y="1084"/>
                  </a:cubicBezTo>
                  <a:cubicBezTo>
                    <a:pt x="317" y="1483"/>
                    <a:pt x="133" y="1912"/>
                    <a:pt x="0" y="2351"/>
                  </a:cubicBezTo>
                  <a:cubicBezTo>
                    <a:pt x="266" y="1973"/>
                    <a:pt x="470" y="1564"/>
                    <a:pt x="705" y="1176"/>
                  </a:cubicBezTo>
                  <a:cubicBezTo>
                    <a:pt x="930" y="788"/>
                    <a:pt x="1165" y="410"/>
                    <a:pt x="1431" y="32"/>
                  </a:cubicBezTo>
                  <a:lnTo>
                    <a:pt x="1451" y="1"/>
                  </a:lnTo>
                  <a:close/>
                </a:path>
              </a:pathLst>
            </a:custGeom>
            <a:solidFill>
              <a:srgbClr val="99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1" name="Google Shape;8911;p32"/>
            <p:cNvSpPr/>
            <p:nvPr/>
          </p:nvSpPr>
          <p:spPr>
            <a:xfrm>
              <a:off x="3208925" y="3301000"/>
              <a:ext cx="31975" cy="201550"/>
            </a:xfrm>
            <a:custGeom>
              <a:avLst/>
              <a:gdLst/>
              <a:ahLst/>
              <a:cxnLst/>
              <a:rect l="l" t="t" r="r" b="b"/>
              <a:pathLst>
                <a:path w="1279" h="8062" extrusionOk="0">
                  <a:moveTo>
                    <a:pt x="1" y="0"/>
                  </a:moveTo>
                  <a:lnTo>
                    <a:pt x="1" y="0"/>
                  </a:lnTo>
                  <a:cubicBezTo>
                    <a:pt x="83" y="685"/>
                    <a:pt x="155" y="1359"/>
                    <a:pt x="216" y="2043"/>
                  </a:cubicBezTo>
                  <a:lnTo>
                    <a:pt x="389" y="4087"/>
                  </a:lnTo>
                  <a:cubicBezTo>
                    <a:pt x="461" y="4761"/>
                    <a:pt x="543" y="5446"/>
                    <a:pt x="675" y="6120"/>
                  </a:cubicBezTo>
                  <a:cubicBezTo>
                    <a:pt x="737" y="6457"/>
                    <a:pt x="808" y="6794"/>
                    <a:pt x="890" y="7121"/>
                  </a:cubicBezTo>
                  <a:cubicBezTo>
                    <a:pt x="941" y="7295"/>
                    <a:pt x="992" y="7458"/>
                    <a:pt x="1043" y="7622"/>
                  </a:cubicBezTo>
                  <a:lnTo>
                    <a:pt x="1115" y="7867"/>
                  </a:lnTo>
                  <a:cubicBezTo>
                    <a:pt x="1145" y="7939"/>
                    <a:pt x="1186" y="8041"/>
                    <a:pt x="1278" y="8061"/>
                  </a:cubicBezTo>
                  <a:cubicBezTo>
                    <a:pt x="1197" y="8030"/>
                    <a:pt x="1176" y="7928"/>
                    <a:pt x="1156" y="7857"/>
                  </a:cubicBezTo>
                  <a:lnTo>
                    <a:pt x="1115" y="7601"/>
                  </a:lnTo>
                  <a:cubicBezTo>
                    <a:pt x="1084" y="7438"/>
                    <a:pt x="1054" y="7264"/>
                    <a:pt x="1023" y="7101"/>
                  </a:cubicBezTo>
                  <a:cubicBezTo>
                    <a:pt x="972" y="6763"/>
                    <a:pt x="920" y="6427"/>
                    <a:pt x="880" y="6089"/>
                  </a:cubicBezTo>
                  <a:cubicBezTo>
                    <a:pt x="808" y="5415"/>
                    <a:pt x="737" y="4731"/>
                    <a:pt x="665" y="4057"/>
                  </a:cubicBezTo>
                  <a:cubicBezTo>
                    <a:pt x="594" y="3372"/>
                    <a:pt x="532" y="2697"/>
                    <a:pt x="420" y="2013"/>
                  </a:cubicBezTo>
                  <a:cubicBezTo>
                    <a:pt x="318" y="1339"/>
                    <a:pt x="195" y="665"/>
                    <a:pt x="1" y="0"/>
                  </a:cubicBezTo>
                  <a:close/>
                </a:path>
              </a:pathLst>
            </a:custGeom>
            <a:solidFill>
              <a:srgbClr val="99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2" name="Google Shape;8912;p32"/>
            <p:cNvSpPr/>
            <p:nvPr/>
          </p:nvSpPr>
          <p:spPr>
            <a:xfrm>
              <a:off x="3679900" y="3586500"/>
              <a:ext cx="105025" cy="37625"/>
            </a:xfrm>
            <a:custGeom>
              <a:avLst/>
              <a:gdLst/>
              <a:ahLst/>
              <a:cxnLst/>
              <a:rect l="l" t="t" r="r" b="b"/>
              <a:pathLst>
                <a:path w="4201" h="1505" extrusionOk="0">
                  <a:moveTo>
                    <a:pt x="1217" y="135"/>
                  </a:moveTo>
                  <a:cubicBezTo>
                    <a:pt x="1227" y="135"/>
                    <a:pt x="1258" y="145"/>
                    <a:pt x="1268" y="156"/>
                  </a:cubicBezTo>
                  <a:lnTo>
                    <a:pt x="1217" y="135"/>
                  </a:lnTo>
                  <a:close/>
                  <a:moveTo>
                    <a:pt x="2471" y="1"/>
                  </a:moveTo>
                  <a:cubicBezTo>
                    <a:pt x="2397" y="1"/>
                    <a:pt x="2322" y="14"/>
                    <a:pt x="2248" y="43"/>
                  </a:cubicBezTo>
                  <a:cubicBezTo>
                    <a:pt x="2177" y="63"/>
                    <a:pt x="2105" y="125"/>
                    <a:pt x="2064" y="156"/>
                  </a:cubicBezTo>
                  <a:cubicBezTo>
                    <a:pt x="2038" y="175"/>
                    <a:pt x="2021" y="182"/>
                    <a:pt x="2003" y="182"/>
                  </a:cubicBezTo>
                  <a:cubicBezTo>
                    <a:pt x="1994" y="182"/>
                    <a:pt x="1984" y="180"/>
                    <a:pt x="1973" y="176"/>
                  </a:cubicBezTo>
                  <a:lnTo>
                    <a:pt x="1973" y="166"/>
                  </a:lnTo>
                  <a:lnTo>
                    <a:pt x="1809" y="74"/>
                  </a:lnTo>
                  <a:cubicBezTo>
                    <a:pt x="1738" y="33"/>
                    <a:pt x="1656" y="13"/>
                    <a:pt x="1574" y="13"/>
                  </a:cubicBezTo>
                  <a:cubicBezTo>
                    <a:pt x="1503" y="13"/>
                    <a:pt x="1421" y="23"/>
                    <a:pt x="1349" y="63"/>
                  </a:cubicBezTo>
                  <a:cubicBezTo>
                    <a:pt x="1308" y="84"/>
                    <a:pt x="1278" y="104"/>
                    <a:pt x="1258" y="125"/>
                  </a:cubicBezTo>
                  <a:cubicBezTo>
                    <a:pt x="1247" y="125"/>
                    <a:pt x="1237" y="135"/>
                    <a:pt x="1227" y="135"/>
                  </a:cubicBezTo>
                  <a:lnTo>
                    <a:pt x="1217" y="135"/>
                  </a:lnTo>
                  <a:cubicBezTo>
                    <a:pt x="1216" y="136"/>
                    <a:pt x="1215" y="136"/>
                    <a:pt x="1213" y="136"/>
                  </a:cubicBezTo>
                  <a:cubicBezTo>
                    <a:pt x="1188" y="136"/>
                    <a:pt x="1108" y="53"/>
                    <a:pt x="982" y="43"/>
                  </a:cubicBezTo>
                  <a:cubicBezTo>
                    <a:pt x="972" y="42"/>
                    <a:pt x="963" y="42"/>
                    <a:pt x="954" y="42"/>
                  </a:cubicBezTo>
                  <a:cubicBezTo>
                    <a:pt x="854" y="42"/>
                    <a:pt x="771" y="89"/>
                    <a:pt x="706" y="145"/>
                  </a:cubicBezTo>
                  <a:cubicBezTo>
                    <a:pt x="552" y="258"/>
                    <a:pt x="461" y="411"/>
                    <a:pt x="369" y="554"/>
                  </a:cubicBezTo>
                  <a:cubicBezTo>
                    <a:pt x="175" y="840"/>
                    <a:pt x="103" y="1187"/>
                    <a:pt x="1" y="1504"/>
                  </a:cubicBezTo>
                  <a:lnTo>
                    <a:pt x="205" y="1044"/>
                  </a:lnTo>
                  <a:cubicBezTo>
                    <a:pt x="277" y="891"/>
                    <a:pt x="369" y="748"/>
                    <a:pt x="461" y="615"/>
                  </a:cubicBezTo>
                  <a:cubicBezTo>
                    <a:pt x="552" y="483"/>
                    <a:pt x="665" y="340"/>
                    <a:pt x="788" y="258"/>
                  </a:cubicBezTo>
                  <a:cubicBezTo>
                    <a:pt x="841" y="223"/>
                    <a:pt x="901" y="194"/>
                    <a:pt x="950" y="194"/>
                  </a:cubicBezTo>
                  <a:cubicBezTo>
                    <a:pt x="958" y="194"/>
                    <a:pt x="965" y="195"/>
                    <a:pt x="972" y="197"/>
                  </a:cubicBezTo>
                  <a:cubicBezTo>
                    <a:pt x="1002" y="197"/>
                    <a:pt x="1022" y="206"/>
                    <a:pt x="1053" y="227"/>
                  </a:cubicBezTo>
                  <a:cubicBezTo>
                    <a:pt x="1084" y="247"/>
                    <a:pt x="1125" y="288"/>
                    <a:pt x="1206" y="299"/>
                  </a:cubicBezTo>
                  <a:lnTo>
                    <a:pt x="1199" y="296"/>
                  </a:lnTo>
                  <a:lnTo>
                    <a:pt x="1199" y="296"/>
                  </a:lnTo>
                  <a:cubicBezTo>
                    <a:pt x="1207" y="298"/>
                    <a:pt x="1213" y="299"/>
                    <a:pt x="1217" y="299"/>
                  </a:cubicBezTo>
                  <a:lnTo>
                    <a:pt x="1247" y="299"/>
                  </a:lnTo>
                  <a:cubicBezTo>
                    <a:pt x="1258" y="299"/>
                    <a:pt x="1268" y="299"/>
                    <a:pt x="1288" y="288"/>
                  </a:cubicBezTo>
                  <a:lnTo>
                    <a:pt x="1349" y="258"/>
                  </a:lnTo>
                  <a:cubicBezTo>
                    <a:pt x="1380" y="237"/>
                    <a:pt x="1401" y="227"/>
                    <a:pt x="1421" y="217"/>
                  </a:cubicBezTo>
                  <a:cubicBezTo>
                    <a:pt x="1472" y="197"/>
                    <a:pt x="1523" y="186"/>
                    <a:pt x="1574" y="186"/>
                  </a:cubicBezTo>
                  <a:cubicBezTo>
                    <a:pt x="1626" y="186"/>
                    <a:pt x="1676" y="197"/>
                    <a:pt x="1717" y="227"/>
                  </a:cubicBezTo>
                  <a:lnTo>
                    <a:pt x="1901" y="340"/>
                  </a:lnTo>
                  <a:lnTo>
                    <a:pt x="1891" y="329"/>
                  </a:lnTo>
                  <a:lnTo>
                    <a:pt x="1891" y="329"/>
                  </a:lnTo>
                  <a:cubicBezTo>
                    <a:pt x="1923" y="352"/>
                    <a:pt x="1963" y="363"/>
                    <a:pt x="2004" y="363"/>
                  </a:cubicBezTo>
                  <a:cubicBezTo>
                    <a:pt x="2071" y="363"/>
                    <a:pt x="2139" y="337"/>
                    <a:pt x="2177" y="299"/>
                  </a:cubicBezTo>
                  <a:cubicBezTo>
                    <a:pt x="2239" y="247"/>
                    <a:pt x="2259" y="227"/>
                    <a:pt x="2320" y="206"/>
                  </a:cubicBezTo>
                  <a:cubicBezTo>
                    <a:pt x="2366" y="186"/>
                    <a:pt x="2420" y="176"/>
                    <a:pt x="2476" y="176"/>
                  </a:cubicBezTo>
                  <a:cubicBezTo>
                    <a:pt x="2532" y="176"/>
                    <a:pt x="2591" y="186"/>
                    <a:pt x="2647" y="206"/>
                  </a:cubicBezTo>
                  <a:cubicBezTo>
                    <a:pt x="2729" y="237"/>
                    <a:pt x="2800" y="278"/>
                    <a:pt x="2872" y="340"/>
                  </a:cubicBezTo>
                  <a:cubicBezTo>
                    <a:pt x="2913" y="370"/>
                    <a:pt x="2984" y="421"/>
                    <a:pt x="3056" y="421"/>
                  </a:cubicBezTo>
                  <a:cubicBezTo>
                    <a:pt x="3168" y="411"/>
                    <a:pt x="3209" y="340"/>
                    <a:pt x="3240" y="319"/>
                  </a:cubicBezTo>
                  <a:cubicBezTo>
                    <a:pt x="3282" y="281"/>
                    <a:pt x="3345" y="262"/>
                    <a:pt x="3412" y="262"/>
                  </a:cubicBezTo>
                  <a:cubicBezTo>
                    <a:pt x="3505" y="262"/>
                    <a:pt x="3607" y="298"/>
                    <a:pt x="3679" y="370"/>
                  </a:cubicBezTo>
                  <a:cubicBezTo>
                    <a:pt x="3822" y="492"/>
                    <a:pt x="3924" y="667"/>
                    <a:pt x="4016" y="830"/>
                  </a:cubicBezTo>
                  <a:cubicBezTo>
                    <a:pt x="4098" y="1003"/>
                    <a:pt x="4159" y="1198"/>
                    <a:pt x="4200" y="1391"/>
                  </a:cubicBezTo>
                  <a:cubicBezTo>
                    <a:pt x="4189" y="1198"/>
                    <a:pt x="4149" y="993"/>
                    <a:pt x="4077" y="810"/>
                  </a:cubicBezTo>
                  <a:cubicBezTo>
                    <a:pt x="4006" y="615"/>
                    <a:pt x="3914" y="431"/>
                    <a:pt x="3760" y="278"/>
                  </a:cubicBezTo>
                  <a:cubicBezTo>
                    <a:pt x="3672" y="184"/>
                    <a:pt x="3534" y="112"/>
                    <a:pt x="3390" y="112"/>
                  </a:cubicBezTo>
                  <a:cubicBezTo>
                    <a:pt x="3301" y="112"/>
                    <a:pt x="3209" y="140"/>
                    <a:pt x="3127" y="206"/>
                  </a:cubicBezTo>
                  <a:cubicBezTo>
                    <a:pt x="3086" y="247"/>
                    <a:pt x="3066" y="258"/>
                    <a:pt x="3066" y="258"/>
                  </a:cubicBezTo>
                  <a:cubicBezTo>
                    <a:pt x="3035" y="258"/>
                    <a:pt x="3015" y="247"/>
                    <a:pt x="2984" y="217"/>
                  </a:cubicBezTo>
                  <a:cubicBezTo>
                    <a:pt x="2913" y="145"/>
                    <a:pt x="2811" y="74"/>
                    <a:pt x="2698" y="43"/>
                  </a:cubicBezTo>
                  <a:lnTo>
                    <a:pt x="2709" y="43"/>
                  </a:lnTo>
                  <a:cubicBezTo>
                    <a:pt x="2634" y="16"/>
                    <a:pt x="2553" y="1"/>
                    <a:pt x="2471" y="1"/>
                  </a:cubicBezTo>
                  <a:close/>
                </a:path>
              </a:pathLst>
            </a:custGeom>
            <a:solidFill>
              <a:srgbClr val="99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3" name="Google Shape;8913;p32"/>
            <p:cNvSpPr/>
            <p:nvPr/>
          </p:nvSpPr>
          <p:spPr>
            <a:xfrm>
              <a:off x="3751175" y="3593175"/>
              <a:ext cx="5650" cy="62350"/>
            </a:xfrm>
            <a:custGeom>
              <a:avLst/>
              <a:gdLst/>
              <a:ahLst/>
              <a:cxnLst/>
              <a:rect l="l" t="t" r="r" b="b"/>
              <a:pathLst>
                <a:path w="226" h="2494" extrusionOk="0">
                  <a:moveTo>
                    <a:pt x="174" y="1"/>
                  </a:moveTo>
                  <a:lnTo>
                    <a:pt x="164" y="62"/>
                  </a:lnTo>
                  <a:cubicBezTo>
                    <a:pt x="82" y="461"/>
                    <a:pt x="41" y="869"/>
                    <a:pt x="21" y="1278"/>
                  </a:cubicBezTo>
                  <a:cubicBezTo>
                    <a:pt x="1" y="1676"/>
                    <a:pt x="1" y="2085"/>
                    <a:pt x="51" y="2493"/>
                  </a:cubicBezTo>
                  <a:cubicBezTo>
                    <a:pt x="144" y="2085"/>
                    <a:pt x="184" y="1687"/>
                    <a:pt x="205" y="1288"/>
                  </a:cubicBezTo>
                  <a:cubicBezTo>
                    <a:pt x="225" y="879"/>
                    <a:pt x="225" y="471"/>
                    <a:pt x="184" y="62"/>
                  </a:cubicBezTo>
                  <a:lnTo>
                    <a:pt x="174" y="1"/>
                  </a:lnTo>
                  <a:close/>
                </a:path>
              </a:pathLst>
            </a:custGeom>
            <a:solidFill>
              <a:srgbClr val="99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4" name="Google Shape;8914;p32"/>
            <p:cNvSpPr/>
            <p:nvPr/>
          </p:nvSpPr>
          <p:spPr>
            <a:xfrm>
              <a:off x="3724350" y="3591125"/>
              <a:ext cx="5400" cy="61600"/>
            </a:xfrm>
            <a:custGeom>
              <a:avLst/>
              <a:gdLst/>
              <a:ahLst/>
              <a:cxnLst/>
              <a:rect l="l" t="t" r="r" b="b"/>
              <a:pathLst>
                <a:path w="216" h="2464" extrusionOk="0">
                  <a:moveTo>
                    <a:pt x="154" y="1"/>
                  </a:moveTo>
                  <a:cubicBezTo>
                    <a:pt x="72" y="410"/>
                    <a:pt x="31" y="818"/>
                    <a:pt x="11" y="1227"/>
                  </a:cubicBezTo>
                  <a:cubicBezTo>
                    <a:pt x="0" y="1636"/>
                    <a:pt x="0" y="2055"/>
                    <a:pt x="52" y="2464"/>
                  </a:cubicBezTo>
                  <a:cubicBezTo>
                    <a:pt x="143" y="2055"/>
                    <a:pt x="174" y="1646"/>
                    <a:pt x="195" y="1238"/>
                  </a:cubicBezTo>
                  <a:cubicBezTo>
                    <a:pt x="215" y="818"/>
                    <a:pt x="215" y="410"/>
                    <a:pt x="154" y="1"/>
                  </a:cubicBezTo>
                  <a:close/>
                </a:path>
              </a:pathLst>
            </a:custGeom>
            <a:solidFill>
              <a:srgbClr val="99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5" name="Google Shape;8915;p32"/>
            <p:cNvSpPr/>
            <p:nvPr/>
          </p:nvSpPr>
          <p:spPr>
            <a:xfrm>
              <a:off x="3699075" y="3590125"/>
              <a:ext cx="11500" cy="58750"/>
            </a:xfrm>
            <a:custGeom>
              <a:avLst/>
              <a:gdLst/>
              <a:ahLst/>
              <a:cxnLst/>
              <a:rect l="l" t="t" r="r" b="b"/>
              <a:pathLst>
                <a:path w="460" h="2350" extrusionOk="0">
                  <a:moveTo>
                    <a:pt x="460" y="0"/>
                  </a:moveTo>
                  <a:cubicBezTo>
                    <a:pt x="296" y="368"/>
                    <a:pt x="194" y="756"/>
                    <a:pt x="123" y="1155"/>
                  </a:cubicBezTo>
                  <a:cubicBezTo>
                    <a:pt x="51" y="1543"/>
                    <a:pt x="0" y="1941"/>
                    <a:pt x="21" y="2350"/>
                  </a:cubicBezTo>
                  <a:cubicBezTo>
                    <a:pt x="143" y="1962"/>
                    <a:pt x="225" y="1573"/>
                    <a:pt x="296" y="1185"/>
                  </a:cubicBezTo>
                  <a:cubicBezTo>
                    <a:pt x="337" y="991"/>
                    <a:pt x="368" y="797"/>
                    <a:pt x="398" y="593"/>
                  </a:cubicBezTo>
                  <a:cubicBezTo>
                    <a:pt x="419" y="399"/>
                    <a:pt x="450" y="204"/>
                    <a:pt x="460" y="0"/>
                  </a:cubicBezTo>
                  <a:close/>
                </a:path>
              </a:pathLst>
            </a:custGeom>
            <a:solidFill>
              <a:srgbClr val="99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6" name="Google Shape;8916;p32"/>
            <p:cNvSpPr/>
            <p:nvPr/>
          </p:nvSpPr>
          <p:spPr>
            <a:xfrm>
              <a:off x="3725625" y="3452450"/>
              <a:ext cx="14075" cy="113950"/>
            </a:xfrm>
            <a:custGeom>
              <a:avLst/>
              <a:gdLst/>
              <a:ahLst/>
              <a:cxnLst/>
              <a:rect l="l" t="t" r="r" b="b"/>
              <a:pathLst>
                <a:path w="563" h="4558" extrusionOk="0">
                  <a:moveTo>
                    <a:pt x="185" y="1"/>
                  </a:moveTo>
                  <a:cubicBezTo>
                    <a:pt x="92" y="583"/>
                    <a:pt x="42" y="1175"/>
                    <a:pt x="21" y="1768"/>
                  </a:cubicBezTo>
                  <a:cubicBezTo>
                    <a:pt x="11" y="2065"/>
                    <a:pt x="1" y="2360"/>
                    <a:pt x="1" y="2657"/>
                  </a:cubicBezTo>
                  <a:cubicBezTo>
                    <a:pt x="1" y="2953"/>
                    <a:pt x="11" y="3260"/>
                    <a:pt x="92" y="3556"/>
                  </a:cubicBezTo>
                  <a:lnTo>
                    <a:pt x="92" y="3566"/>
                  </a:lnTo>
                  <a:cubicBezTo>
                    <a:pt x="185" y="3934"/>
                    <a:pt x="378" y="4251"/>
                    <a:pt x="562" y="4557"/>
                  </a:cubicBezTo>
                  <a:cubicBezTo>
                    <a:pt x="471" y="4210"/>
                    <a:pt x="348" y="3863"/>
                    <a:pt x="297" y="3525"/>
                  </a:cubicBezTo>
                  <a:lnTo>
                    <a:pt x="297" y="3515"/>
                  </a:lnTo>
                  <a:cubicBezTo>
                    <a:pt x="256" y="3239"/>
                    <a:pt x="267" y="2953"/>
                    <a:pt x="276" y="2657"/>
                  </a:cubicBezTo>
                  <a:cubicBezTo>
                    <a:pt x="287" y="2360"/>
                    <a:pt x="287" y="2065"/>
                    <a:pt x="287" y="1779"/>
                  </a:cubicBezTo>
                  <a:cubicBezTo>
                    <a:pt x="276" y="1186"/>
                    <a:pt x="256" y="593"/>
                    <a:pt x="185" y="1"/>
                  </a:cubicBezTo>
                  <a:close/>
                </a:path>
              </a:pathLst>
            </a:custGeom>
            <a:solidFill>
              <a:srgbClr val="99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7" name="Google Shape;8917;p32"/>
            <p:cNvSpPr/>
            <p:nvPr/>
          </p:nvSpPr>
          <p:spPr>
            <a:xfrm>
              <a:off x="3685025" y="3534750"/>
              <a:ext cx="45475" cy="9425"/>
            </a:xfrm>
            <a:custGeom>
              <a:avLst/>
              <a:gdLst/>
              <a:ahLst/>
              <a:cxnLst/>
              <a:rect l="l" t="t" r="r" b="b"/>
              <a:pathLst>
                <a:path w="1819" h="377" extrusionOk="0">
                  <a:moveTo>
                    <a:pt x="1055" y="0"/>
                  </a:moveTo>
                  <a:cubicBezTo>
                    <a:pt x="999" y="0"/>
                    <a:pt x="944" y="3"/>
                    <a:pt x="889" y="8"/>
                  </a:cubicBezTo>
                  <a:cubicBezTo>
                    <a:pt x="562" y="60"/>
                    <a:pt x="266" y="172"/>
                    <a:pt x="0" y="376"/>
                  </a:cubicBezTo>
                  <a:cubicBezTo>
                    <a:pt x="338" y="376"/>
                    <a:pt x="634" y="315"/>
                    <a:pt x="920" y="285"/>
                  </a:cubicBezTo>
                  <a:cubicBezTo>
                    <a:pt x="1162" y="259"/>
                    <a:pt x="1391" y="241"/>
                    <a:pt x="1645" y="241"/>
                  </a:cubicBezTo>
                  <a:cubicBezTo>
                    <a:pt x="1701" y="241"/>
                    <a:pt x="1759" y="242"/>
                    <a:pt x="1819" y="244"/>
                  </a:cubicBezTo>
                  <a:cubicBezTo>
                    <a:pt x="1607" y="66"/>
                    <a:pt x="1326" y="0"/>
                    <a:pt x="1055" y="0"/>
                  </a:cubicBezTo>
                  <a:close/>
                </a:path>
              </a:pathLst>
            </a:custGeom>
            <a:solidFill>
              <a:srgbClr val="99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8" name="Google Shape;8918;p32"/>
            <p:cNvSpPr/>
            <p:nvPr/>
          </p:nvSpPr>
          <p:spPr>
            <a:xfrm>
              <a:off x="3431400" y="3760725"/>
              <a:ext cx="31425" cy="167075"/>
            </a:xfrm>
            <a:custGeom>
              <a:avLst/>
              <a:gdLst/>
              <a:ahLst/>
              <a:cxnLst/>
              <a:rect l="l" t="t" r="r" b="b"/>
              <a:pathLst>
                <a:path w="1257" h="6683" extrusionOk="0">
                  <a:moveTo>
                    <a:pt x="1237" y="1"/>
                  </a:moveTo>
                  <a:lnTo>
                    <a:pt x="1237" y="1"/>
                  </a:lnTo>
                  <a:cubicBezTo>
                    <a:pt x="1114" y="563"/>
                    <a:pt x="1012" y="1124"/>
                    <a:pt x="941" y="1687"/>
                  </a:cubicBezTo>
                  <a:cubicBezTo>
                    <a:pt x="859" y="2248"/>
                    <a:pt x="807" y="2811"/>
                    <a:pt x="716" y="3362"/>
                  </a:cubicBezTo>
                  <a:cubicBezTo>
                    <a:pt x="624" y="3924"/>
                    <a:pt x="532" y="4475"/>
                    <a:pt x="389" y="5027"/>
                  </a:cubicBezTo>
                  <a:cubicBezTo>
                    <a:pt x="246" y="5569"/>
                    <a:pt x="113" y="6121"/>
                    <a:pt x="1" y="6682"/>
                  </a:cubicBezTo>
                  <a:cubicBezTo>
                    <a:pt x="246" y="6171"/>
                    <a:pt x="471" y="5640"/>
                    <a:pt x="675" y="5099"/>
                  </a:cubicBezTo>
                  <a:cubicBezTo>
                    <a:pt x="869" y="4557"/>
                    <a:pt x="982" y="3996"/>
                    <a:pt x="1073" y="3423"/>
                  </a:cubicBezTo>
                  <a:cubicBezTo>
                    <a:pt x="1175" y="2851"/>
                    <a:pt x="1206" y="2289"/>
                    <a:pt x="1227" y="1717"/>
                  </a:cubicBezTo>
                  <a:cubicBezTo>
                    <a:pt x="1257" y="1145"/>
                    <a:pt x="1257" y="573"/>
                    <a:pt x="12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9" name="Google Shape;8919;p32"/>
            <p:cNvSpPr/>
            <p:nvPr/>
          </p:nvSpPr>
          <p:spPr>
            <a:xfrm>
              <a:off x="3404075" y="2957475"/>
              <a:ext cx="13050" cy="18150"/>
            </a:xfrm>
            <a:custGeom>
              <a:avLst/>
              <a:gdLst/>
              <a:ahLst/>
              <a:cxnLst/>
              <a:rect l="l" t="t" r="r" b="b"/>
              <a:pathLst>
                <a:path w="522" h="726" extrusionOk="0">
                  <a:moveTo>
                    <a:pt x="266" y="1"/>
                  </a:moveTo>
                  <a:cubicBezTo>
                    <a:pt x="113" y="1"/>
                    <a:pt x="0" y="164"/>
                    <a:pt x="0" y="358"/>
                  </a:cubicBezTo>
                  <a:cubicBezTo>
                    <a:pt x="0" y="562"/>
                    <a:pt x="113" y="726"/>
                    <a:pt x="266" y="726"/>
                  </a:cubicBezTo>
                  <a:cubicBezTo>
                    <a:pt x="409" y="726"/>
                    <a:pt x="522" y="562"/>
                    <a:pt x="522" y="358"/>
                  </a:cubicBezTo>
                  <a:cubicBezTo>
                    <a:pt x="522" y="164"/>
                    <a:pt x="409" y="1"/>
                    <a:pt x="2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0" name="Google Shape;8920;p32"/>
            <p:cNvSpPr/>
            <p:nvPr/>
          </p:nvSpPr>
          <p:spPr>
            <a:xfrm>
              <a:off x="3469725" y="2963100"/>
              <a:ext cx="13025" cy="18150"/>
            </a:xfrm>
            <a:custGeom>
              <a:avLst/>
              <a:gdLst/>
              <a:ahLst/>
              <a:cxnLst/>
              <a:rect l="l" t="t" r="r" b="b"/>
              <a:pathLst>
                <a:path w="521" h="726" extrusionOk="0">
                  <a:moveTo>
                    <a:pt x="266" y="0"/>
                  </a:moveTo>
                  <a:cubicBezTo>
                    <a:pt x="123" y="0"/>
                    <a:pt x="0" y="164"/>
                    <a:pt x="0" y="358"/>
                  </a:cubicBezTo>
                  <a:cubicBezTo>
                    <a:pt x="0" y="562"/>
                    <a:pt x="123" y="725"/>
                    <a:pt x="266" y="725"/>
                  </a:cubicBezTo>
                  <a:cubicBezTo>
                    <a:pt x="409" y="725"/>
                    <a:pt x="521" y="562"/>
                    <a:pt x="521" y="358"/>
                  </a:cubicBezTo>
                  <a:cubicBezTo>
                    <a:pt x="521" y="164"/>
                    <a:pt x="409" y="0"/>
                    <a:pt x="2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Rectangle 1">
            <a:extLst>
              <a:ext uri="{FF2B5EF4-FFF2-40B4-BE49-F238E27FC236}">
                <a16:creationId xmlns:a16="http://schemas.microsoft.com/office/drawing/2014/main" id="{AF40982A-929A-8186-1B93-7BCCD95F5BAF}"/>
              </a:ext>
            </a:extLst>
          </p:cNvPr>
          <p:cNvSpPr>
            <a:spLocks noGrp="1" noChangeArrowheads="1"/>
          </p:cNvSpPr>
          <p:nvPr>
            <p:ph type="subTitle" idx="1"/>
          </p:nvPr>
        </p:nvSpPr>
        <p:spPr bwMode="auto">
          <a:xfrm>
            <a:off x="541421" y="1250364"/>
            <a:ext cx="442272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Testing: </a:t>
            </a:r>
            <a:r>
              <a:rPr kumimoji="0" lang="en-US" altLang="en-US" sz="1800" i="0" u="none" strike="noStrike" cap="none" normalizeH="0" baseline="0" dirty="0">
                <a:ln>
                  <a:noFill/>
                </a:ln>
                <a:solidFill>
                  <a:schemeClr val="tx1"/>
                </a:solidFill>
                <a:effectLst/>
                <a:latin typeface="Arial" panose="020B0604020202020204" pitchFamily="34" charset="0"/>
              </a:rPr>
              <a:t>Conduct thorough testing to identify and resolve any issues.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Final Deployment: </a:t>
            </a:r>
            <a:r>
              <a:rPr kumimoji="0" lang="en-US" altLang="en-US" sz="1800" i="0" u="none" strike="noStrike" cap="none" normalizeH="0" baseline="0" dirty="0">
                <a:ln>
                  <a:noFill/>
                </a:ln>
                <a:solidFill>
                  <a:schemeClr val="tx1"/>
                </a:solidFill>
                <a:effectLst/>
                <a:latin typeface="Arial" panose="020B0604020202020204" pitchFamily="34" charset="0"/>
              </a:rPr>
              <a:t>Prepare for production deployment and complete documentation.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Presentation Preparation: </a:t>
            </a:r>
            <a:r>
              <a:rPr kumimoji="0" lang="en-US" altLang="en-US" sz="1800" i="0" u="none" strike="noStrike" cap="none" normalizeH="0" baseline="0" dirty="0">
                <a:ln>
                  <a:noFill/>
                </a:ln>
                <a:solidFill>
                  <a:schemeClr val="tx1"/>
                </a:solidFill>
                <a:effectLst/>
                <a:latin typeface="Arial" panose="020B0604020202020204" pitchFamily="34" charset="0"/>
              </a:rPr>
              <a:t>Create a detailed project demo and presentation for final submission.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96"/>
        <p:cNvGrpSpPr/>
        <p:nvPr/>
      </p:nvGrpSpPr>
      <p:grpSpPr>
        <a:xfrm>
          <a:off x="0" y="0"/>
          <a:ext cx="0" cy="0"/>
          <a:chOff x="0" y="0"/>
          <a:chExt cx="0" cy="0"/>
        </a:xfrm>
      </p:grpSpPr>
      <p:sp>
        <p:nvSpPr>
          <p:cNvPr id="9399" name="Google Shape;9399;p39"/>
          <p:cNvSpPr txBox="1">
            <a:spLocks noGrp="1"/>
          </p:cNvSpPr>
          <p:nvPr>
            <p:ph type="title" idx="2"/>
          </p:nvPr>
        </p:nvSpPr>
        <p:spPr>
          <a:xfrm>
            <a:off x="4733632" y="1380373"/>
            <a:ext cx="34926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Github Link</a:t>
            </a:r>
            <a:endParaRPr dirty="0"/>
          </a:p>
        </p:txBody>
      </p:sp>
      <p:sp>
        <p:nvSpPr>
          <p:cNvPr id="9400" name="Google Shape;9400;p39"/>
          <p:cNvSpPr txBox="1">
            <a:spLocks noGrp="1"/>
          </p:cNvSpPr>
          <p:nvPr>
            <p:ph type="subTitle" idx="3"/>
          </p:nvPr>
        </p:nvSpPr>
        <p:spPr>
          <a:xfrm>
            <a:off x="4733632" y="2304888"/>
            <a:ext cx="3492600" cy="41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https://github.com/shreyareddych/Group_10-RASP-</a:t>
            </a:r>
            <a:endParaRPr dirty="0"/>
          </a:p>
        </p:txBody>
      </p:sp>
      <p:sp>
        <p:nvSpPr>
          <p:cNvPr id="9403" name="Google Shape;9403;p39"/>
          <p:cNvSpPr/>
          <p:nvPr/>
        </p:nvSpPr>
        <p:spPr>
          <a:xfrm>
            <a:off x="89175" y="4192405"/>
            <a:ext cx="2053902" cy="2035379"/>
          </a:xfrm>
          <a:custGeom>
            <a:avLst/>
            <a:gdLst/>
            <a:ahLst/>
            <a:cxnLst/>
            <a:rect l="l" t="t" r="r" b="b"/>
            <a:pathLst>
              <a:path w="13466" h="13345" extrusionOk="0">
                <a:moveTo>
                  <a:pt x="6730" y="1257"/>
                </a:moveTo>
                <a:cubicBezTo>
                  <a:pt x="6762" y="1257"/>
                  <a:pt x="6793" y="1258"/>
                  <a:pt x="6825" y="1258"/>
                </a:cubicBezTo>
                <a:cubicBezTo>
                  <a:pt x="9818" y="1309"/>
                  <a:pt x="12199" y="3771"/>
                  <a:pt x="12147" y="6775"/>
                </a:cubicBezTo>
                <a:cubicBezTo>
                  <a:pt x="12097" y="9736"/>
                  <a:pt x="9686" y="12098"/>
                  <a:pt x="6737" y="12098"/>
                </a:cubicBezTo>
                <a:cubicBezTo>
                  <a:pt x="6705" y="12098"/>
                  <a:pt x="6673" y="12098"/>
                  <a:pt x="6641" y="12097"/>
                </a:cubicBezTo>
                <a:cubicBezTo>
                  <a:pt x="3647" y="12047"/>
                  <a:pt x="1257" y="9574"/>
                  <a:pt x="1308" y="6580"/>
                </a:cubicBezTo>
                <a:cubicBezTo>
                  <a:pt x="1359" y="3619"/>
                  <a:pt x="3779" y="1257"/>
                  <a:pt x="6730" y="1257"/>
                </a:cubicBezTo>
                <a:close/>
                <a:moveTo>
                  <a:pt x="6732" y="0"/>
                </a:moveTo>
                <a:cubicBezTo>
                  <a:pt x="3095" y="0"/>
                  <a:pt x="123" y="2920"/>
                  <a:pt x="62" y="6560"/>
                </a:cubicBezTo>
                <a:cubicBezTo>
                  <a:pt x="1" y="10248"/>
                  <a:pt x="2932" y="13282"/>
                  <a:pt x="6621" y="13344"/>
                </a:cubicBezTo>
                <a:cubicBezTo>
                  <a:pt x="6665" y="13344"/>
                  <a:pt x="6709" y="13345"/>
                  <a:pt x="6753" y="13345"/>
                </a:cubicBezTo>
                <a:cubicBezTo>
                  <a:pt x="10371" y="13345"/>
                  <a:pt x="13333" y="10429"/>
                  <a:pt x="13404" y="6795"/>
                </a:cubicBezTo>
                <a:cubicBezTo>
                  <a:pt x="13466" y="3107"/>
                  <a:pt x="10533" y="73"/>
                  <a:pt x="6846" y="1"/>
                </a:cubicBezTo>
                <a:cubicBezTo>
                  <a:pt x="6808" y="0"/>
                  <a:pt x="6770" y="0"/>
                  <a:pt x="67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04" name="Google Shape;9404;p39"/>
          <p:cNvGrpSpPr/>
          <p:nvPr/>
        </p:nvGrpSpPr>
        <p:grpSpPr>
          <a:xfrm>
            <a:off x="1072954" y="1775656"/>
            <a:ext cx="2824970" cy="2842234"/>
            <a:chOff x="3726225" y="1317925"/>
            <a:chExt cx="1178200" cy="1185400"/>
          </a:xfrm>
        </p:grpSpPr>
        <p:sp>
          <p:nvSpPr>
            <p:cNvPr id="9405" name="Google Shape;9405;p39"/>
            <p:cNvSpPr/>
            <p:nvPr/>
          </p:nvSpPr>
          <p:spPr>
            <a:xfrm>
              <a:off x="4266400" y="1317925"/>
              <a:ext cx="421700" cy="339100"/>
            </a:xfrm>
            <a:custGeom>
              <a:avLst/>
              <a:gdLst/>
              <a:ahLst/>
              <a:cxnLst/>
              <a:rect l="l" t="t" r="r" b="b"/>
              <a:pathLst>
                <a:path w="16868" h="13564" extrusionOk="0">
                  <a:moveTo>
                    <a:pt x="812" y="9134"/>
                  </a:moveTo>
                  <a:cubicBezTo>
                    <a:pt x="810" y="9135"/>
                    <a:pt x="808" y="9138"/>
                    <a:pt x="808" y="9143"/>
                  </a:cubicBezTo>
                  <a:cubicBezTo>
                    <a:pt x="809" y="9140"/>
                    <a:pt x="811" y="9137"/>
                    <a:pt x="812" y="9134"/>
                  </a:cubicBezTo>
                  <a:close/>
                  <a:moveTo>
                    <a:pt x="8133" y="0"/>
                  </a:moveTo>
                  <a:cubicBezTo>
                    <a:pt x="7954" y="0"/>
                    <a:pt x="7776" y="20"/>
                    <a:pt x="7601" y="60"/>
                  </a:cubicBezTo>
                  <a:cubicBezTo>
                    <a:pt x="7553" y="57"/>
                    <a:pt x="7504" y="56"/>
                    <a:pt x="7456" y="56"/>
                  </a:cubicBezTo>
                  <a:cubicBezTo>
                    <a:pt x="6767" y="56"/>
                    <a:pt x="6138" y="325"/>
                    <a:pt x="5671" y="745"/>
                  </a:cubicBezTo>
                  <a:cubicBezTo>
                    <a:pt x="5170" y="1194"/>
                    <a:pt x="4843" y="1817"/>
                    <a:pt x="4659" y="2461"/>
                  </a:cubicBezTo>
                  <a:cubicBezTo>
                    <a:pt x="4486" y="3104"/>
                    <a:pt x="4434" y="3789"/>
                    <a:pt x="4434" y="4464"/>
                  </a:cubicBezTo>
                  <a:lnTo>
                    <a:pt x="4434" y="4504"/>
                  </a:lnTo>
                  <a:cubicBezTo>
                    <a:pt x="4189" y="4566"/>
                    <a:pt x="3964" y="4678"/>
                    <a:pt x="3781" y="4821"/>
                  </a:cubicBezTo>
                  <a:cubicBezTo>
                    <a:pt x="3566" y="4984"/>
                    <a:pt x="3392" y="5179"/>
                    <a:pt x="3229" y="5383"/>
                  </a:cubicBezTo>
                  <a:cubicBezTo>
                    <a:pt x="2933" y="5781"/>
                    <a:pt x="2698" y="6231"/>
                    <a:pt x="2555" y="6711"/>
                  </a:cubicBezTo>
                  <a:cubicBezTo>
                    <a:pt x="2218" y="6752"/>
                    <a:pt x="1901" y="6895"/>
                    <a:pt x="1635" y="7089"/>
                  </a:cubicBezTo>
                  <a:cubicBezTo>
                    <a:pt x="1349" y="7293"/>
                    <a:pt x="1104" y="7549"/>
                    <a:pt x="900" y="7824"/>
                  </a:cubicBezTo>
                  <a:cubicBezTo>
                    <a:pt x="695" y="8110"/>
                    <a:pt x="522" y="8407"/>
                    <a:pt x="389" y="8734"/>
                  </a:cubicBezTo>
                  <a:cubicBezTo>
                    <a:pt x="266" y="9050"/>
                    <a:pt x="205" y="9408"/>
                    <a:pt x="246" y="9745"/>
                  </a:cubicBezTo>
                  <a:cubicBezTo>
                    <a:pt x="215" y="9398"/>
                    <a:pt x="297" y="9061"/>
                    <a:pt x="430" y="8744"/>
                  </a:cubicBezTo>
                  <a:cubicBezTo>
                    <a:pt x="563" y="8437"/>
                    <a:pt x="747" y="8141"/>
                    <a:pt x="961" y="7876"/>
                  </a:cubicBezTo>
                  <a:cubicBezTo>
                    <a:pt x="1176" y="7610"/>
                    <a:pt x="1421" y="7365"/>
                    <a:pt x="1696" y="7181"/>
                  </a:cubicBezTo>
                  <a:cubicBezTo>
                    <a:pt x="1973" y="6997"/>
                    <a:pt x="2300" y="6875"/>
                    <a:pt x="2626" y="6854"/>
                  </a:cubicBezTo>
                  <a:lnTo>
                    <a:pt x="2677" y="6854"/>
                  </a:lnTo>
                  <a:lnTo>
                    <a:pt x="2698" y="6793"/>
                  </a:lnTo>
                  <a:cubicBezTo>
                    <a:pt x="2841" y="6333"/>
                    <a:pt x="3086" y="5894"/>
                    <a:pt x="3403" y="5515"/>
                  </a:cubicBezTo>
                  <a:cubicBezTo>
                    <a:pt x="3566" y="5311"/>
                    <a:pt x="3760" y="5127"/>
                    <a:pt x="3975" y="4984"/>
                  </a:cubicBezTo>
                  <a:lnTo>
                    <a:pt x="3975" y="4984"/>
                  </a:lnTo>
                  <a:cubicBezTo>
                    <a:pt x="3454" y="5495"/>
                    <a:pt x="3106" y="6190"/>
                    <a:pt x="3025" y="6905"/>
                  </a:cubicBezTo>
                  <a:cubicBezTo>
                    <a:pt x="2514" y="7059"/>
                    <a:pt x="2054" y="7385"/>
                    <a:pt x="1687" y="7783"/>
                  </a:cubicBezTo>
                  <a:cubicBezTo>
                    <a:pt x="1331" y="8180"/>
                    <a:pt x="1046" y="8647"/>
                    <a:pt x="812" y="9134"/>
                  </a:cubicBezTo>
                  <a:lnTo>
                    <a:pt x="812" y="9134"/>
                  </a:lnTo>
                  <a:cubicBezTo>
                    <a:pt x="815" y="9132"/>
                    <a:pt x="818" y="9132"/>
                    <a:pt x="818" y="9132"/>
                  </a:cubicBezTo>
                  <a:lnTo>
                    <a:pt x="818" y="9132"/>
                  </a:lnTo>
                  <a:cubicBezTo>
                    <a:pt x="583" y="9459"/>
                    <a:pt x="450" y="9868"/>
                    <a:pt x="491" y="10276"/>
                  </a:cubicBezTo>
                  <a:cubicBezTo>
                    <a:pt x="491" y="10317"/>
                    <a:pt x="502" y="10358"/>
                    <a:pt x="491" y="10399"/>
                  </a:cubicBezTo>
                  <a:cubicBezTo>
                    <a:pt x="481" y="10471"/>
                    <a:pt x="430" y="10521"/>
                    <a:pt x="379" y="10583"/>
                  </a:cubicBezTo>
                  <a:cubicBezTo>
                    <a:pt x="41" y="11002"/>
                    <a:pt x="0" y="11615"/>
                    <a:pt x="215" y="12115"/>
                  </a:cubicBezTo>
                  <a:cubicBezTo>
                    <a:pt x="430" y="12606"/>
                    <a:pt x="859" y="12984"/>
                    <a:pt x="1349" y="13209"/>
                  </a:cubicBezTo>
                  <a:cubicBezTo>
                    <a:pt x="1860" y="13433"/>
                    <a:pt x="2422" y="13515"/>
                    <a:pt x="2974" y="13545"/>
                  </a:cubicBezTo>
                  <a:cubicBezTo>
                    <a:pt x="3175" y="13557"/>
                    <a:pt x="3377" y="13563"/>
                    <a:pt x="3579" y="13563"/>
                  </a:cubicBezTo>
                  <a:cubicBezTo>
                    <a:pt x="4777" y="13563"/>
                    <a:pt x="5974" y="13357"/>
                    <a:pt x="7111" y="12964"/>
                  </a:cubicBezTo>
                  <a:cubicBezTo>
                    <a:pt x="6999" y="12923"/>
                    <a:pt x="6886" y="12882"/>
                    <a:pt x="6784" y="12830"/>
                  </a:cubicBezTo>
                  <a:cubicBezTo>
                    <a:pt x="5773" y="12381"/>
                    <a:pt x="4915" y="11574"/>
                    <a:pt x="4414" y="10593"/>
                  </a:cubicBezTo>
                  <a:cubicBezTo>
                    <a:pt x="4618" y="10532"/>
                    <a:pt x="4823" y="10471"/>
                    <a:pt x="5017" y="10378"/>
                  </a:cubicBezTo>
                  <a:cubicBezTo>
                    <a:pt x="6693" y="9663"/>
                    <a:pt x="6805" y="8070"/>
                    <a:pt x="6795" y="8060"/>
                  </a:cubicBezTo>
                  <a:cubicBezTo>
                    <a:pt x="6529" y="7835"/>
                    <a:pt x="6335" y="7549"/>
                    <a:pt x="6182" y="7232"/>
                  </a:cubicBezTo>
                  <a:lnTo>
                    <a:pt x="6151" y="7232"/>
                  </a:lnTo>
                  <a:cubicBezTo>
                    <a:pt x="6080" y="7079"/>
                    <a:pt x="6018" y="6925"/>
                    <a:pt x="5977" y="6752"/>
                  </a:cubicBezTo>
                  <a:cubicBezTo>
                    <a:pt x="5946" y="6619"/>
                    <a:pt x="5906" y="6496"/>
                    <a:pt x="5875" y="6364"/>
                  </a:cubicBezTo>
                  <a:lnTo>
                    <a:pt x="5875" y="6343"/>
                  </a:lnTo>
                  <a:cubicBezTo>
                    <a:pt x="5844" y="6231"/>
                    <a:pt x="5824" y="6119"/>
                    <a:pt x="5803" y="5996"/>
                  </a:cubicBezTo>
                  <a:lnTo>
                    <a:pt x="5762" y="6006"/>
                  </a:lnTo>
                  <a:cubicBezTo>
                    <a:pt x="5718" y="6034"/>
                    <a:pt x="5668" y="6046"/>
                    <a:pt x="5618" y="6046"/>
                  </a:cubicBezTo>
                  <a:cubicBezTo>
                    <a:pt x="5520" y="6046"/>
                    <a:pt x="5421" y="5999"/>
                    <a:pt x="5354" y="5924"/>
                  </a:cubicBezTo>
                  <a:cubicBezTo>
                    <a:pt x="5252" y="5812"/>
                    <a:pt x="5221" y="5658"/>
                    <a:pt x="5201" y="5506"/>
                  </a:cubicBezTo>
                  <a:cubicBezTo>
                    <a:pt x="5190" y="5363"/>
                    <a:pt x="5017" y="4709"/>
                    <a:pt x="5017" y="4535"/>
                  </a:cubicBezTo>
                  <a:cubicBezTo>
                    <a:pt x="5017" y="4494"/>
                    <a:pt x="5027" y="4453"/>
                    <a:pt x="5038" y="4412"/>
                  </a:cubicBezTo>
                  <a:cubicBezTo>
                    <a:pt x="5099" y="4249"/>
                    <a:pt x="5252" y="4146"/>
                    <a:pt x="5405" y="4065"/>
                  </a:cubicBezTo>
                  <a:cubicBezTo>
                    <a:pt x="5906" y="3748"/>
                    <a:pt x="6457" y="3381"/>
                    <a:pt x="6886" y="2890"/>
                  </a:cubicBezTo>
                  <a:cubicBezTo>
                    <a:pt x="7315" y="2389"/>
                    <a:pt x="7612" y="1766"/>
                    <a:pt x="7632" y="1102"/>
                  </a:cubicBezTo>
                  <a:cubicBezTo>
                    <a:pt x="7724" y="1399"/>
                    <a:pt x="7816" y="1695"/>
                    <a:pt x="7980" y="1950"/>
                  </a:cubicBezTo>
                  <a:cubicBezTo>
                    <a:pt x="8205" y="2298"/>
                    <a:pt x="8562" y="2532"/>
                    <a:pt x="8930" y="2727"/>
                  </a:cubicBezTo>
                  <a:cubicBezTo>
                    <a:pt x="9032" y="2768"/>
                    <a:pt x="9134" y="2818"/>
                    <a:pt x="9236" y="2859"/>
                  </a:cubicBezTo>
                  <a:cubicBezTo>
                    <a:pt x="9267" y="2880"/>
                    <a:pt x="9297" y="2890"/>
                    <a:pt x="9338" y="2900"/>
                  </a:cubicBezTo>
                  <a:cubicBezTo>
                    <a:pt x="9399" y="2931"/>
                    <a:pt x="9471" y="2952"/>
                    <a:pt x="9543" y="2982"/>
                  </a:cubicBezTo>
                  <a:cubicBezTo>
                    <a:pt x="9706" y="3043"/>
                    <a:pt x="9860" y="3095"/>
                    <a:pt x="10012" y="3135"/>
                  </a:cubicBezTo>
                  <a:cubicBezTo>
                    <a:pt x="10064" y="3227"/>
                    <a:pt x="10105" y="3329"/>
                    <a:pt x="10135" y="3442"/>
                  </a:cubicBezTo>
                  <a:cubicBezTo>
                    <a:pt x="10164" y="3433"/>
                    <a:pt x="10195" y="3429"/>
                    <a:pt x="10227" y="3429"/>
                  </a:cubicBezTo>
                  <a:cubicBezTo>
                    <a:pt x="10343" y="3429"/>
                    <a:pt x="10470" y="3482"/>
                    <a:pt x="10534" y="3554"/>
                  </a:cubicBezTo>
                  <a:cubicBezTo>
                    <a:pt x="10595" y="3626"/>
                    <a:pt x="10666" y="3748"/>
                    <a:pt x="10677" y="3851"/>
                  </a:cubicBezTo>
                  <a:cubicBezTo>
                    <a:pt x="10738" y="4249"/>
                    <a:pt x="10738" y="4443"/>
                    <a:pt x="10738" y="4893"/>
                  </a:cubicBezTo>
                  <a:cubicBezTo>
                    <a:pt x="10738" y="5005"/>
                    <a:pt x="10738" y="5250"/>
                    <a:pt x="10656" y="5311"/>
                  </a:cubicBezTo>
                  <a:cubicBezTo>
                    <a:pt x="10625" y="5332"/>
                    <a:pt x="10585" y="5342"/>
                    <a:pt x="10554" y="5352"/>
                  </a:cubicBezTo>
                  <a:cubicBezTo>
                    <a:pt x="10503" y="5363"/>
                    <a:pt x="10452" y="5372"/>
                    <a:pt x="10411" y="5372"/>
                  </a:cubicBezTo>
                  <a:lnTo>
                    <a:pt x="10411" y="5424"/>
                  </a:lnTo>
                  <a:lnTo>
                    <a:pt x="10411" y="5690"/>
                  </a:lnTo>
                  <a:cubicBezTo>
                    <a:pt x="10421" y="6026"/>
                    <a:pt x="10442" y="6374"/>
                    <a:pt x="10482" y="6711"/>
                  </a:cubicBezTo>
                  <a:cubicBezTo>
                    <a:pt x="10534" y="7048"/>
                    <a:pt x="10605" y="7385"/>
                    <a:pt x="10728" y="7702"/>
                  </a:cubicBezTo>
                  <a:cubicBezTo>
                    <a:pt x="10800" y="7876"/>
                    <a:pt x="10881" y="8049"/>
                    <a:pt x="10983" y="8213"/>
                  </a:cubicBezTo>
                  <a:cubicBezTo>
                    <a:pt x="11453" y="8928"/>
                    <a:pt x="12240" y="9357"/>
                    <a:pt x="13027" y="9694"/>
                  </a:cubicBezTo>
                  <a:cubicBezTo>
                    <a:pt x="13108" y="9735"/>
                    <a:pt x="13200" y="9765"/>
                    <a:pt x="13292" y="9806"/>
                  </a:cubicBezTo>
                  <a:lnTo>
                    <a:pt x="13282" y="9827"/>
                  </a:lnTo>
                  <a:cubicBezTo>
                    <a:pt x="13139" y="10399"/>
                    <a:pt x="12873" y="10930"/>
                    <a:pt x="12516" y="11400"/>
                  </a:cubicBezTo>
                  <a:cubicBezTo>
                    <a:pt x="12865" y="11441"/>
                    <a:pt x="13214" y="11465"/>
                    <a:pt x="13561" y="11465"/>
                  </a:cubicBezTo>
                  <a:cubicBezTo>
                    <a:pt x="13824" y="11465"/>
                    <a:pt x="14085" y="11451"/>
                    <a:pt x="14344" y="11420"/>
                  </a:cubicBezTo>
                  <a:cubicBezTo>
                    <a:pt x="14814" y="11370"/>
                    <a:pt x="15315" y="11237"/>
                    <a:pt x="15611" y="10869"/>
                  </a:cubicBezTo>
                  <a:cubicBezTo>
                    <a:pt x="15826" y="10614"/>
                    <a:pt x="15908" y="10266"/>
                    <a:pt x="16163" y="10062"/>
                  </a:cubicBezTo>
                  <a:cubicBezTo>
                    <a:pt x="16255" y="9980"/>
                    <a:pt x="16367" y="9929"/>
                    <a:pt x="16469" y="9847"/>
                  </a:cubicBezTo>
                  <a:cubicBezTo>
                    <a:pt x="16745" y="9622"/>
                    <a:pt x="16837" y="9234"/>
                    <a:pt x="16848" y="8877"/>
                  </a:cubicBezTo>
                  <a:cubicBezTo>
                    <a:pt x="16868" y="8530"/>
                    <a:pt x="16827" y="8162"/>
                    <a:pt x="16664" y="7855"/>
                  </a:cubicBezTo>
                  <a:cubicBezTo>
                    <a:pt x="16398" y="7354"/>
                    <a:pt x="15867" y="7089"/>
                    <a:pt x="15304" y="6936"/>
                  </a:cubicBezTo>
                  <a:cubicBezTo>
                    <a:pt x="15080" y="6680"/>
                    <a:pt x="14835" y="6446"/>
                    <a:pt x="14559" y="6251"/>
                  </a:cubicBezTo>
                  <a:cubicBezTo>
                    <a:pt x="14201" y="6003"/>
                    <a:pt x="13774" y="5822"/>
                    <a:pt x="13336" y="5822"/>
                  </a:cubicBezTo>
                  <a:cubicBezTo>
                    <a:pt x="13325" y="5822"/>
                    <a:pt x="13314" y="5822"/>
                    <a:pt x="13302" y="5822"/>
                  </a:cubicBezTo>
                  <a:cubicBezTo>
                    <a:pt x="12893" y="5270"/>
                    <a:pt x="12495" y="4678"/>
                    <a:pt x="11933" y="4402"/>
                  </a:cubicBezTo>
                  <a:lnTo>
                    <a:pt x="11933" y="4402"/>
                  </a:lnTo>
                  <a:cubicBezTo>
                    <a:pt x="12598" y="4432"/>
                    <a:pt x="13261" y="4678"/>
                    <a:pt x="13792" y="5107"/>
                  </a:cubicBezTo>
                  <a:cubicBezTo>
                    <a:pt x="13885" y="5189"/>
                    <a:pt x="13967" y="5260"/>
                    <a:pt x="14058" y="5352"/>
                  </a:cubicBezTo>
                  <a:cubicBezTo>
                    <a:pt x="14140" y="5434"/>
                    <a:pt x="14222" y="5536"/>
                    <a:pt x="14355" y="5587"/>
                  </a:cubicBezTo>
                  <a:cubicBezTo>
                    <a:pt x="14421" y="5608"/>
                    <a:pt x="14485" y="5613"/>
                    <a:pt x="14547" y="5613"/>
                  </a:cubicBezTo>
                  <a:cubicBezTo>
                    <a:pt x="14610" y="5613"/>
                    <a:pt x="14671" y="5608"/>
                    <a:pt x="14732" y="5608"/>
                  </a:cubicBezTo>
                  <a:cubicBezTo>
                    <a:pt x="14845" y="5608"/>
                    <a:pt x="14968" y="5608"/>
                    <a:pt x="15080" y="5628"/>
                  </a:cubicBezTo>
                  <a:cubicBezTo>
                    <a:pt x="15550" y="5699"/>
                    <a:pt x="15989" y="5965"/>
                    <a:pt x="16275" y="6353"/>
                  </a:cubicBezTo>
                  <a:cubicBezTo>
                    <a:pt x="16010" y="5945"/>
                    <a:pt x="15581" y="5658"/>
                    <a:pt x="15100" y="5556"/>
                  </a:cubicBezTo>
                  <a:cubicBezTo>
                    <a:pt x="14978" y="5536"/>
                    <a:pt x="14855" y="5526"/>
                    <a:pt x="14732" y="5526"/>
                  </a:cubicBezTo>
                  <a:cubicBezTo>
                    <a:pt x="14610" y="5526"/>
                    <a:pt x="14487" y="5526"/>
                    <a:pt x="14396" y="5485"/>
                  </a:cubicBezTo>
                  <a:cubicBezTo>
                    <a:pt x="14293" y="5454"/>
                    <a:pt x="14222" y="5363"/>
                    <a:pt x="14140" y="5270"/>
                  </a:cubicBezTo>
                  <a:cubicBezTo>
                    <a:pt x="14058" y="5179"/>
                    <a:pt x="13976" y="5086"/>
                    <a:pt x="13885" y="5005"/>
                  </a:cubicBezTo>
                  <a:cubicBezTo>
                    <a:pt x="13260" y="4460"/>
                    <a:pt x="12425" y="4146"/>
                    <a:pt x="11583" y="4146"/>
                  </a:cubicBezTo>
                  <a:cubicBezTo>
                    <a:pt x="11557" y="4146"/>
                    <a:pt x="11530" y="4146"/>
                    <a:pt x="11504" y="4146"/>
                  </a:cubicBezTo>
                  <a:cubicBezTo>
                    <a:pt x="11494" y="4126"/>
                    <a:pt x="11494" y="4106"/>
                    <a:pt x="11484" y="4085"/>
                  </a:cubicBezTo>
                  <a:cubicBezTo>
                    <a:pt x="11402" y="3605"/>
                    <a:pt x="11331" y="3135"/>
                    <a:pt x="11198" y="2675"/>
                  </a:cubicBezTo>
                  <a:cubicBezTo>
                    <a:pt x="10973" y="1889"/>
                    <a:pt x="10544" y="1143"/>
                    <a:pt x="9900" y="643"/>
                  </a:cubicBezTo>
                  <a:cubicBezTo>
                    <a:pt x="9406" y="244"/>
                    <a:pt x="8768" y="0"/>
                    <a:pt x="8133" y="0"/>
                  </a:cubicBezTo>
                  <a:close/>
                </a:path>
              </a:pathLst>
            </a:custGeom>
            <a:solidFill>
              <a:srgbClr val="2100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6" name="Google Shape;9406;p39"/>
            <p:cNvSpPr/>
            <p:nvPr/>
          </p:nvSpPr>
          <p:spPr>
            <a:xfrm>
              <a:off x="4439575" y="2151375"/>
              <a:ext cx="132825" cy="44100"/>
            </a:xfrm>
            <a:custGeom>
              <a:avLst/>
              <a:gdLst/>
              <a:ahLst/>
              <a:cxnLst/>
              <a:rect l="l" t="t" r="r" b="b"/>
              <a:pathLst>
                <a:path w="5313" h="1764" extrusionOk="0">
                  <a:moveTo>
                    <a:pt x="3032" y="0"/>
                  </a:moveTo>
                  <a:cubicBezTo>
                    <a:pt x="2225" y="0"/>
                    <a:pt x="1211" y="175"/>
                    <a:pt x="0" y="712"/>
                  </a:cubicBezTo>
                  <a:lnTo>
                    <a:pt x="297" y="1764"/>
                  </a:lnTo>
                  <a:cubicBezTo>
                    <a:pt x="297" y="1764"/>
                    <a:pt x="1193" y="938"/>
                    <a:pt x="2553" y="938"/>
                  </a:cubicBezTo>
                  <a:cubicBezTo>
                    <a:pt x="3195" y="938"/>
                    <a:pt x="3939" y="1122"/>
                    <a:pt x="4740" y="1662"/>
                  </a:cubicBezTo>
                  <a:lnTo>
                    <a:pt x="5313" y="599"/>
                  </a:lnTo>
                  <a:cubicBezTo>
                    <a:pt x="5313" y="599"/>
                    <a:pt x="4528" y="0"/>
                    <a:pt x="30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7" name="Google Shape;9407;p39"/>
            <p:cNvSpPr/>
            <p:nvPr/>
          </p:nvSpPr>
          <p:spPr>
            <a:xfrm>
              <a:off x="4459750" y="2307325"/>
              <a:ext cx="113950" cy="38625"/>
            </a:xfrm>
            <a:custGeom>
              <a:avLst/>
              <a:gdLst/>
              <a:ahLst/>
              <a:cxnLst/>
              <a:rect l="l" t="t" r="r" b="b"/>
              <a:pathLst>
                <a:path w="4558" h="1545" extrusionOk="0">
                  <a:moveTo>
                    <a:pt x="4496" y="1"/>
                  </a:moveTo>
                  <a:cubicBezTo>
                    <a:pt x="4363" y="246"/>
                    <a:pt x="4097" y="400"/>
                    <a:pt x="3831" y="481"/>
                  </a:cubicBezTo>
                  <a:cubicBezTo>
                    <a:pt x="3566" y="563"/>
                    <a:pt x="3270" y="563"/>
                    <a:pt x="2994" y="573"/>
                  </a:cubicBezTo>
                  <a:cubicBezTo>
                    <a:pt x="2473" y="583"/>
                    <a:pt x="1942" y="583"/>
                    <a:pt x="1420" y="604"/>
                  </a:cubicBezTo>
                  <a:cubicBezTo>
                    <a:pt x="1375" y="605"/>
                    <a:pt x="1329" y="605"/>
                    <a:pt x="1282" y="605"/>
                  </a:cubicBezTo>
                  <a:cubicBezTo>
                    <a:pt x="806" y="605"/>
                    <a:pt x="289" y="547"/>
                    <a:pt x="1" y="175"/>
                  </a:cubicBezTo>
                  <a:lnTo>
                    <a:pt x="1" y="175"/>
                  </a:lnTo>
                  <a:cubicBezTo>
                    <a:pt x="72" y="583"/>
                    <a:pt x="235" y="972"/>
                    <a:pt x="491" y="1308"/>
                  </a:cubicBezTo>
                  <a:cubicBezTo>
                    <a:pt x="542" y="1370"/>
                    <a:pt x="593" y="1431"/>
                    <a:pt x="664" y="1472"/>
                  </a:cubicBezTo>
                  <a:cubicBezTo>
                    <a:pt x="772" y="1538"/>
                    <a:pt x="899" y="1544"/>
                    <a:pt x="1024" y="1544"/>
                  </a:cubicBezTo>
                  <a:cubicBezTo>
                    <a:pt x="1054" y="1544"/>
                    <a:pt x="1084" y="1544"/>
                    <a:pt x="1114" y="1544"/>
                  </a:cubicBezTo>
                  <a:cubicBezTo>
                    <a:pt x="1294" y="1536"/>
                    <a:pt x="1476" y="1534"/>
                    <a:pt x="1657" y="1534"/>
                  </a:cubicBezTo>
                  <a:cubicBezTo>
                    <a:pt x="1875" y="1534"/>
                    <a:pt x="2092" y="1537"/>
                    <a:pt x="2310" y="1537"/>
                  </a:cubicBezTo>
                  <a:cubicBezTo>
                    <a:pt x="2910" y="1537"/>
                    <a:pt x="3506" y="1515"/>
                    <a:pt x="4077" y="1349"/>
                  </a:cubicBezTo>
                  <a:cubicBezTo>
                    <a:pt x="4179" y="1319"/>
                    <a:pt x="4281" y="1288"/>
                    <a:pt x="4342" y="1206"/>
                  </a:cubicBezTo>
                  <a:cubicBezTo>
                    <a:pt x="4403" y="1145"/>
                    <a:pt x="4434" y="1063"/>
                    <a:pt x="4444" y="972"/>
                  </a:cubicBezTo>
                  <a:cubicBezTo>
                    <a:pt x="4526" y="655"/>
                    <a:pt x="4557" y="328"/>
                    <a:pt x="45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8" name="Google Shape;9408;p39"/>
            <p:cNvSpPr/>
            <p:nvPr/>
          </p:nvSpPr>
          <p:spPr>
            <a:xfrm>
              <a:off x="4714375" y="2472325"/>
              <a:ext cx="190050" cy="31000"/>
            </a:xfrm>
            <a:custGeom>
              <a:avLst/>
              <a:gdLst/>
              <a:ahLst/>
              <a:cxnLst/>
              <a:rect l="l" t="t" r="r" b="b"/>
              <a:pathLst>
                <a:path w="7602" h="1240" extrusionOk="0">
                  <a:moveTo>
                    <a:pt x="32" y="0"/>
                  </a:moveTo>
                  <a:cubicBezTo>
                    <a:pt x="1" y="246"/>
                    <a:pt x="11" y="491"/>
                    <a:pt x="62" y="706"/>
                  </a:cubicBezTo>
                  <a:cubicBezTo>
                    <a:pt x="114" y="859"/>
                    <a:pt x="216" y="992"/>
                    <a:pt x="359" y="1063"/>
                  </a:cubicBezTo>
                  <a:cubicBezTo>
                    <a:pt x="634" y="1210"/>
                    <a:pt x="974" y="1240"/>
                    <a:pt x="1307" y="1240"/>
                  </a:cubicBezTo>
                  <a:cubicBezTo>
                    <a:pt x="1369" y="1240"/>
                    <a:pt x="1431" y="1239"/>
                    <a:pt x="1492" y="1237"/>
                  </a:cubicBezTo>
                  <a:lnTo>
                    <a:pt x="4373" y="1176"/>
                  </a:lnTo>
                  <a:cubicBezTo>
                    <a:pt x="5415" y="1155"/>
                    <a:pt x="6458" y="1135"/>
                    <a:pt x="7479" y="992"/>
                  </a:cubicBezTo>
                  <a:cubicBezTo>
                    <a:pt x="7520" y="992"/>
                    <a:pt x="7561" y="981"/>
                    <a:pt x="7581" y="940"/>
                  </a:cubicBezTo>
                  <a:cubicBezTo>
                    <a:pt x="7602" y="910"/>
                    <a:pt x="7581" y="869"/>
                    <a:pt x="7572" y="838"/>
                  </a:cubicBezTo>
                  <a:cubicBezTo>
                    <a:pt x="7500" y="706"/>
                    <a:pt x="7428" y="583"/>
                    <a:pt x="7347" y="470"/>
                  </a:cubicBezTo>
                  <a:lnTo>
                    <a:pt x="7336" y="481"/>
                  </a:lnTo>
                  <a:cubicBezTo>
                    <a:pt x="6386" y="440"/>
                    <a:pt x="5426" y="399"/>
                    <a:pt x="4476" y="348"/>
                  </a:cubicBezTo>
                  <a:cubicBezTo>
                    <a:pt x="3147" y="277"/>
                    <a:pt x="1830" y="205"/>
                    <a:pt x="502" y="123"/>
                  </a:cubicBezTo>
                  <a:cubicBezTo>
                    <a:pt x="338" y="113"/>
                    <a:pt x="164" y="93"/>
                    <a:pt x="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9" name="Google Shape;9409;p39"/>
            <p:cNvSpPr/>
            <p:nvPr/>
          </p:nvSpPr>
          <p:spPr>
            <a:xfrm>
              <a:off x="4720775" y="2403300"/>
              <a:ext cx="177275" cy="81050"/>
            </a:xfrm>
            <a:custGeom>
              <a:avLst/>
              <a:gdLst/>
              <a:ahLst/>
              <a:cxnLst/>
              <a:rect l="l" t="t" r="r" b="b"/>
              <a:pathLst>
                <a:path w="7091" h="3242" extrusionOk="0">
                  <a:moveTo>
                    <a:pt x="2369" y="1"/>
                  </a:moveTo>
                  <a:cubicBezTo>
                    <a:pt x="2268" y="1"/>
                    <a:pt x="2168" y="31"/>
                    <a:pt x="2095" y="95"/>
                  </a:cubicBezTo>
                  <a:cubicBezTo>
                    <a:pt x="1972" y="207"/>
                    <a:pt x="1921" y="361"/>
                    <a:pt x="1870" y="514"/>
                  </a:cubicBezTo>
                  <a:cubicBezTo>
                    <a:pt x="1809" y="657"/>
                    <a:pt x="1727" y="820"/>
                    <a:pt x="1584" y="872"/>
                  </a:cubicBezTo>
                  <a:cubicBezTo>
                    <a:pt x="1531" y="896"/>
                    <a:pt x="1476" y="906"/>
                    <a:pt x="1422" y="906"/>
                  </a:cubicBezTo>
                  <a:cubicBezTo>
                    <a:pt x="1319" y="906"/>
                    <a:pt x="1214" y="871"/>
                    <a:pt x="1114" y="831"/>
                  </a:cubicBezTo>
                  <a:cubicBezTo>
                    <a:pt x="807" y="708"/>
                    <a:pt x="501" y="555"/>
                    <a:pt x="215" y="371"/>
                  </a:cubicBezTo>
                  <a:cubicBezTo>
                    <a:pt x="174" y="759"/>
                    <a:pt x="113" y="1147"/>
                    <a:pt x="21" y="1526"/>
                  </a:cubicBezTo>
                  <a:cubicBezTo>
                    <a:pt x="10" y="1556"/>
                    <a:pt x="10" y="1587"/>
                    <a:pt x="1" y="1617"/>
                  </a:cubicBezTo>
                  <a:lnTo>
                    <a:pt x="62" y="1638"/>
                  </a:lnTo>
                  <a:cubicBezTo>
                    <a:pt x="838" y="1710"/>
                    <a:pt x="1615" y="1781"/>
                    <a:pt x="2391" y="1862"/>
                  </a:cubicBezTo>
                  <a:cubicBezTo>
                    <a:pt x="2943" y="1914"/>
                    <a:pt x="3504" y="1975"/>
                    <a:pt x="4015" y="2189"/>
                  </a:cubicBezTo>
                  <a:cubicBezTo>
                    <a:pt x="4128" y="2241"/>
                    <a:pt x="4240" y="2302"/>
                    <a:pt x="4301" y="2404"/>
                  </a:cubicBezTo>
                  <a:cubicBezTo>
                    <a:pt x="4373" y="2516"/>
                    <a:pt x="4383" y="2649"/>
                    <a:pt x="4353" y="2782"/>
                  </a:cubicBezTo>
                  <a:cubicBezTo>
                    <a:pt x="4332" y="2895"/>
                    <a:pt x="4271" y="2997"/>
                    <a:pt x="4220" y="3109"/>
                  </a:cubicBezTo>
                  <a:cubicBezTo>
                    <a:pt x="5170" y="3160"/>
                    <a:pt x="6130" y="3201"/>
                    <a:pt x="7080" y="3242"/>
                  </a:cubicBezTo>
                  <a:lnTo>
                    <a:pt x="7091" y="3231"/>
                  </a:lnTo>
                  <a:cubicBezTo>
                    <a:pt x="6712" y="2721"/>
                    <a:pt x="6161" y="2332"/>
                    <a:pt x="5579" y="2046"/>
                  </a:cubicBezTo>
                  <a:cubicBezTo>
                    <a:pt x="4873" y="1699"/>
                    <a:pt x="4117" y="1464"/>
                    <a:pt x="3402" y="1127"/>
                  </a:cubicBezTo>
                  <a:cubicBezTo>
                    <a:pt x="3198" y="1025"/>
                    <a:pt x="2984" y="913"/>
                    <a:pt x="2841" y="729"/>
                  </a:cubicBezTo>
                  <a:cubicBezTo>
                    <a:pt x="2687" y="555"/>
                    <a:pt x="2616" y="300"/>
                    <a:pt x="2657" y="136"/>
                  </a:cubicBezTo>
                  <a:cubicBezTo>
                    <a:pt x="2657" y="126"/>
                    <a:pt x="2657" y="116"/>
                    <a:pt x="2667" y="105"/>
                  </a:cubicBezTo>
                  <a:cubicBezTo>
                    <a:pt x="2587" y="36"/>
                    <a:pt x="2478" y="1"/>
                    <a:pt x="23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0" name="Google Shape;9410;p39"/>
            <p:cNvSpPr/>
            <p:nvPr/>
          </p:nvSpPr>
          <p:spPr>
            <a:xfrm>
              <a:off x="4684750" y="2025625"/>
              <a:ext cx="157125" cy="219150"/>
            </a:xfrm>
            <a:custGeom>
              <a:avLst/>
              <a:gdLst/>
              <a:ahLst/>
              <a:cxnLst/>
              <a:rect l="l" t="t" r="r" b="b"/>
              <a:pathLst>
                <a:path w="6285" h="8766" extrusionOk="0">
                  <a:moveTo>
                    <a:pt x="2402" y="0"/>
                  </a:moveTo>
                  <a:cubicBezTo>
                    <a:pt x="1778" y="756"/>
                    <a:pt x="1360" y="1635"/>
                    <a:pt x="951" y="2514"/>
                  </a:cubicBezTo>
                  <a:cubicBezTo>
                    <a:pt x="624" y="3218"/>
                    <a:pt x="318" y="3933"/>
                    <a:pt x="11" y="4659"/>
                  </a:cubicBezTo>
                  <a:lnTo>
                    <a:pt x="1" y="4669"/>
                  </a:lnTo>
                  <a:cubicBezTo>
                    <a:pt x="727" y="4996"/>
                    <a:pt x="1442" y="5323"/>
                    <a:pt x="2157" y="5660"/>
                  </a:cubicBezTo>
                  <a:cubicBezTo>
                    <a:pt x="2177" y="6457"/>
                    <a:pt x="1962" y="7254"/>
                    <a:pt x="1840" y="8051"/>
                  </a:cubicBezTo>
                  <a:cubicBezTo>
                    <a:pt x="1799" y="8276"/>
                    <a:pt x="1769" y="8500"/>
                    <a:pt x="1748" y="8735"/>
                  </a:cubicBezTo>
                  <a:lnTo>
                    <a:pt x="1789" y="8735"/>
                  </a:lnTo>
                  <a:cubicBezTo>
                    <a:pt x="2453" y="8755"/>
                    <a:pt x="3114" y="8766"/>
                    <a:pt x="3775" y="8766"/>
                  </a:cubicBezTo>
                  <a:cubicBezTo>
                    <a:pt x="4435" y="8766"/>
                    <a:pt x="5094" y="8755"/>
                    <a:pt x="5753" y="8735"/>
                  </a:cubicBezTo>
                  <a:cubicBezTo>
                    <a:pt x="6008" y="7611"/>
                    <a:pt x="6192" y="6467"/>
                    <a:pt x="6253" y="5313"/>
                  </a:cubicBezTo>
                  <a:cubicBezTo>
                    <a:pt x="6284" y="4812"/>
                    <a:pt x="6284" y="4301"/>
                    <a:pt x="6141" y="3821"/>
                  </a:cubicBezTo>
                  <a:cubicBezTo>
                    <a:pt x="5957" y="3239"/>
                    <a:pt x="5569" y="2748"/>
                    <a:pt x="5160" y="2309"/>
                  </a:cubicBezTo>
                  <a:cubicBezTo>
                    <a:pt x="4364" y="1451"/>
                    <a:pt x="3454" y="705"/>
                    <a:pt x="2473" y="62"/>
                  </a:cubicBezTo>
                  <a:lnTo>
                    <a:pt x="2402" y="0"/>
                  </a:lnTo>
                  <a:close/>
                </a:path>
              </a:pathLst>
            </a:custGeom>
            <a:solidFill>
              <a:srgbClr val="F27B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1" name="Google Shape;9411;p39"/>
            <p:cNvSpPr/>
            <p:nvPr/>
          </p:nvSpPr>
          <p:spPr>
            <a:xfrm>
              <a:off x="4715150" y="2443725"/>
              <a:ext cx="115225" cy="37300"/>
            </a:xfrm>
            <a:custGeom>
              <a:avLst/>
              <a:gdLst/>
              <a:ahLst/>
              <a:cxnLst/>
              <a:rect l="l" t="t" r="r" b="b"/>
              <a:pathLst>
                <a:path w="4609" h="1492" extrusionOk="0">
                  <a:moveTo>
                    <a:pt x="226" y="0"/>
                  </a:moveTo>
                  <a:cubicBezTo>
                    <a:pt x="133" y="388"/>
                    <a:pt x="31" y="777"/>
                    <a:pt x="1" y="1144"/>
                  </a:cubicBezTo>
                  <a:lnTo>
                    <a:pt x="11" y="1144"/>
                  </a:lnTo>
                  <a:cubicBezTo>
                    <a:pt x="133" y="1237"/>
                    <a:pt x="307" y="1257"/>
                    <a:pt x="471" y="1267"/>
                  </a:cubicBezTo>
                  <a:cubicBezTo>
                    <a:pt x="1799" y="1349"/>
                    <a:pt x="3116" y="1421"/>
                    <a:pt x="4445" y="1492"/>
                  </a:cubicBezTo>
                  <a:cubicBezTo>
                    <a:pt x="4496" y="1380"/>
                    <a:pt x="4557" y="1278"/>
                    <a:pt x="4578" y="1165"/>
                  </a:cubicBezTo>
                  <a:cubicBezTo>
                    <a:pt x="4608" y="1032"/>
                    <a:pt x="4598" y="899"/>
                    <a:pt x="4526" y="787"/>
                  </a:cubicBezTo>
                  <a:cubicBezTo>
                    <a:pt x="4465" y="685"/>
                    <a:pt x="4353" y="624"/>
                    <a:pt x="4240" y="572"/>
                  </a:cubicBezTo>
                  <a:cubicBezTo>
                    <a:pt x="3729" y="358"/>
                    <a:pt x="3168" y="297"/>
                    <a:pt x="2616" y="245"/>
                  </a:cubicBezTo>
                  <a:cubicBezTo>
                    <a:pt x="1840" y="164"/>
                    <a:pt x="1063" y="93"/>
                    <a:pt x="287" y="21"/>
                  </a:cubicBezTo>
                  <a:lnTo>
                    <a:pt x="22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2" name="Google Shape;9412;p39"/>
            <p:cNvSpPr/>
            <p:nvPr/>
          </p:nvSpPr>
          <p:spPr>
            <a:xfrm>
              <a:off x="4727425" y="2244000"/>
              <a:ext cx="101150" cy="15025"/>
            </a:xfrm>
            <a:custGeom>
              <a:avLst/>
              <a:gdLst/>
              <a:ahLst/>
              <a:cxnLst/>
              <a:rect l="l" t="t" r="r" b="b"/>
              <a:pathLst>
                <a:path w="4046" h="601" extrusionOk="0">
                  <a:moveTo>
                    <a:pt x="41" y="0"/>
                  </a:moveTo>
                  <a:cubicBezTo>
                    <a:pt x="21" y="195"/>
                    <a:pt x="10" y="388"/>
                    <a:pt x="0" y="583"/>
                  </a:cubicBezTo>
                  <a:lnTo>
                    <a:pt x="62" y="593"/>
                  </a:lnTo>
                  <a:cubicBezTo>
                    <a:pt x="395" y="598"/>
                    <a:pt x="728" y="600"/>
                    <a:pt x="1061" y="600"/>
                  </a:cubicBezTo>
                  <a:cubicBezTo>
                    <a:pt x="2015" y="600"/>
                    <a:pt x="2969" y="579"/>
                    <a:pt x="3923" y="542"/>
                  </a:cubicBezTo>
                  <a:cubicBezTo>
                    <a:pt x="3974" y="358"/>
                    <a:pt x="4015" y="184"/>
                    <a:pt x="4046" y="0"/>
                  </a:cubicBezTo>
                  <a:lnTo>
                    <a:pt x="4046" y="0"/>
                  </a:lnTo>
                  <a:cubicBezTo>
                    <a:pt x="3387" y="20"/>
                    <a:pt x="2728" y="31"/>
                    <a:pt x="2068" y="31"/>
                  </a:cubicBezTo>
                  <a:cubicBezTo>
                    <a:pt x="1407" y="31"/>
                    <a:pt x="746" y="20"/>
                    <a:pt x="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3" name="Google Shape;9413;p39"/>
            <p:cNvSpPr/>
            <p:nvPr/>
          </p:nvSpPr>
          <p:spPr>
            <a:xfrm>
              <a:off x="4724600" y="2257525"/>
              <a:ext cx="100925" cy="168450"/>
            </a:xfrm>
            <a:custGeom>
              <a:avLst/>
              <a:gdLst/>
              <a:ahLst/>
              <a:cxnLst/>
              <a:rect l="l" t="t" r="r" b="b"/>
              <a:pathLst>
                <a:path w="4037" h="6738" extrusionOk="0">
                  <a:moveTo>
                    <a:pt x="4036" y="1"/>
                  </a:moveTo>
                  <a:lnTo>
                    <a:pt x="4036" y="1"/>
                  </a:lnTo>
                  <a:cubicBezTo>
                    <a:pt x="3082" y="38"/>
                    <a:pt x="2128" y="59"/>
                    <a:pt x="1174" y="59"/>
                  </a:cubicBezTo>
                  <a:cubicBezTo>
                    <a:pt x="841" y="59"/>
                    <a:pt x="508" y="57"/>
                    <a:pt x="175" y="52"/>
                  </a:cubicBezTo>
                  <a:lnTo>
                    <a:pt x="113" y="42"/>
                  </a:lnTo>
                  <a:lnTo>
                    <a:pt x="113" y="42"/>
                  </a:lnTo>
                  <a:cubicBezTo>
                    <a:pt x="1" y="2095"/>
                    <a:pt x="287" y="4179"/>
                    <a:pt x="62" y="6202"/>
                  </a:cubicBezTo>
                  <a:cubicBezTo>
                    <a:pt x="348" y="6386"/>
                    <a:pt x="654" y="6539"/>
                    <a:pt x="961" y="6662"/>
                  </a:cubicBezTo>
                  <a:cubicBezTo>
                    <a:pt x="1061" y="6702"/>
                    <a:pt x="1166" y="6737"/>
                    <a:pt x="1269" y="6737"/>
                  </a:cubicBezTo>
                  <a:cubicBezTo>
                    <a:pt x="1323" y="6737"/>
                    <a:pt x="1378" y="6727"/>
                    <a:pt x="1431" y="6703"/>
                  </a:cubicBezTo>
                  <a:cubicBezTo>
                    <a:pt x="1574" y="6651"/>
                    <a:pt x="1656" y="6488"/>
                    <a:pt x="1717" y="6345"/>
                  </a:cubicBezTo>
                  <a:cubicBezTo>
                    <a:pt x="1768" y="6192"/>
                    <a:pt x="1819" y="6038"/>
                    <a:pt x="1942" y="5926"/>
                  </a:cubicBezTo>
                  <a:cubicBezTo>
                    <a:pt x="2015" y="5862"/>
                    <a:pt x="2115" y="5832"/>
                    <a:pt x="2216" y="5832"/>
                  </a:cubicBezTo>
                  <a:cubicBezTo>
                    <a:pt x="2325" y="5832"/>
                    <a:pt x="2434" y="5867"/>
                    <a:pt x="2514" y="5936"/>
                  </a:cubicBezTo>
                  <a:cubicBezTo>
                    <a:pt x="2831" y="4710"/>
                    <a:pt x="3158" y="3474"/>
                    <a:pt x="3474" y="2248"/>
                  </a:cubicBezTo>
                  <a:cubicBezTo>
                    <a:pt x="3669" y="1502"/>
                    <a:pt x="3862" y="746"/>
                    <a:pt x="4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4" name="Google Shape;9414;p39"/>
            <p:cNvSpPr/>
            <p:nvPr/>
          </p:nvSpPr>
          <p:spPr>
            <a:xfrm>
              <a:off x="4664600" y="2014375"/>
              <a:ext cx="80200" cy="127975"/>
            </a:xfrm>
            <a:custGeom>
              <a:avLst/>
              <a:gdLst/>
              <a:ahLst/>
              <a:cxnLst/>
              <a:rect l="l" t="t" r="r" b="b"/>
              <a:pathLst>
                <a:path w="3208" h="5119" extrusionOk="0">
                  <a:moveTo>
                    <a:pt x="2523" y="1"/>
                  </a:moveTo>
                  <a:lnTo>
                    <a:pt x="2523" y="11"/>
                  </a:lnTo>
                  <a:cubicBezTo>
                    <a:pt x="1512" y="1482"/>
                    <a:pt x="664" y="3076"/>
                    <a:pt x="0" y="4731"/>
                  </a:cubicBezTo>
                  <a:lnTo>
                    <a:pt x="0" y="4751"/>
                  </a:lnTo>
                  <a:cubicBezTo>
                    <a:pt x="266" y="4874"/>
                    <a:pt x="541" y="4996"/>
                    <a:pt x="807" y="5119"/>
                  </a:cubicBezTo>
                  <a:lnTo>
                    <a:pt x="817" y="5109"/>
                  </a:lnTo>
                  <a:cubicBezTo>
                    <a:pt x="1124" y="4383"/>
                    <a:pt x="1430" y="3668"/>
                    <a:pt x="1757" y="2964"/>
                  </a:cubicBezTo>
                  <a:cubicBezTo>
                    <a:pt x="2166" y="2085"/>
                    <a:pt x="2584" y="1206"/>
                    <a:pt x="3208" y="450"/>
                  </a:cubicBezTo>
                  <a:lnTo>
                    <a:pt x="25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5" name="Google Shape;9415;p39"/>
            <p:cNvSpPr/>
            <p:nvPr/>
          </p:nvSpPr>
          <p:spPr>
            <a:xfrm>
              <a:off x="4583375" y="1946950"/>
              <a:ext cx="144325" cy="186225"/>
            </a:xfrm>
            <a:custGeom>
              <a:avLst/>
              <a:gdLst/>
              <a:ahLst/>
              <a:cxnLst/>
              <a:rect l="l" t="t" r="r" b="b"/>
              <a:pathLst>
                <a:path w="5773" h="7449" extrusionOk="0">
                  <a:moveTo>
                    <a:pt x="1706" y="1"/>
                  </a:moveTo>
                  <a:cubicBezTo>
                    <a:pt x="1502" y="767"/>
                    <a:pt x="1267" y="1543"/>
                    <a:pt x="1011" y="2299"/>
                  </a:cubicBezTo>
                  <a:cubicBezTo>
                    <a:pt x="766" y="3219"/>
                    <a:pt x="470" y="4179"/>
                    <a:pt x="164" y="5129"/>
                  </a:cubicBezTo>
                  <a:cubicBezTo>
                    <a:pt x="92" y="5375"/>
                    <a:pt x="10" y="5630"/>
                    <a:pt x="0" y="5885"/>
                  </a:cubicBezTo>
                  <a:lnTo>
                    <a:pt x="0" y="5967"/>
                  </a:lnTo>
                  <a:cubicBezTo>
                    <a:pt x="1083" y="6458"/>
                    <a:pt x="2166" y="6948"/>
                    <a:pt x="3249" y="7448"/>
                  </a:cubicBezTo>
                  <a:lnTo>
                    <a:pt x="3249" y="7428"/>
                  </a:lnTo>
                  <a:cubicBezTo>
                    <a:pt x="3913" y="5773"/>
                    <a:pt x="4761" y="4179"/>
                    <a:pt x="5772" y="2708"/>
                  </a:cubicBezTo>
                  <a:lnTo>
                    <a:pt x="5772" y="2698"/>
                  </a:lnTo>
                  <a:lnTo>
                    <a:pt x="17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6" name="Google Shape;9416;p39"/>
            <p:cNvSpPr/>
            <p:nvPr/>
          </p:nvSpPr>
          <p:spPr>
            <a:xfrm>
              <a:off x="4304475" y="1567150"/>
              <a:ext cx="379550" cy="280250"/>
            </a:xfrm>
            <a:custGeom>
              <a:avLst/>
              <a:gdLst/>
              <a:ahLst/>
              <a:cxnLst/>
              <a:rect l="l" t="t" r="r" b="b"/>
              <a:pathLst>
                <a:path w="15182" h="11210" extrusionOk="0">
                  <a:moveTo>
                    <a:pt x="12167" y="1"/>
                  </a:moveTo>
                  <a:cubicBezTo>
                    <a:pt x="11943" y="1401"/>
                    <a:pt x="11013" y="2647"/>
                    <a:pt x="9767" y="3301"/>
                  </a:cubicBezTo>
                  <a:cubicBezTo>
                    <a:pt x="9048" y="3684"/>
                    <a:pt x="8237" y="3872"/>
                    <a:pt x="7425" y="3872"/>
                  </a:cubicBezTo>
                  <a:cubicBezTo>
                    <a:pt x="6807" y="3872"/>
                    <a:pt x="6188" y="3763"/>
                    <a:pt x="5608" y="3546"/>
                  </a:cubicBezTo>
                  <a:cubicBezTo>
                    <a:pt x="4271" y="3045"/>
                    <a:pt x="3157" y="2003"/>
                    <a:pt x="2513" y="727"/>
                  </a:cubicBezTo>
                  <a:cubicBezTo>
                    <a:pt x="2074" y="849"/>
                    <a:pt x="1645" y="982"/>
                    <a:pt x="1287" y="1268"/>
                  </a:cubicBezTo>
                  <a:cubicBezTo>
                    <a:pt x="786" y="1666"/>
                    <a:pt x="531" y="2300"/>
                    <a:pt x="378" y="2923"/>
                  </a:cubicBezTo>
                  <a:cubicBezTo>
                    <a:pt x="194" y="3740"/>
                    <a:pt x="143" y="4578"/>
                    <a:pt x="112" y="5406"/>
                  </a:cubicBezTo>
                  <a:cubicBezTo>
                    <a:pt x="71" y="6509"/>
                    <a:pt x="30" y="7612"/>
                    <a:pt x="10" y="8716"/>
                  </a:cubicBezTo>
                  <a:cubicBezTo>
                    <a:pt x="0" y="8838"/>
                    <a:pt x="10" y="8981"/>
                    <a:pt x="112" y="9043"/>
                  </a:cubicBezTo>
                  <a:cubicBezTo>
                    <a:pt x="142" y="9059"/>
                    <a:pt x="174" y="9066"/>
                    <a:pt x="207" y="9066"/>
                  </a:cubicBezTo>
                  <a:cubicBezTo>
                    <a:pt x="299" y="9066"/>
                    <a:pt x="398" y="9013"/>
                    <a:pt x="480" y="8961"/>
                  </a:cubicBezTo>
                  <a:cubicBezTo>
                    <a:pt x="602" y="8879"/>
                    <a:pt x="736" y="8807"/>
                    <a:pt x="868" y="8746"/>
                  </a:cubicBezTo>
                  <a:cubicBezTo>
                    <a:pt x="1358" y="8520"/>
                    <a:pt x="1892" y="8407"/>
                    <a:pt x="2429" y="8407"/>
                  </a:cubicBezTo>
                  <a:cubicBezTo>
                    <a:pt x="2474" y="8407"/>
                    <a:pt x="2519" y="8408"/>
                    <a:pt x="2564" y="8409"/>
                  </a:cubicBezTo>
                  <a:cubicBezTo>
                    <a:pt x="2793" y="8417"/>
                    <a:pt x="3029" y="8449"/>
                    <a:pt x="3251" y="8449"/>
                  </a:cubicBezTo>
                  <a:cubicBezTo>
                    <a:pt x="3316" y="8449"/>
                    <a:pt x="3380" y="8446"/>
                    <a:pt x="3443" y="8439"/>
                  </a:cubicBezTo>
                  <a:lnTo>
                    <a:pt x="3453" y="8470"/>
                  </a:lnTo>
                  <a:cubicBezTo>
                    <a:pt x="3667" y="9083"/>
                    <a:pt x="3810" y="9717"/>
                    <a:pt x="3913" y="10360"/>
                  </a:cubicBezTo>
                  <a:cubicBezTo>
                    <a:pt x="3953" y="10595"/>
                    <a:pt x="3984" y="10841"/>
                    <a:pt x="4015" y="11075"/>
                  </a:cubicBezTo>
                  <a:lnTo>
                    <a:pt x="4076" y="11075"/>
                  </a:lnTo>
                  <a:cubicBezTo>
                    <a:pt x="4750" y="10994"/>
                    <a:pt x="5435" y="10953"/>
                    <a:pt x="6119" y="10943"/>
                  </a:cubicBezTo>
                  <a:cubicBezTo>
                    <a:pt x="6226" y="10941"/>
                    <a:pt x="6333" y="10939"/>
                    <a:pt x="6439" y="10939"/>
                  </a:cubicBezTo>
                  <a:cubicBezTo>
                    <a:pt x="6840" y="10939"/>
                    <a:pt x="7236" y="10958"/>
                    <a:pt x="7631" y="11014"/>
                  </a:cubicBezTo>
                  <a:cubicBezTo>
                    <a:pt x="7917" y="11045"/>
                    <a:pt x="8203" y="11106"/>
                    <a:pt x="8500" y="11147"/>
                  </a:cubicBezTo>
                  <a:cubicBezTo>
                    <a:pt x="8827" y="11191"/>
                    <a:pt x="9156" y="11210"/>
                    <a:pt x="9486" y="11210"/>
                  </a:cubicBezTo>
                  <a:cubicBezTo>
                    <a:pt x="10086" y="11210"/>
                    <a:pt x="10689" y="11147"/>
                    <a:pt x="11289" y="11055"/>
                  </a:cubicBezTo>
                  <a:lnTo>
                    <a:pt x="11309" y="11055"/>
                  </a:lnTo>
                  <a:cubicBezTo>
                    <a:pt x="11309" y="10953"/>
                    <a:pt x="11320" y="10850"/>
                    <a:pt x="11330" y="10748"/>
                  </a:cubicBezTo>
                  <a:cubicBezTo>
                    <a:pt x="11452" y="9665"/>
                    <a:pt x="11718" y="8603"/>
                    <a:pt x="12126" y="7592"/>
                  </a:cubicBezTo>
                  <a:lnTo>
                    <a:pt x="12126" y="7571"/>
                  </a:lnTo>
                  <a:cubicBezTo>
                    <a:pt x="12557" y="7548"/>
                    <a:pt x="12995" y="7538"/>
                    <a:pt x="13436" y="7538"/>
                  </a:cubicBezTo>
                  <a:cubicBezTo>
                    <a:pt x="13748" y="7538"/>
                    <a:pt x="14061" y="7543"/>
                    <a:pt x="14374" y="7551"/>
                  </a:cubicBezTo>
                  <a:cubicBezTo>
                    <a:pt x="14630" y="7561"/>
                    <a:pt x="14885" y="7571"/>
                    <a:pt x="15141" y="7592"/>
                  </a:cubicBezTo>
                  <a:cubicBezTo>
                    <a:pt x="15182" y="6110"/>
                    <a:pt x="15161" y="4659"/>
                    <a:pt x="15100" y="3199"/>
                  </a:cubicBezTo>
                  <a:cubicBezTo>
                    <a:pt x="15079" y="2943"/>
                    <a:pt x="15028" y="2677"/>
                    <a:pt x="14926" y="2432"/>
                  </a:cubicBezTo>
                  <a:cubicBezTo>
                    <a:pt x="14671" y="1850"/>
                    <a:pt x="14282" y="1299"/>
                    <a:pt x="13772" y="890"/>
                  </a:cubicBezTo>
                  <a:cubicBezTo>
                    <a:pt x="13302" y="502"/>
                    <a:pt x="12730" y="246"/>
                    <a:pt x="121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7" name="Google Shape;9417;p39"/>
            <p:cNvSpPr/>
            <p:nvPr/>
          </p:nvSpPr>
          <p:spPr>
            <a:xfrm>
              <a:off x="4507500" y="1755575"/>
              <a:ext cx="156350" cy="438125"/>
            </a:xfrm>
            <a:custGeom>
              <a:avLst/>
              <a:gdLst/>
              <a:ahLst/>
              <a:cxnLst/>
              <a:rect l="l" t="t" r="r" b="b"/>
              <a:pathLst>
                <a:path w="6254" h="17525" extrusionOk="0">
                  <a:moveTo>
                    <a:pt x="5315" y="1"/>
                  </a:moveTo>
                  <a:cubicBezTo>
                    <a:pt x="4874" y="1"/>
                    <a:pt x="4436" y="11"/>
                    <a:pt x="4005" y="34"/>
                  </a:cubicBezTo>
                  <a:lnTo>
                    <a:pt x="4005" y="55"/>
                  </a:lnTo>
                  <a:cubicBezTo>
                    <a:pt x="3597" y="1066"/>
                    <a:pt x="3331" y="2128"/>
                    <a:pt x="3209" y="3211"/>
                  </a:cubicBezTo>
                  <a:cubicBezTo>
                    <a:pt x="3199" y="3313"/>
                    <a:pt x="3188" y="3416"/>
                    <a:pt x="3188" y="3518"/>
                  </a:cubicBezTo>
                  <a:cubicBezTo>
                    <a:pt x="3168" y="3712"/>
                    <a:pt x="3147" y="3906"/>
                    <a:pt x="3137" y="4101"/>
                  </a:cubicBezTo>
                  <a:cubicBezTo>
                    <a:pt x="3127" y="4325"/>
                    <a:pt x="3106" y="4550"/>
                    <a:pt x="3086" y="4775"/>
                  </a:cubicBezTo>
                  <a:cubicBezTo>
                    <a:pt x="2994" y="5694"/>
                    <a:pt x="2820" y="6593"/>
                    <a:pt x="2606" y="7482"/>
                  </a:cubicBezTo>
                  <a:cubicBezTo>
                    <a:pt x="2514" y="7881"/>
                    <a:pt x="2412" y="8279"/>
                    <a:pt x="2300" y="8677"/>
                  </a:cubicBezTo>
                  <a:cubicBezTo>
                    <a:pt x="1921" y="10097"/>
                    <a:pt x="1482" y="11507"/>
                    <a:pt x="1176" y="12937"/>
                  </a:cubicBezTo>
                  <a:cubicBezTo>
                    <a:pt x="1156" y="13039"/>
                    <a:pt x="1124" y="13132"/>
                    <a:pt x="1115" y="13234"/>
                  </a:cubicBezTo>
                  <a:cubicBezTo>
                    <a:pt x="645" y="14225"/>
                    <a:pt x="277" y="15267"/>
                    <a:pt x="42" y="16329"/>
                  </a:cubicBezTo>
                  <a:cubicBezTo>
                    <a:pt x="11" y="16442"/>
                    <a:pt x="1" y="16544"/>
                    <a:pt x="1" y="16646"/>
                  </a:cubicBezTo>
                  <a:cubicBezTo>
                    <a:pt x="1" y="16738"/>
                    <a:pt x="11" y="16830"/>
                    <a:pt x="52" y="16912"/>
                  </a:cubicBezTo>
                  <a:cubicBezTo>
                    <a:pt x="111" y="17017"/>
                    <a:pt x="241" y="17088"/>
                    <a:pt x="359" y="17088"/>
                  </a:cubicBezTo>
                  <a:cubicBezTo>
                    <a:pt x="425" y="17088"/>
                    <a:pt x="488" y="17065"/>
                    <a:pt x="532" y="17014"/>
                  </a:cubicBezTo>
                  <a:lnTo>
                    <a:pt x="532" y="17003"/>
                  </a:lnTo>
                  <a:lnTo>
                    <a:pt x="543" y="17003"/>
                  </a:lnTo>
                  <a:cubicBezTo>
                    <a:pt x="606" y="17145"/>
                    <a:pt x="758" y="17228"/>
                    <a:pt x="911" y="17228"/>
                  </a:cubicBezTo>
                  <a:cubicBezTo>
                    <a:pt x="978" y="17228"/>
                    <a:pt x="1045" y="17212"/>
                    <a:pt x="1104" y="17177"/>
                  </a:cubicBezTo>
                  <a:cubicBezTo>
                    <a:pt x="1104" y="17177"/>
                    <a:pt x="1104" y="17187"/>
                    <a:pt x="1115" y="17187"/>
                  </a:cubicBezTo>
                  <a:cubicBezTo>
                    <a:pt x="1176" y="17309"/>
                    <a:pt x="1322" y="17392"/>
                    <a:pt x="1464" y="17392"/>
                  </a:cubicBezTo>
                  <a:cubicBezTo>
                    <a:pt x="1513" y="17392"/>
                    <a:pt x="1561" y="17382"/>
                    <a:pt x="1605" y="17361"/>
                  </a:cubicBezTo>
                  <a:cubicBezTo>
                    <a:pt x="1697" y="17443"/>
                    <a:pt x="1789" y="17525"/>
                    <a:pt x="1912" y="17525"/>
                  </a:cubicBezTo>
                  <a:cubicBezTo>
                    <a:pt x="1952" y="17525"/>
                    <a:pt x="1993" y="17514"/>
                    <a:pt x="2023" y="17494"/>
                  </a:cubicBezTo>
                  <a:cubicBezTo>
                    <a:pt x="2167" y="17432"/>
                    <a:pt x="2259" y="17259"/>
                    <a:pt x="2320" y="17106"/>
                  </a:cubicBezTo>
                  <a:cubicBezTo>
                    <a:pt x="2412" y="16891"/>
                    <a:pt x="2504" y="16667"/>
                    <a:pt x="2596" y="16431"/>
                  </a:cubicBezTo>
                  <a:cubicBezTo>
                    <a:pt x="2872" y="15706"/>
                    <a:pt x="3097" y="14940"/>
                    <a:pt x="3056" y="14163"/>
                  </a:cubicBezTo>
                  <a:cubicBezTo>
                    <a:pt x="3045" y="13979"/>
                    <a:pt x="3025" y="13795"/>
                    <a:pt x="3035" y="13622"/>
                  </a:cubicBezTo>
                  <a:lnTo>
                    <a:pt x="3035" y="13540"/>
                  </a:lnTo>
                  <a:cubicBezTo>
                    <a:pt x="3045" y="13285"/>
                    <a:pt x="3127" y="13030"/>
                    <a:pt x="3199" y="12784"/>
                  </a:cubicBezTo>
                  <a:cubicBezTo>
                    <a:pt x="3505" y="11834"/>
                    <a:pt x="3801" y="10874"/>
                    <a:pt x="4046" y="9954"/>
                  </a:cubicBezTo>
                  <a:cubicBezTo>
                    <a:pt x="4302" y="9198"/>
                    <a:pt x="4537" y="8422"/>
                    <a:pt x="4741" y="7656"/>
                  </a:cubicBezTo>
                  <a:cubicBezTo>
                    <a:pt x="4833" y="7329"/>
                    <a:pt x="4915" y="7012"/>
                    <a:pt x="4997" y="6685"/>
                  </a:cubicBezTo>
                  <a:cubicBezTo>
                    <a:pt x="5079" y="6338"/>
                    <a:pt x="5160" y="5990"/>
                    <a:pt x="5191" y="5633"/>
                  </a:cubicBezTo>
                  <a:cubicBezTo>
                    <a:pt x="5231" y="5336"/>
                    <a:pt x="5222" y="5040"/>
                    <a:pt x="5252" y="4754"/>
                  </a:cubicBezTo>
                  <a:cubicBezTo>
                    <a:pt x="5374" y="3140"/>
                    <a:pt x="6182" y="1628"/>
                    <a:pt x="6253" y="14"/>
                  </a:cubicBezTo>
                  <a:cubicBezTo>
                    <a:pt x="5940" y="6"/>
                    <a:pt x="5627" y="1"/>
                    <a:pt x="5315" y="1"/>
                  </a:cubicBezTo>
                  <a:close/>
                </a:path>
              </a:pathLst>
            </a:custGeom>
            <a:solidFill>
              <a:srgbClr val="F27B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8" name="Google Shape;9418;p39"/>
            <p:cNvSpPr/>
            <p:nvPr/>
          </p:nvSpPr>
          <p:spPr>
            <a:xfrm>
              <a:off x="4367300" y="1563075"/>
              <a:ext cx="241375" cy="100900"/>
            </a:xfrm>
            <a:custGeom>
              <a:avLst/>
              <a:gdLst/>
              <a:ahLst/>
              <a:cxnLst/>
              <a:rect l="l" t="t" r="r" b="b"/>
              <a:pathLst>
                <a:path w="9655" h="4036" extrusionOk="0">
                  <a:moveTo>
                    <a:pt x="9256" y="0"/>
                  </a:moveTo>
                  <a:lnTo>
                    <a:pt x="9246" y="21"/>
                  </a:lnTo>
                  <a:cubicBezTo>
                    <a:pt x="8868" y="1584"/>
                    <a:pt x="7550" y="2851"/>
                    <a:pt x="5997" y="3270"/>
                  </a:cubicBezTo>
                  <a:cubicBezTo>
                    <a:pt x="5581" y="3384"/>
                    <a:pt x="5152" y="3441"/>
                    <a:pt x="4723" y="3441"/>
                  </a:cubicBezTo>
                  <a:cubicBezTo>
                    <a:pt x="4045" y="3441"/>
                    <a:pt x="3368" y="3300"/>
                    <a:pt x="2748" y="3024"/>
                  </a:cubicBezTo>
                  <a:cubicBezTo>
                    <a:pt x="1737" y="2575"/>
                    <a:pt x="879" y="1768"/>
                    <a:pt x="378" y="787"/>
                  </a:cubicBezTo>
                  <a:cubicBezTo>
                    <a:pt x="255" y="818"/>
                    <a:pt x="133" y="858"/>
                    <a:pt x="0" y="890"/>
                  </a:cubicBezTo>
                  <a:cubicBezTo>
                    <a:pt x="644" y="2166"/>
                    <a:pt x="1758" y="3208"/>
                    <a:pt x="3095" y="3709"/>
                  </a:cubicBezTo>
                  <a:cubicBezTo>
                    <a:pt x="3675" y="3926"/>
                    <a:pt x="4294" y="4035"/>
                    <a:pt x="4912" y="4035"/>
                  </a:cubicBezTo>
                  <a:cubicBezTo>
                    <a:pt x="5724" y="4035"/>
                    <a:pt x="6535" y="3847"/>
                    <a:pt x="7254" y="3464"/>
                  </a:cubicBezTo>
                  <a:cubicBezTo>
                    <a:pt x="8500" y="2810"/>
                    <a:pt x="9430" y="1564"/>
                    <a:pt x="9654" y="164"/>
                  </a:cubicBezTo>
                  <a:cubicBezTo>
                    <a:pt x="9522" y="113"/>
                    <a:pt x="9389" y="52"/>
                    <a:pt x="92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9" name="Google Shape;9419;p39"/>
            <p:cNvSpPr/>
            <p:nvPr/>
          </p:nvSpPr>
          <p:spPr>
            <a:xfrm>
              <a:off x="4404825" y="1840625"/>
              <a:ext cx="182400" cy="21275"/>
            </a:xfrm>
            <a:custGeom>
              <a:avLst/>
              <a:gdLst/>
              <a:ahLst/>
              <a:cxnLst/>
              <a:rect l="l" t="t" r="r" b="b"/>
              <a:pathLst>
                <a:path w="7296" h="851" extrusionOk="0">
                  <a:moveTo>
                    <a:pt x="2425" y="0"/>
                  </a:moveTo>
                  <a:cubicBezTo>
                    <a:pt x="2319" y="0"/>
                    <a:pt x="2212" y="2"/>
                    <a:pt x="2105" y="4"/>
                  </a:cubicBezTo>
                  <a:cubicBezTo>
                    <a:pt x="1421" y="14"/>
                    <a:pt x="736" y="55"/>
                    <a:pt x="62" y="136"/>
                  </a:cubicBezTo>
                  <a:lnTo>
                    <a:pt x="1" y="136"/>
                  </a:lnTo>
                  <a:cubicBezTo>
                    <a:pt x="21" y="331"/>
                    <a:pt x="52" y="524"/>
                    <a:pt x="73" y="708"/>
                  </a:cubicBezTo>
                  <a:cubicBezTo>
                    <a:pt x="762" y="585"/>
                    <a:pt x="1458" y="522"/>
                    <a:pt x="2156" y="522"/>
                  </a:cubicBezTo>
                  <a:cubicBezTo>
                    <a:pt x="2616" y="522"/>
                    <a:pt x="3077" y="549"/>
                    <a:pt x="3536" y="606"/>
                  </a:cubicBezTo>
                  <a:cubicBezTo>
                    <a:pt x="4118" y="678"/>
                    <a:pt x="4690" y="790"/>
                    <a:pt x="5272" y="831"/>
                  </a:cubicBezTo>
                  <a:cubicBezTo>
                    <a:pt x="5443" y="844"/>
                    <a:pt x="5614" y="851"/>
                    <a:pt x="5784" y="851"/>
                  </a:cubicBezTo>
                  <a:cubicBezTo>
                    <a:pt x="6277" y="851"/>
                    <a:pt x="6766" y="797"/>
                    <a:pt x="7244" y="699"/>
                  </a:cubicBezTo>
                  <a:cubicBezTo>
                    <a:pt x="7254" y="504"/>
                    <a:pt x="7275" y="310"/>
                    <a:pt x="7295" y="116"/>
                  </a:cubicBezTo>
                  <a:lnTo>
                    <a:pt x="7275" y="116"/>
                  </a:lnTo>
                  <a:cubicBezTo>
                    <a:pt x="6675" y="208"/>
                    <a:pt x="6072" y="271"/>
                    <a:pt x="5472" y="271"/>
                  </a:cubicBezTo>
                  <a:cubicBezTo>
                    <a:pt x="5142" y="271"/>
                    <a:pt x="4813" y="252"/>
                    <a:pt x="4486" y="208"/>
                  </a:cubicBezTo>
                  <a:cubicBezTo>
                    <a:pt x="4189" y="167"/>
                    <a:pt x="3903" y="106"/>
                    <a:pt x="3617" y="75"/>
                  </a:cubicBezTo>
                  <a:cubicBezTo>
                    <a:pt x="3222" y="19"/>
                    <a:pt x="2826" y="0"/>
                    <a:pt x="24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0" name="Google Shape;9420;p39"/>
            <p:cNvSpPr/>
            <p:nvPr/>
          </p:nvSpPr>
          <p:spPr>
            <a:xfrm>
              <a:off x="4406625" y="1853650"/>
              <a:ext cx="179325" cy="104725"/>
            </a:xfrm>
            <a:custGeom>
              <a:avLst/>
              <a:gdLst/>
              <a:ahLst/>
              <a:cxnLst/>
              <a:rect l="l" t="t" r="r" b="b"/>
              <a:pathLst>
                <a:path w="7173" h="4189" extrusionOk="0">
                  <a:moveTo>
                    <a:pt x="2084" y="1"/>
                  </a:moveTo>
                  <a:cubicBezTo>
                    <a:pt x="1386" y="1"/>
                    <a:pt x="690" y="64"/>
                    <a:pt x="1" y="187"/>
                  </a:cubicBezTo>
                  <a:cubicBezTo>
                    <a:pt x="31" y="402"/>
                    <a:pt x="62" y="627"/>
                    <a:pt x="103" y="841"/>
                  </a:cubicBezTo>
                  <a:cubicBezTo>
                    <a:pt x="235" y="1556"/>
                    <a:pt x="450" y="2262"/>
                    <a:pt x="654" y="2956"/>
                  </a:cubicBezTo>
                  <a:lnTo>
                    <a:pt x="930" y="3876"/>
                  </a:lnTo>
                  <a:cubicBezTo>
                    <a:pt x="1567" y="4097"/>
                    <a:pt x="2248" y="4189"/>
                    <a:pt x="2930" y="4189"/>
                  </a:cubicBezTo>
                  <a:cubicBezTo>
                    <a:pt x="3221" y="4189"/>
                    <a:pt x="3513" y="4172"/>
                    <a:pt x="3801" y="4141"/>
                  </a:cubicBezTo>
                  <a:cubicBezTo>
                    <a:pt x="4761" y="4039"/>
                    <a:pt x="5711" y="3804"/>
                    <a:pt x="6641" y="3559"/>
                  </a:cubicBezTo>
                  <a:cubicBezTo>
                    <a:pt x="6855" y="2670"/>
                    <a:pt x="7029" y="1771"/>
                    <a:pt x="7121" y="852"/>
                  </a:cubicBezTo>
                  <a:cubicBezTo>
                    <a:pt x="7141" y="627"/>
                    <a:pt x="7162" y="402"/>
                    <a:pt x="7172" y="178"/>
                  </a:cubicBezTo>
                  <a:lnTo>
                    <a:pt x="7172" y="178"/>
                  </a:lnTo>
                  <a:cubicBezTo>
                    <a:pt x="6694" y="276"/>
                    <a:pt x="6205" y="330"/>
                    <a:pt x="5712" y="330"/>
                  </a:cubicBezTo>
                  <a:cubicBezTo>
                    <a:pt x="5542" y="330"/>
                    <a:pt x="5371" y="323"/>
                    <a:pt x="5200" y="310"/>
                  </a:cubicBezTo>
                  <a:cubicBezTo>
                    <a:pt x="4618" y="269"/>
                    <a:pt x="4046" y="157"/>
                    <a:pt x="3464" y="85"/>
                  </a:cubicBezTo>
                  <a:cubicBezTo>
                    <a:pt x="3005" y="28"/>
                    <a:pt x="2544" y="1"/>
                    <a:pt x="2084" y="1"/>
                  </a:cubicBezTo>
                  <a:close/>
                </a:path>
              </a:pathLst>
            </a:custGeom>
            <a:solidFill>
              <a:srgbClr val="F27B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1" name="Google Shape;9421;p39"/>
            <p:cNvSpPr/>
            <p:nvPr/>
          </p:nvSpPr>
          <p:spPr>
            <a:xfrm>
              <a:off x="4546325" y="2166350"/>
              <a:ext cx="39125" cy="105525"/>
            </a:xfrm>
            <a:custGeom>
              <a:avLst/>
              <a:gdLst/>
              <a:ahLst/>
              <a:cxnLst/>
              <a:rect l="l" t="t" r="r" b="b"/>
              <a:pathLst>
                <a:path w="1565" h="4221" extrusionOk="0">
                  <a:moveTo>
                    <a:pt x="1043" y="0"/>
                  </a:moveTo>
                  <a:cubicBezTo>
                    <a:pt x="951" y="236"/>
                    <a:pt x="859" y="460"/>
                    <a:pt x="767" y="675"/>
                  </a:cubicBezTo>
                  <a:cubicBezTo>
                    <a:pt x="706" y="828"/>
                    <a:pt x="614" y="1001"/>
                    <a:pt x="470" y="1063"/>
                  </a:cubicBezTo>
                  <a:lnTo>
                    <a:pt x="481" y="1073"/>
                  </a:lnTo>
                  <a:cubicBezTo>
                    <a:pt x="502" y="1390"/>
                    <a:pt x="511" y="1707"/>
                    <a:pt x="502" y="2023"/>
                  </a:cubicBezTo>
                  <a:cubicBezTo>
                    <a:pt x="491" y="2187"/>
                    <a:pt x="481" y="2361"/>
                    <a:pt x="399" y="2504"/>
                  </a:cubicBezTo>
                  <a:cubicBezTo>
                    <a:pt x="318" y="2667"/>
                    <a:pt x="164" y="2769"/>
                    <a:pt x="11" y="2861"/>
                  </a:cubicBezTo>
                  <a:lnTo>
                    <a:pt x="1" y="2902"/>
                  </a:lnTo>
                  <a:cubicBezTo>
                    <a:pt x="134" y="2983"/>
                    <a:pt x="277" y="3065"/>
                    <a:pt x="379" y="3188"/>
                  </a:cubicBezTo>
                  <a:cubicBezTo>
                    <a:pt x="573" y="3403"/>
                    <a:pt x="675" y="3668"/>
                    <a:pt x="767" y="3944"/>
                  </a:cubicBezTo>
                  <a:cubicBezTo>
                    <a:pt x="788" y="4036"/>
                    <a:pt x="818" y="4128"/>
                    <a:pt x="838" y="4220"/>
                  </a:cubicBezTo>
                  <a:lnTo>
                    <a:pt x="849" y="4209"/>
                  </a:lnTo>
                  <a:cubicBezTo>
                    <a:pt x="1002" y="4036"/>
                    <a:pt x="1145" y="3852"/>
                    <a:pt x="1278" y="3658"/>
                  </a:cubicBezTo>
                  <a:cubicBezTo>
                    <a:pt x="1390" y="3515"/>
                    <a:pt x="1492" y="3362"/>
                    <a:pt x="1533" y="3188"/>
                  </a:cubicBezTo>
                  <a:cubicBezTo>
                    <a:pt x="1564" y="3065"/>
                    <a:pt x="1564" y="2943"/>
                    <a:pt x="1564" y="2810"/>
                  </a:cubicBezTo>
                  <a:cubicBezTo>
                    <a:pt x="1564" y="2197"/>
                    <a:pt x="1564" y="1574"/>
                    <a:pt x="1503" y="961"/>
                  </a:cubicBezTo>
                  <a:cubicBezTo>
                    <a:pt x="1492" y="828"/>
                    <a:pt x="1482" y="695"/>
                    <a:pt x="1431" y="572"/>
                  </a:cubicBezTo>
                  <a:cubicBezTo>
                    <a:pt x="1339" y="368"/>
                    <a:pt x="1165" y="215"/>
                    <a:pt x="1074" y="21"/>
                  </a:cubicBezTo>
                  <a:lnTo>
                    <a:pt x="10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2" name="Google Shape;9422;p39"/>
            <p:cNvSpPr/>
            <p:nvPr/>
          </p:nvSpPr>
          <p:spPr>
            <a:xfrm>
              <a:off x="4458475" y="2231700"/>
              <a:ext cx="114950" cy="90775"/>
            </a:xfrm>
            <a:custGeom>
              <a:avLst/>
              <a:gdLst/>
              <a:ahLst/>
              <a:cxnLst/>
              <a:rect l="l" t="t" r="r" b="b"/>
              <a:pathLst>
                <a:path w="4598" h="3631" extrusionOk="0">
                  <a:moveTo>
                    <a:pt x="2384" y="0"/>
                  </a:moveTo>
                  <a:cubicBezTo>
                    <a:pt x="2032" y="0"/>
                    <a:pt x="1678" y="77"/>
                    <a:pt x="1349" y="226"/>
                  </a:cubicBezTo>
                  <a:cubicBezTo>
                    <a:pt x="1053" y="369"/>
                    <a:pt x="817" y="584"/>
                    <a:pt x="634" y="839"/>
                  </a:cubicBezTo>
                  <a:cubicBezTo>
                    <a:pt x="399" y="1156"/>
                    <a:pt x="236" y="1545"/>
                    <a:pt x="133" y="1922"/>
                  </a:cubicBezTo>
                  <a:cubicBezTo>
                    <a:pt x="113" y="1984"/>
                    <a:pt x="92" y="2056"/>
                    <a:pt x="82" y="2127"/>
                  </a:cubicBezTo>
                  <a:cubicBezTo>
                    <a:pt x="52" y="2270"/>
                    <a:pt x="31" y="2413"/>
                    <a:pt x="11" y="2556"/>
                  </a:cubicBezTo>
                  <a:cubicBezTo>
                    <a:pt x="0" y="2771"/>
                    <a:pt x="11" y="2985"/>
                    <a:pt x="52" y="3200"/>
                  </a:cubicBezTo>
                  <a:cubicBezTo>
                    <a:pt x="340" y="3572"/>
                    <a:pt x="857" y="3630"/>
                    <a:pt x="1333" y="3630"/>
                  </a:cubicBezTo>
                  <a:cubicBezTo>
                    <a:pt x="1380" y="3630"/>
                    <a:pt x="1426" y="3630"/>
                    <a:pt x="1471" y="3629"/>
                  </a:cubicBezTo>
                  <a:cubicBezTo>
                    <a:pt x="1993" y="3608"/>
                    <a:pt x="2524" y="3608"/>
                    <a:pt x="3045" y="3598"/>
                  </a:cubicBezTo>
                  <a:cubicBezTo>
                    <a:pt x="3321" y="3588"/>
                    <a:pt x="3617" y="3588"/>
                    <a:pt x="3882" y="3506"/>
                  </a:cubicBezTo>
                  <a:cubicBezTo>
                    <a:pt x="4148" y="3425"/>
                    <a:pt x="4414" y="3271"/>
                    <a:pt x="4547" y="3026"/>
                  </a:cubicBezTo>
                  <a:lnTo>
                    <a:pt x="4597" y="3026"/>
                  </a:lnTo>
                  <a:cubicBezTo>
                    <a:pt x="4588" y="2546"/>
                    <a:pt x="4495" y="2065"/>
                    <a:pt x="4352" y="1606"/>
                  </a:cubicBezTo>
                  <a:cubicBezTo>
                    <a:pt x="4332" y="1514"/>
                    <a:pt x="4302" y="1422"/>
                    <a:pt x="4281" y="1330"/>
                  </a:cubicBezTo>
                  <a:cubicBezTo>
                    <a:pt x="4189" y="1054"/>
                    <a:pt x="4087" y="789"/>
                    <a:pt x="3893" y="574"/>
                  </a:cubicBezTo>
                  <a:cubicBezTo>
                    <a:pt x="3791" y="451"/>
                    <a:pt x="3648" y="369"/>
                    <a:pt x="3515" y="288"/>
                  </a:cubicBezTo>
                  <a:lnTo>
                    <a:pt x="3392" y="226"/>
                  </a:lnTo>
                  <a:cubicBezTo>
                    <a:pt x="3073" y="75"/>
                    <a:pt x="2729" y="0"/>
                    <a:pt x="23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3" name="Google Shape;9423;p39"/>
            <p:cNvSpPr/>
            <p:nvPr/>
          </p:nvSpPr>
          <p:spPr>
            <a:xfrm>
              <a:off x="4429850" y="1942600"/>
              <a:ext cx="142825" cy="40450"/>
            </a:xfrm>
            <a:custGeom>
              <a:avLst/>
              <a:gdLst/>
              <a:ahLst/>
              <a:cxnLst/>
              <a:rect l="l" t="t" r="r" b="b"/>
              <a:pathLst>
                <a:path w="5713" h="1618" extrusionOk="0">
                  <a:moveTo>
                    <a:pt x="5712" y="1"/>
                  </a:moveTo>
                  <a:lnTo>
                    <a:pt x="5712" y="1"/>
                  </a:lnTo>
                  <a:cubicBezTo>
                    <a:pt x="4782" y="246"/>
                    <a:pt x="3832" y="481"/>
                    <a:pt x="2872" y="583"/>
                  </a:cubicBezTo>
                  <a:cubicBezTo>
                    <a:pt x="2584" y="614"/>
                    <a:pt x="2292" y="631"/>
                    <a:pt x="2001" y="631"/>
                  </a:cubicBezTo>
                  <a:cubicBezTo>
                    <a:pt x="1319" y="631"/>
                    <a:pt x="638" y="539"/>
                    <a:pt x="1" y="318"/>
                  </a:cubicBezTo>
                  <a:lnTo>
                    <a:pt x="1" y="318"/>
                  </a:lnTo>
                  <a:cubicBezTo>
                    <a:pt x="114" y="686"/>
                    <a:pt x="216" y="1063"/>
                    <a:pt x="338" y="1431"/>
                  </a:cubicBezTo>
                  <a:cubicBezTo>
                    <a:pt x="892" y="1564"/>
                    <a:pt x="1456" y="1618"/>
                    <a:pt x="2024" y="1618"/>
                  </a:cubicBezTo>
                  <a:cubicBezTo>
                    <a:pt x="3153" y="1618"/>
                    <a:pt x="4297" y="1407"/>
                    <a:pt x="5406" y="1196"/>
                  </a:cubicBezTo>
                  <a:cubicBezTo>
                    <a:pt x="5518" y="798"/>
                    <a:pt x="5620" y="400"/>
                    <a:pt x="57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4" name="Google Shape;9424;p39"/>
            <p:cNvSpPr/>
            <p:nvPr/>
          </p:nvSpPr>
          <p:spPr>
            <a:xfrm>
              <a:off x="4438300" y="1972500"/>
              <a:ext cx="126700" cy="108550"/>
            </a:xfrm>
            <a:custGeom>
              <a:avLst/>
              <a:gdLst/>
              <a:ahLst/>
              <a:cxnLst/>
              <a:rect l="l" t="t" r="r" b="b"/>
              <a:pathLst>
                <a:path w="5068" h="4342" extrusionOk="0">
                  <a:moveTo>
                    <a:pt x="5068" y="0"/>
                  </a:moveTo>
                  <a:lnTo>
                    <a:pt x="5068" y="0"/>
                  </a:lnTo>
                  <a:cubicBezTo>
                    <a:pt x="3959" y="211"/>
                    <a:pt x="2815" y="422"/>
                    <a:pt x="1686" y="422"/>
                  </a:cubicBezTo>
                  <a:cubicBezTo>
                    <a:pt x="1118" y="422"/>
                    <a:pt x="554" y="368"/>
                    <a:pt x="0" y="235"/>
                  </a:cubicBezTo>
                  <a:lnTo>
                    <a:pt x="0" y="235"/>
                  </a:lnTo>
                  <a:cubicBezTo>
                    <a:pt x="307" y="1267"/>
                    <a:pt x="613" y="2299"/>
                    <a:pt x="940" y="3331"/>
                  </a:cubicBezTo>
                  <a:cubicBezTo>
                    <a:pt x="1043" y="3668"/>
                    <a:pt x="1145" y="4005"/>
                    <a:pt x="1277" y="4342"/>
                  </a:cubicBezTo>
                  <a:cubicBezTo>
                    <a:pt x="1781" y="4227"/>
                    <a:pt x="2299" y="4169"/>
                    <a:pt x="2818" y="4169"/>
                  </a:cubicBezTo>
                  <a:cubicBezTo>
                    <a:pt x="3173" y="4169"/>
                    <a:pt x="3530" y="4196"/>
                    <a:pt x="3883" y="4250"/>
                  </a:cubicBezTo>
                  <a:lnTo>
                    <a:pt x="3944" y="4260"/>
                  </a:lnTo>
                  <a:cubicBezTo>
                    <a:pt x="4250" y="2830"/>
                    <a:pt x="4689" y="1420"/>
                    <a:pt x="506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5" name="Google Shape;9425;p39"/>
            <p:cNvSpPr/>
            <p:nvPr/>
          </p:nvSpPr>
          <p:spPr>
            <a:xfrm>
              <a:off x="4326175" y="1777300"/>
              <a:ext cx="179575" cy="423300"/>
            </a:xfrm>
            <a:custGeom>
              <a:avLst/>
              <a:gdLst/>
              <a:ahLst/>
              <a:cxnLst/>
              <a:rect l="l" t="t" r="r" b="b"/>
              <a:pathLst>
                <a:path w="7183" h="16932" extrusionOk="0">
                  <a:moveTo>
                    <a:pt x="1561" y="1"/>
                  </a:moveTo>
                  <a:cubicBezTo>
                    <a:pt x="1024" y="1"/>
                    <a:pt x="490" y="114"/>
                    <a:pt x="0" y="340"/>
                  </a:cubicBezTo>
                  <a:lnTo>
                    <a:pt x="11" y="351"/>
                  </a:lnTo>
                  <a:cubicBezTo>
                    <a:pt x="31" y="1484"/>
                    <a:pt x="102" y="2628"/>
                    <a:pt x="409" y="3722"/>
                  </a:cubicBezTo>
                  <a:cubicBezTo>
                    <a:pt x="562" y="4263"/>
                    <a:pt x="767" y="4784"/>
                    <a:pt x="971" y="5316"/>
                  </a:cubicBezTo>
                  <a:cubicBezTo>
                    <a:pt x="1053" y="5520"/>
                    <a:pt x="1144" y="5734"/>
                    <a:pt x="1226" y="5938"/>
                  </a:cubicBezTo>
                  <a:cubicBezTo>
                    <a:pt x="1410" y="6399"/>
                    <a:pt x="1594" y="6869"/>
                    <a:pt x="1778" y="7328"/>
                  </a:cubicBezTo>
                  <a:cubicBezTo>
                    <a:pt x="2483" y="9106"/>
                    <a:pt x="3188" y="10883"/>
                    <a:pt x="3872" y="12620"/>
                  </a:cubicBezTo>
                  <a:cubicBezTo>
                    <a:pt x="3944" y="12804"/>
                    <a:pt x="4025" y="12998"/>
                    <a:pt x="4097" y="13182"/>
                  </a:cubicBezTo>
                  <a:cubicBezTo>
                    <a:pt x="4168" y="13376"/>
                    <a:pt x="4179" y="13580"/>
                    <a:pt x="4189" y="13785"/>
                  </a:cubicBezTo>
                  <a:cubicBezTo>
                    <a:pt x="4240" y="14429"/>
                    <a:pt x="4373" y="15051"/>
                    <a:pt x="4536" y="15675"/>
                  </a:cubicBezTo>
                  <a:cubicBezTo>
                    <a:pt x="4608" y="15961"/>
                    <a:pt x="4690" y="16237"/>
                    <a:pt x="4761" y="16523"/>
                  </a:cubicBezTo>
                  <a:cubicBezTo>
                    <a:pt x="4781" y="16595"/>
                    <a:pt x="4802" y="16666"/>
                    <a:pt x="4833" y="16727"/>
                  </a:cubicBezTo>
                  <a:lnTo>
                    <a:pt x="4863" y="16788"/>
                  </a:lnTo>
                  <a:cubicBezTo>
                    <a:pt x="4924" y="16860"/>
                    <a:pt x="5006" y="16921"/>
                    <a:pt x="5098" y="16931"/>
                  </a:cubicBezTo>
                  <a:cubicBezTo>
                    <a:pt x="5210" y="16931"/>
                    <a:pt x="5303" y="16850"/>
                    <a:pt x="5374" y="16768"/>
                  </a:cubicBezTo>
                  <a:lnTo>
                    <a:pt x="5394" y="16788"/>
                  </a:lnTo>
                  <a:cubicBezTo>
                    <a:pt x="5455" y="16845"/>
                    <a:pt x="5537" y="16872"/>
                    <a:pt x="5620" y="16872"/>
                  </a:cubicBezTo>
                  <a:cubicBezTo>
                    <a:pt x="5733" y="16872"/>
                    <a:pt x="5846" y="16821"/>
                    <a:pt x="5905" y="16727"/>
                  </a:cubicBezTo>
                  <a:cubicBezTo>
                    <a:pt x="5950" y="16778"/>
                    <a:pt x="6024" y="16802"/>
                    <a:pt x="6097" y="16802"/>
                  </a:cubicBezTo>
                  <a:cubicBezTo>
                    <a:pt x="6141" y="16802"/>
                    <a:pt x="6184" y="16794"/>
                    <a:pt x="6222" y="16778"/>
                  </a:cubicBezTo>
                  <a:cubicBezTo>
                    <a:pt x="6324" y="16738"/>
                    <a:pt x="6395" y="16645"/>
                    <a:pt x="6477" y="16492"/>
                  </a:cubicBezTo>
                  <a:cubicBezTo>
                    <a:pt x="6488" y="16513"/>
                    <a:pt x="6498" y="16513"/>
                    <a:pt x="6508" y="16523"/>
                  </a:cubicBezTo>
                  <a:cubicBezTo>
                    <a:pt x="6561" y="16559"/>
                    <a:pt x="6622" y="16575"/>
                    <a:pt x="6685" y="16575"/>
                  </a:cubicBezTo>
                  <a:cubicBezTo>
                    <a:pt x="6820" y="16575"/>
                    <a:pt x="6963" y="16501"/>
                    <a:pt x="7040" y="16390"/>
                  </a:cubicBezTo>
                  <a:cubicBezTo>
                    <a:pt x="7162" y="16216"/>
                    <a:pt x="7183" y="15991"/>
                    <a:pt x="7162" y="15787"/>
                  </a:cubicBezTo>
                  <a:lnTo>
                    <a:pt x="7162" y="15767"/>
                  </a:lnTo>
                  <a:cubicBezTo>
                    <a:pt x="7060" y="14581"/>
                    <a:pt x="6345" y="13560"/>
                    <a:pt x="5885" y="12467"/>
                  </a:cubicBezTo>
                  <a:cubicBezTo>
                    <a:pt x="5844" y="12354"/>
                    <a:pt x="5803" y="12252"/>
                    <a:pt x="5762" y="12150"/>
                  </a:cubicBezTo>
                  <a:cubicBezTo>
                    <a:pt x="5630" y="11813"/>
                    <a:pt x="5528" y="11476"/>
                    <a:pt x="5425" y="11139"/>
                  </a:cubicBezTo>
                  <a:cubicBezTo>
                    <a:pt x="5098" y="10107"/>
                    <a:pt x="4792" y="9075"/>
                    <a:pt x="4485" y="8043"/>
                  </a:cubicBezTo>
                  <a:cubicBezTo>
                    <a:pt x="4363" y="7675"/>
                    <a:pt x="4261" y="7298"/>
                    <a:pt x="4148" y="6930"/>
                  </a:cubicBezTo>
                  <a:lnTo>
                    <a:pt x="3872" y="6010"/>
                  </a:lnTo>
                  <a:cubicBezTo>
                    <a:pt x="3668" y="5316"/>
                    <a:pt x="3453" y="4610"/>
                    <a:pt x="3321" y="3895"/>
                  </a:cubicBezTo>
                  <a:cubicBezTo>
                    <a:pt x="3280" y="3681"/>
                    <a:pt x="3249" y="3456"/>
                    <a:pt x="3219" y="3241"/>
                  </a:cubicBezTo>
                  <a:cubicBezTo>
                    <a:pt x="3198" y="3057"/>
                    <a:pt x="3167" y="2864"/>
                    <a:pt x="3147" y="2669"/>
                  </a:cubicBezTo>
                  <a:cubicBezTo>
                    <a:pt x="3116" y="2435"/>
                    <a:pt x="3085" y="2189"/>
                    <a:pt x="3045" y="1954"/>
                  </a:cubicBezTo>
                  <a:cubicBezTo>
                    <a:pt x="2942" y="1311"/>
                    <a:pt x="2799" y="677"/>
                    <a:pt x="2585" y="64"/>
                  </a:cubicBezTo>
                  <a:lnTo>
                    <a:pt x="2575" y="33"/>
                  </a:lnTo>
                  <a:cubicBezTo>
                    <a:pt x="2512" y="40"/>
                    <a:pt x="2448" y="43"/>
                    <a:pt x="2383" y="43"/>
                  </a:cubicBezTo>
                  <a:cubicBezTo>
                    <a:pt x="2161" y="43"/>
                    <a:pt x="1925" y="11"/>
                    <a:pt x="1696" y="3"/>
                  </a:cubicBezTo>
                  <a:cubicBezTo>
                    <a:pt x="1651" y="2"/>
                    <a:pt x="1606" y="1"/>
                    <a:pt x="1561" y="1"/>
                  </a:cubicBezTo>
                  <a:close/>
                </a:path>
              </a:pathLst>
            </a:custGeom>
            <a:solidFill>
              <a:srgbClr val="F27B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6" name="Google Shape;9426;p39"/>
            <p:cNvSpPr/>
            <p:nvPr/>
          </p:nvSpPr>
          <p:spPr>
            <a:xfrm>
              <a:off x="4419400" y="1519925"/>
              <a:ext cx="77400" cy="37450"/>
            </a:xfrm>
            <a:custGeom>
              <a:avLst/>
              <a:gdLst/>
              <a:ahLst/>
              <a:cxnLst/>
              <a:rect l="l" t="t" r="r" b="b"/>
              <a:pathLst>
                <a:path w="3096" h="1498" extrusionOk="0">
                  <a:moveTo>
                    <a:pt x="705" y="0"/>
                  </a:moveTo>
                  <a:lnTo>
                    <a:pt x="675" y="41"/>
                  </a:lnTo>
                  <a:cubicBezTo>
                    <a:pt x="654" y="194"/>
                    <a:pt x="613" y="337"/>
                    <a:pt x="562" y="480"/>
                  </a:cubicBezTo>
                  <a:cubicBezTo>
                    <a:pt x="439" y="838"/>
                    <a:pt x="246" y="1175"/>
                    <a:pt x="0" y="1461"/>
                  </a:cubicBezTo>
                  <a:lnTo>
                    <a:pt x="10" y="1471"/>
                  </a:lnTo>
                  <a:cubicBezTo>
                    <a:pt x="144" y="1489"/>
                    <a:pt x="279" y="1498"/>
                    <a:pt x="414" y="1498"/>
                  </a:cubicBezTo>
                  <a:cubicBezTo>
                    <a:pt x="1444" y="1498"/>
                    <a:pt x="2481" y="993"/>
                    <a:pt x="3096" y="153"/>
                  </a:cubicBezTo>
                  <a:lnTo>
                    <a:pt x="3096" y="153"/>
                  </a:lnTo>
                  <a:cubicBezTo>
                    <a:pt x="2820" y="316"/>
                    <a:pt x="2514" y="429"/>
                    <a:pt x="2197" y="459"/>
                  </a:cubicBezTo>
                  <a:cubicBezTo>
                    <a:pt x="2135" y="465"/>
                    <a:pt x="2073" y="468"/>
                    <a:pt x="2011" y="468"/>
                  </a:cubicBezTo>
                  <a:cubicBezTo>
                    <a:pt x="1541" y="468"/>
                    <a:pt x="1076" y="298"/>
                    <a:pt x="705" y="0"/>
                  </a:cubicBezTo>
                  <a:close/>
                </a:path>
              </a:pathLst>
            </a:custGeom>
            <a:solidFill>
              <a:srgbClr val="BC55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7" name="Google Shape;9427;p39"/>
            <p:cNvSpPr/>
            <p:nvPr/>
          </p:nvSpPr>
          <p:spPr>
            <a:xfrm>
              <a:off x="4419650" y="2169175"/>
              <a:ext cx="54675" cy="115700"/>
            </a:xfrm>
            <a:custGeom>
              <a:avLst/>
              <a:gdLst/>
              <a:ahLst/>
              <a:cxnLst/>
              <a:rect l="l" t="t" r="r" b="b"/>
              <a:pathLst>
                <a:path w="2187" h="4628" extrusionOk="0">
                  <a:moveTo>
                    <a:pt x="797" y="0"/>
                  </a:moveTo>
                  <a:lnTo>
                    <a:pt x="767" y="10"/>
                  </a:lnTo>
                  <a:cubicBezTo>
                    <a:pt x="470" y="225"/>
                    <a:pt x="164" y="470"/>
                    <a:pt x="62" y="817"/>
                  </a:cubicBezTo>
                  <a:cubicBezTo>
                    <a:pt x="21" y="950"/>
                    <a:pt x="21" y="1083"/>
                    <a:pt x="11" y="1215"/>
                  </a:cubicBezTo>
                  <a:cubicBezTo>
                    <a:pt x="0" y="1808"/>
                    <a:pt x="21" y="2391"/>
                    <a:pt x="82" y="2983"/>
                  </a:cubicBezTo>
                  <a:cubicBezTo>
                    <a:pt x="93" y="3136"/>
                    <a:pt x="113" y="3290"/>
                    <a:pt x="174" y="3433"/>
                  </a:cubicBezTo>
                  <a:cubicBezTo>
                    <a:pt x="266" y="3647"/>
                    <a:pt x="440" y="3801"/>
                    <a:pt x="624" y="3944"/>
                  </a:cubicBezTo>
                  <a:cubicBezTo>
                    <a:pt x="940" y="4199"/>
                    <a:pt x="1278" y="4434"/>
                    <a:pt x="1635" y="4628"/>
                  </a:cubicBezTo>
                  <a:cubicBezTo>
                    <a:pt x="1645" y="4557"/>
                    <a:pt x="1666" y="4485"/>
                    <a:pt x="1686" y="4423"/>
                  </a:cubicBezTo>
                  <a:cubicBezTo>
                    <a:pt x="1789" y="4046"/>
                    <a:pt x="1952" y="3657"/>
                    <a:pt x="2187" y="3340"/>
                  </a:cubicBezTo>
                  <a:cubicBezTo>
                    <a:pt x="1911" y="3208"/>
                    <a:pt x="1564" y="3208"/>
                    <a:pt x="1380" y="2973"/>
                  </a:cubicBezTo>
                  <a:cubicBezTo>
                    <a:pt x="1267" y="2830"/>
                    <a:pt x="1247" y="2646"/>
                    <a:pt x="1226" y="2472"/>
                  </a:cubicBezTo>
                  <a:lnTo>
                    <a:pt x="1073" y="1063"/>
                  </a:lnTo>
                  <a:lnTo>
                    <a:pt x="1094" y="1052"/>
                  </a:lnTo>
                  <a:cubicBezTo>
                    <a:pt x="1063" y="991"/>
                    <a:pt x="1042" y="920"/>
                    <a:pt x="1022" y="848"/>
                  </a:cubicBezTo>
                  <a:cubicBezTo>
                    <a:pt x="951" y="562"/>
                    <a:pt x="869" y="286"/>
                    <a:pt x="7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8" name="Google Shape;9428;p39"/>
            <p:cNvSpPr/>
            <p:nvPr/>
          </p:nvSpPr>
          <p:spPr>
            <a:xfrm>
              <a:off x="4240100" y="1925750"/>
              <a:ext cx="182900" cy="228125"/>
            </a:xfrm>
            <a:custGeom>
              <a:avLst/>
              <a:gdLst/>
              <a:ahLst/>
              <a:cxnLst/>
              <a:rect l="l" t="t" r="r" b="b"/>
              <a:pathLst>
                <a:path w="7316" h="9125" extrusionOk="0">
                  <a:moveTo>
                    <a:pt x="4669" y="0"/>
                  </a:moveTo>
                  <a:cubicBezTo>
                    <a:pt x="3157" y="1727"/>
                    <a:pt x="1604" y="3403"/>
                    <a:pt x="1" y="5038"/>
                  </a:cubicBezTo>
                  <a:cubicBezTo>
                    <a:pt x="1349" y="6366"/>
                    <a:pt x="2667" y="7724"/>
                    <a:pt x="3954" y="9113"/>
                  </a:cubicBezTo>
                  <a:lnTo>
                    <a:pt x="3965" y="9124"/>
                  </a:lnTo>
                  <a:cubicBezTo>
                    <a:pt x="5098" y="8337"/>
                    <a:pt x="6212" y="7520"/>
                    <a:pt x="7315" y="6682"/>
                  </a:cubicBezTo>
                  <a:cubicBezTo>
                    <a:pt x="6631" y="4945"/>
                    <a:pt x="5926" y="3168"/>
                    <a:pt x="5221" y="1390"/>
                  </a:cubicBezTo>
                  <a:cubicBezTo>
                    <a:pt x="5037" y="931"/>
                    <a:pt x="4853" y="461"/>
                    <a:pt x="466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9" name="Google Shape;9429;p39"/>
            <p:cNvSpPr/>
            <p:nvPr/>
          </p:nvSpPr>
          <p:spPr>
            <a:xfrm>
              <a:off x="4229375" y="2051675"/>
              <a:ext cx="109850" cy="112150"/>
            </a:xfrm>
            <a:custGeom>
              <a:avLst/>
              <a:gdLst/>
              <a:ahLst/>
              <a:cxnLst/>
              <a:rect l="l" t="t" r="r" b="b"/>
              <a:pathLst>
                <a:path w="4394" h="4486" extrusionOk="0">
                  <a:moveTo>
                    <a:pt x="430" y="1"/>
                  </a:moveTo>
                  <a:cubicBezTo>
                    <a:pt x="287" y="153"/>
                    <a:pt x="144" y="296"/>
                    <a:pt x="1" y="439"/>
                  </a:cubicBezTo>
                  <a:cubicBezTo>
                    <a:pt x="1338" y="1727"/>
                    <a:pt x="2616" y="3075"/>
                    <a:pt x="3821" y="4485"/>
                  </a:cubicBezTo>
                  <a:cubicBezTo>
                    <a:pt x="4015" y="4353"/>
                    <a:pt x="4199" y="4219"/>
                    <a:pt x="4394" y="4087"/>
                  </a:cubicBezTo>
                  <a:lnTo>
                    <a:pt x="4383" y="4076"/>
                  </a:lnTo>
                  <a:cubicBezTo>
                    <a:pt x="3096" y="2687"/>
                    <a:pt x="1778" y="1329"/>
                    <a:pt x="43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0" name="Google Shape;9430;p39"/>
            <p:cNvSpPr/>
            <p:nvPr/>
          </p:nvSpPr>
          <p:spPr>
            <a:xfrm>
              <a:off x="4041650" y="2062650"/>
              <a:ext cx="283275" cy="244975"/>
            </a:xfrm>
            <a:custGeom>
              <a:avLst/>
              <a:gdLst/>
              <a:ahLst/>
              <a:cxnLst/>
              <a:rect l="l" t="t" r="r" b="b"/>
              <a:pathLst>
                <a:path w="11331" h="9799" extrusionOk="0">
                  <a:moveTo>
                    <a:pt x="7510" y="0"/>
                  </a:moveTo>
                  <a:cubicBezTo>
                    <a:pt x="5099" y="2432"/>
                    <a:pt x="2595" y="4772"/>
                    <a:pt x="0" y="6999"/>
                  </a:cubicBezTo>
                  <a:cubicBezTo>
                    <a:pt x="593" y="8010"/>
                    <a:pt x="1308" y="8950"/>
                    <a:pt x="2136" y="9798"/>
                  </a:cubicBezTo>
                  <a:lnTo>
                    <a:pt x="2534" y="9431"/>
                  </a:lnTo>
                  <a:cubicBezTo>
                    <a:pt x="5558" y="7796"/>
                    <a:pt x="8500" y="5998"/>
                    <a:pt x="11330" y="4046"/>
                  </a:cubicBezTo>
                  <a:cubicBezTo>
                    <a:pt x="10125" y="2636"/>
                    <a:pt x="8847" y="1288"/>
                    <a:pt x="7510" y="0"/>
                  </a:cubicBezTo>
                  <a:close/>
                </a:path>
              </a:pathLst>
            </a:custGeom>
            <a:solidFill>
              <a:srgbClr val="F27B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1" name="Google Shape;9431;p39"/>
            <p:cNvSpPr/>
            <p:nvPr/>
          </p:nvSpPr>
          <p:spPr>
            <a:xfrm>
              <a:off x="4030150" y="2237625"/>
              <a:ext cx="64900" cy="78925"/>
            </a:xfrm>
            <a:custGeom>
              <a:avLst/>
              <a:gdLst/>
              <a:ahLst/>
              <a:cxnLst/>
              <a:rect l="l" t="t" r="r" b="b"/>
              <a:pathLst>
                <a:path w="2596" h="3157" extrusionOk="0">
                  <a:moveTo>
                    <a:pt x="460" y="0"/>
                  </a:moveTo>
                  <a:cubicBezTo>
                    <a:pt x="307" y="132"/>
                    <a:pt x="154" y="255"/>
                    <a:pt x="1" y="388"/>
                  </a:cubicBezTo>
                  <a:cubicBezTo>
                    <a:pt x="553" y="1410"/>
                    <a:pt x="1277" y="2329"/>
                    <a:pt x="2126" y="3116"/>
                  </a:cubicBezTo>
                  <a:lnTo>
                    <a:pt x="2146" y="3156"/>
                  </a:lnTo>
                  <a:cubicBezTo>
                    <a:pt x="2299" y="3034"/>
                    <a:pt x="2453" y="2922"/>
                    <a:pt x="2596" y="2799"/>
                  </a:cubicBezTo>
                  <a:cubicBezTo>
                    <a:pt x="1768" y="1951"/>
                    <a:pt x="1053" y="1011"/>
                    <a:pt x="4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2" name="Google Shape;9432;p39"/>
            <p:cNvSpPr/>
            <p:nvPr/>
          </p:nvSpPr>
          <p:spPr>
            <a:xfrm>
              <a:off x="3872825" y="2247325"/>
              <a:ext cx="211000" cy="158100"/>
            </a:xfrm>
            <a:custGeom>
              <a:avLst/>
              <a:gdLst/>
              <a:ahLst/>
              <a:cxnLst/>
              <a:rect l="l" t="t" r="r" b="b"/>
              <a:pathLst>
                <a:path w="8440" h="6324" extrusionOk="0">
                  <a:moveTo>
                    <a:pt x="6294" y="0"/>
                  </a:moveTo>
                  <a:cubicBezTo>
                    <a:pt x="4251" y="1737"/>
                    <a:pt x="2156" y="3412"/>
                    <a:pt x="1" y="5016"/>
                  </a:cubicBezTo>
                  <a:cubicBezTo>
                    <a:pt x="113" y="4945"/>
                    <a:pt x="246" y="4893"/>
                    <a:pt x="389" y="4884"/>
                  </a:cubicBezTo>
                  <a:cubicBezTo>
                    <a:pt x="407" y="4881"/>
                    <a:pt x="427" y="4880"/>
                    <a:pt x="447" y="4880"/>
                  </a:cubicBezTo>
                  <a:cubicBezTo>
                    <a:pt x="515" y="4880"/>
                    <a:pt x="589" y="4895"/>
                    <a:pt x="644" y="4934"/>
                  </a:cubicBezTo>
                  <a:cubicBezTo>
                    <a:pt x="828" y="5036"/>
                    <a:pt x="818" y="5302"/>
                    <a:pt x="746" y="5497"/>
                  </a:cubicBezTo>
                  <a:cubicBezTo>
                    <a:pt x="716" y="5599"/>
                    <a:pt x="675" y="5701"/>
                    <a:pt x="654" y="5803"/>
                  </a:cubicBezTo>
                  <a:cubicBezTo>
                    <a:pt x="634" y="5915"/>
                    <a:pt x="654" y="6028"/>
                    <a:pt x="736" y="6110"/>
                  </a:cubicBezTo>
                  <a:cubicBezTo>
                    <a:pt x="797" y="6171"/>
                    <a:pt x="889" y="6191"/>
                    <a:pt x="981" y="6201"/>
                  </a:cubicBezTo>
                  <a:cubicBezTo>
                    <a:pt x="1058" y="6210"/>
                    <a:pt x="1136" y="6213"/>
                    <a:pt x="1215" y="6213"/>
                  </a:cubicBezTo>
                  <a:cubicBezTo>
                    <a:pt x="1395" y="6213"/>
                    <a:pt x="1577" y="6197"/>
                    <a:pt x="1754" y="6197"/>
                  </a:cubicBezTo>
                  <a:cubicBezTo>
                    <a:pt x="1970" y="6197"/>
                    <a:pt x="2177" y="6220"/>
                    <a:pt x="2360" y="6324"/>
                  </a:cubicBezTo>
                  <a:cubicBezTo>
                    <a:pt x="2564" y="6181"/>
                    <a:pt x="2779" y="6038"/>
                    <a:pt x="2994" y="5915"/>
                  </a:cubicBezTo>
                  <a:cubicBezTo>
                    <a:pt x="4833" y="4884"/>
                    <a:pt x="6814" y="4025"/>
                    <a:pt x="8439" y="2768"/>
                  </a:cubicBezTo>
                  <a:lnTo>
                    <a:pt x="8419" y="2728"/>
                  </a:lnTo>
                  <a:cubicBezTo>
                    <a:pt x="7570" y="1941"/>
                    <a:pt x="6846" y="1022"/>
                    <a:pt x="62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3" name="Google Shape;9433;p39"/>
            <p:cNvSpPr/>
            <p:nvPr/>
          </p:nvSpPr>
          <p:spPr>
            <a:xfrm>
              <a:off x="3732875" y="2369300"/>
              <a:ext cx="198975" cy="109950"/>
            </a:xfrm>
            <a:custGeom>
              <a:avLst/>
              <a:gdLst/>
              <a:ahLst/>
              <a:cxnLst/>
              <a:rect l="l" t="t" r="r" b="b"/>
              <a:pathLst>
                <a:path w="7959" h="4398" extrusionOk="0">
                  <a:moveTo>
                    <a:pt x="6045" y="1"/>
                  </a:moveTo>
                  <a:cubicBezTo>
                    <a:pt x="6025" y="1"/>
                    <a:pt x="6005" y="2"/>
                    <a:pt x="5987" y="5"/>
                  </a:cubicBezTo>
                  <a:cubicBezTo>
                    <a:pt x="5844" y="14"/>
                    <a:pt x="5711" y="66"/>
                    <a:pt x="5599" y="137"/>
                  </a:cubicBezTo>
                  <a:cubicBezTo>
                    <a:pt x="5558" y="157"/>
                    <a:pt x="5527" y="189"/>
                    <a:pt x="5486" y="219"/>
                  </a:cubicBezTo>
                  <a:cubicBezTo>
                    <a:pt x="4434" y="1006"/>
                    <a:pt x="3371" y="1772"/>
                    <a:pt x="2289" y="2518"/>
                  </a:cubicBezTo>
                  <a:cubicBezTo>
                    <a:pt x="1471" y="3090"/>
                    <a:pt x="634" y="3651"/>
                    <a:pt x="0" y="4357"/>
                  </a:cubicBezTo>
                  <a:lnTo>
                    <a:pt x="41" y="4398"/>
                  </a:lnTo>
                  <a:cubicBezTo>
                    <a:pt x="991" y="4336"/>
                    <a:pt x="1931" y="4244"/>
                    <a:pt x="2870" y="4101"/>
                  </a:cubicBezTo>
                  <a:cubicBezTo>
                    <a:pt x="3065" y="3876"/>
                    <a:pt x="3238" y="3642"/>
                    <a:pt x="3433" y="3417"/>
                  </a:cubicBezTo>
                  <a:cubicBezTo>
                    <a:pt x="3586" y="3213"/>
                    <a:pt x="3749" y="3018"/>
                    <a:pt x="3953" y="2865"/>
                  </a:cubicBezTo>
                  <a:cubicBezTo>
                    <a:pt x="4321" y="2609"/>
                    <a:pt x="4781" y="2528"/>
                    <a:pt x="5220" y="2466"/>
                  </a:cubicBezTo>
                  <a:lnTo>
                    <a:pt x="7213" y="2171"/>
                  </a:lnTo>
                  <a:lnTo>
                    <a:pt x="7223" y="2180"/>
                  </a:lnTo>
                  <a:cubicBezTo>
                    <a:pt x="7406" y="1905"/>
                    <a:pt x="7672" y="1660"/>
                    <a:pt x="7958" y="1445"/>
                  </a:cubicBezTo>
                  <a:cubicBezTo>
                    <a:pt x="7775" y="1341"/>
                    <a:pt x="7568" y="1318"/>
                    <a:pt x="7352" y="1318"/>
                  </a:cubicBezTo>
                  <a:cubicBezTo>
                    <a:pt x="7175" y="1318"/>
                    <a:pt x="6993" y="1334"/>
                    <a:pt x="6813" y="1334"/>
                  </a:cubicBezTo>
                  <a:cubicBezTo>
                    <a:pt x="6734" y="1334"/>
                    <a:pt x="6656" y="1331"/>
                    <a:pt x="6579" y="1322"/>
                  </a:cubicBezTo>
                  <a:cubicBezTo>
                    <a:pt x="6487" y="1312"/>
                    <a:pt x="6395" y="1292"/>
                    <a:pt x="6334" y="1231"/>
                  </a:cubicBezTo>
                  <a:cubicBezTo>
                    <a:pt x="6252" y="1149"/>
                    <a:pt x="6232" y="1036"/>
                    <a:pt x="6252" y="924"/>
                  </a:cubicBezTo>
                  <a:cubicBezTo>
                    <a:pt x="6273" y="822"/>
                    <a:pt x="6314" y="720"/>
                    <a:pt x="6344" y="618"/>
                  </a:cubicBezTo>
                  <a:cubicBezTo>
                    <a:pt x="6416" y="423"/>
                    <a:pt x="6426" y="157"/>
                    <a:pt x="6242" y="55"/>
                  </a:cubicBezTo>
                  <a:cubicBezTo>
                    <a:pt x="6187" y="16"/>
                    <a:pt x="6113" y="1"/>
                    <a:pt x="60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4" name="Google Shape;9434;p39"/>
            <p:cNvSpPr/>
            <p:nvPr/>
          </p:nvSpPr>
          <p:spPr>
            <a:xfrm>
              <a:off x="3804625" y="2423550"/>
              <a:ext cx="108825" cy="48275"/>
            </a:xfrm>
            <a:custGeom>
              <a:avLst/>
              <a:gdLst/>
              <a:ahLst/>
              <a:cxnLst/>
              <a:rect l="l" t="t" r="r" b="b"/>
              <a:pathLst>
                <a:path w="4353" h="1931" extrusionOk="0">
                  <a:moveTo>
                    <a:pt x="4343" y="1"/>
                  </a:moveTo>
                  <a:lnTo>
                    <a:pt x="2350" y="296"/>
                  </a:lnTo>
                  <a:cubicBezTo>
                    <a:pt x="1911" y="358"/>
                    <a:pt x="1451" y="439"/>
                    <a:pt x="1083" y="695"/>
                  </a:cubicBezTo>
                  <a:cubicBezTo>
                    <a:pt x="879" y="848"/>
                    <a:pt x="716" y="1043"/>
                    <a:pt x="563" y="1247"/>
                  </a:cubicBezTo>
                  <a:cubicBezTo>
                    <a:pt x="368" y="1472"/>
                    <a:pt x="195" y="1706"/>
                    <a:pt x="0" y="1931"/>
                  </a:cubicBezTo>
                  <a:cubicBezTo>
                    <a:pt x="1380" y="1737"/>
                    <a:pt x="2738" y="1461"/>
                    <a:pt x="4087" y="1114"/>
                  </a:cubicBezTo>
                  <a:cubicBezTo>
                    <a:pt x="4087" y="991"/>
                    <a:pt x="4087" y="859"/>
                    <a:pt x="4098" y="746"/>
                  </a:cubicBezTo>
                  <a:cubicBezTo>
                    <a:pt x="4118" y="470"/>
                    <a:pt x="4220" y="235"/>
                    <a:pt x="4353" y="10"/>
                  </a:cubicBezTo>
                  <a:lnTo>
                    <a:pt x="434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5" name="Google Shape;9435;p39"/>
            <p:cNvSpPr/>
            <p:nvPr/>
          </p:nvSpPr>
          <p:spPr>
            <a:xfrm>
              <a:off x="3726225" y="2451375"/>
              <a:ext cx="180575" cy="43875"/>
            </a:xfrm>
            <a:custGeom>
              <a:avLst/>
              <a:gdLst/>
              <a:ahLst/>
              <a:cxnLst/>
              <a:rect l="l" t="t" r="r" b="b"/>
              <a:pathLst>
                <a:path w="7223" h="1755" extrusionOk="0">
                  <a:moveTo>
                    <a:pt x="7223" y="1"/>
                  </a:moveTo>
                  <a:cubicBezTo>
                    <a:pt x="5874" y="348"/>
                    <a:pt x="4516" y="624"/>
                    <a:pt x="3136" y="818"/>
                  </a:cubicBezTo>
                  <a:cubicBezTo>
                    <a:pt x="2197" y="961"/>
                    <a:pt x="1257" y="1053"/>
                    <a:pt x="307" y="1115"/>
                  </a:cubicBezTo>
                  <a:lnTo>
                    <a:pt x="266" y="1074"/>
                  </a:lnTo>
                  <a:cubicBezTo>
                    <a:pt x="215" y="1124"/>
                    <a:pt x="164" y="1176"/>
                    <a:pt x="123" y="1237"/>
                  </a:cubicBezTo>
                  <a:cubicBezTo>
                    <a:pt x="0" y="1370"/>
                    <a:pt x="41" y="1585"/>
                    <a:pt x="205" y="1656"/>
                  </a:cubicBezTo>
                  <a:cubicBezTo>
                    <a:pt x="383" y="1729"/>
                    <a:pt x="583" y="1754"/>
                    <a:pt x="787" y="1754"/>
                  </a:cubicBezTo>
                  <a:cubicBezTo>
                    <a:pt x="980" y="1754"/>
                    <a:pt x="1175" y="1732"/>
                    <a:pt x="1359" y="1707"/>
                  </a:cubicBezTo>
                  <a:cubicBezTo>
                    <a:pt x="3096" y="1472"/>
                    <a:pt x="4823" y="1237"/>
                    <a:pt x="6559" y="1002"/>
                  </a:cubicBezTo>
                  <a:cubicBezTo>
                    <a:pt x="6692" y="981"/>
                    <a:pt x="6825" y="961"/>
                    <a:pt x="6937" y="890"/>
                  </a:cubicBezTo>
                  <a:cubicBezTo>
                    <a:pt x="7223" y="716"/>
                    <a:pt x="7223" y="359"/>
                    <a:pt x="72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6" name="Google Shape;9436;p39"/>
            <p:cNvSpPr/>
            <p:nvPr/>
          </p:nvSpPr>
          <p:spPr>
            <a:xfrm>
              <a:off x="4376725" y="1345450"/>
              <a:ext cx="222000" cy="303675"/>
            </a:xfrm>
            <a:custGeom>
              <a:avLst/>
              <a:gdLst/>
              <a:ahLst/>
              <a:cxnLst/>
              <a:rect l="l" t="t" r="r" b="b"/>
              <a:pathLst>
                <a:path w="8880" h="12147" extrusionOk="0">
                  <a:moveTo>
                    <a:pt x="3219" y="1"/>
                  </a:moveTo>
                  <a:cubicBezTo>
                    <a:pt x="3199" y="665"/>
                    <a:pt x="2902" y="1288"/>
                    <a:pt x="2473" y="1789"/>
                  </a:cubicBezTo>
                  <a:cubicBezTo>
                    <a:pt x="2044" y="2280"/>
                    <a:pt x="1493" y="2647"/>
                    <a:pt x="992" y="2964"/>
                  </a:cubicBezTo>
                  <a:cubicBezTo>
                    <a:pt x="839" y="3045"/>
                    <a:pt x="686" y="3148"/>
                    <a:pt x="625" y="3311"/>
                  </a:cubicBezTo>
                  <a:cubicBezTo>
                    <a:pt x="614" y="3352"/>
                    <a:pt x="604" y="3393"/>
                    <a:pt x="604" y="3434"/>
                  </a:cubicBezTo>
                  <a:cubicBezTo>
                    <a:pt x="604" y="3608"/>
                    <a:pt x="777" y="4262"/>
                    <a:pt x="788" y="4405"/>
                  </a:cubicBezTo>
                  <a:cubicBezTo>
                    <a:pt x="808" y="4557"/>
                    <a:pt x="839" y="4711"/>
                    <a:pt x="941" y="4823"/>
                  </a:cubicBezTo>
                  <a:cubicBezTo>
                    <a:pt x="1008" y="4898"/>
                    <a:pt x="1107" y="4945"/>
                    <a:pt x="1205" y="4945"/>
                  </a:cubicBezTo>
                  <a:cubicBezTo>
                    <a:pt x="1255" y="4945"/>
                    <a:pt x="1305" y="4933"/>
                    <a:pt x="1349" y="4905"/>
                  </a:cubicBezTo>
                  <a:lnTo>
                    <a:pt x="1390" y="4895"/>
                  </a:lnTo>
                  <a:cubicBezTo>
                    <a:pt x="1411" y="5018"/>
                    <a:pt x="1431" y="5130"/>
                    <a:pt x="1462" y="5242"/>
                  </a:cubicBezTo>
                  <a:cubicBezTo>
                    <a:pt x="1615" y="5886"/>
                    <a:pt x="1881" y="6530"/>
                    <a:pt x="2382" y="6959"/>
                  </a:cubicBezTo>
                  <a:cubicBezTo>
                    <a:pt x="2392" y="6969"/>
                    <a:pt x="2402" y="6979"/>
                    <a:pt x="2412" y="6979"/>
                  </a:cubicBezTo>
                  <a:cubicBezTo>
                    <a:pt x="2783" y="7277"/>
                    <a:pt x="3248" y="7447"/>
                    <a:pt x="3718" y="7447"/>
                  </a:cubicBezTo>
                  <a:cubicBezTo>
                    <a:pt x="3780" y="7447"/>
                    <a:pt x="3842" y="7444"/>
                    <a:pt x="3904" y="7438"/>
                  </a:cubicBezTo>
                  <a:cubicBezTo>
                    <a:pt x="4221" y="7408"/>
                    <a:pt x="4527" y="7295"/>
                    <a:pt x="4803" y="7132"/>
                  </a:cubicBezTo>
                  <a:lnTo>
                    <a:pt x="4803" y="7132"/>
                  </a:lnTo>
                  <a:cubicBezTo>
                    <a:pt x="4188" y="7972"/>
                    <a:pt x="3151" y="8477"/>
                    <a:pt x="2121" y="8477"/>
                  </a:cubicBezTo>
                  <a:cubicBezTo>
                    <a:pt x="1986" y="8477"/>
                    <a:pt x="1851" y="8468"/>
                    <a:pt x="1717" y="8450"/>
                  </a:cubicBezTo>
                  <a:lnTo>
                    <a:pt x="1707" y="8440"/>
                  </a:lnTo>
                  <a:cubicBezTo>
                    <a:pt x="1411" y="8807"/>
                    <a:pt x="1033" y="9094"/>
                    <a:pt x="604" y="9277"/>
                  </a:cubicBezTo>
                  <a:cubicBezTo>
                    <a:pt x="410" y="9370"/>
                    <a:pt x="205" y="9431"/>
                    <a:pt x="1" y="9492"/>
                  </a:cubicBezTo>
                  <a:cubicBezTo>
                    <a:pt x="502" y="10473"/>
                    <a:pt x="1360" y="11280"/>
                    <a:pt x="2371" y="11729"/>
                  </a:cubicBezTo>
                  <a:cubicBezTo>
                    <a:pt x="2991" y="12005"/>
                    <a:pt x="3668" y="12146"/>
                    <a:pt x="4346" y="12146"/>
                  </a:cubicBezTo>
                  <a:cubicBezTo>
                    <a:pt x="4775" y="12146"/>
                    <a:pt x="5204" y="12089"/>
                    <a:pt x="5620" y="11975"/>
                  </a:cubicBezTo>
                  <a:cubicBezTo>
                    <a:pt x="7173" y="11556"/>
                    <a:pt x="8491" y="10289"/>
                    <a:pt x="8869" y="8726"/>
                  </a:cubicBezTo>
                  <a:lnTo>
                    <a:pt x="8879" y="8705"/>
                  </a:lnTo>
                  <a:cubicBezTo>
                    <a:pt x="8787" y="8664"/>
                    <a:pt x="8695" y="8634"/>
                    <a:pt x="8614" y="8593"/>
                  </a:cubicBezTo>
                  <a:cubicBezTo>
                    <a:pt x="7827" y="8256"/>
                    <a:pt x="7040" y="7827"/>
                    <a:pt x="6570" y="7112"/>
                  </a:cubicBezTo>
                  <a:cubicBezTo>
                    <a:pt x="6468" y="6948"/>
                    <a:pt x="6387" y="6775"/>
                    <a:pt x="6315" y="6601"/>
                  </a:cubicBezTo>
                  <a:cubicBezTo>
                    <a:pt x="6069" y="5978"/>
                    <a:pt x="6019" y="5273"/>
                    <a:pt x="5998" y="4589"/>
                  </a:cubicBezTo>
                  <a:lnTo>
                    <a:pt x="5998" y="4271"/>
                  </a:lnTo>
                  <a:cubicBezTo>
                    <a:pt x="6039" y="4271"/>
                    <a:pt x="6090" y="4262"/>
                    <a:pt x="6141" y="4251"/>
                  </a:cubicBezTo>
                  <a:cubicBezTo>
                    <a:pt x="6172" y="4241"/>
                    <a:pt x="6212" y="4231"/>
                    <a:pt x="6243" y="4210"/>
                  </a:cubicBezTo>
                  <a:cubicBezTo>
                    <a:pt x="6325" y="4149"/>
                    <a:pt x="6325" y="3904"/>
                    <a:pt x="6325" y="3792"/>
                  </a:cubicBezTo>
                  <a:cubicBezTo>
                    <a:pt x="6325" y="3342"/>
                    <a:pt x="6325" y="3148"/>
                    <a:pt x="6264" y="2750"/>
                  </a:cubicBezTo>
                  <a:cubicBezTo>
                    <a:pt x="6253" y="2647"/>
                    <a:pt x="6182" y="2525"/>
                    <a:pt x="6121" y="2453"/>
                  </a:cubicBezTo>
                  <a:cubicBezTo>
                    <a:pt x="6057" y="2381"/>
                    <a:pt x="5930" y="2328"/>
                    <a:pt x="5814" y="2328"/>
                  </a:cubicBezTo>
                  <a:cubicBezTo>
                    <a:pt x="5782" y="2328"/>
                    <a:pt x="5751" y="2332"/>
                    <a:pt x="5722" y="2341"/>
                  </a:cubicBezTo>
                  <a:cubicBezTo>
                    <a:pt x="5692" y="2228"/>
                    <a:pt x="5651" y="2126"/>
                    <a:pt x="5599" y="2034"/>
                  </a:cubicBezTo>
                  <a:cubicBezTo>
                    <a:pt x="5263" y="1942"/>
                    <a:pt x="4875" y="1799"/>
                    <a:pt x="4517" y="1626"/>
                  </a:cubicBezTo>
                  <a:cubicBezTo>
                    <a:pt x="4149" y="1431"/>
                    <a:pt x="3792" y="1197"/>
                    <a:pt x="3567" y="849"/>
                  </a:cubicBezTo>
                  <a:cubicBezTo>
                    <a:pt x="3403" y="594"/>
                    <a:pt x="3311" y="298"/>
                    <a:pt x="3219" y="1"/>
                  </a:cubicBezTo>
                  <a:close/>
                </a:path>
              </a:pathLst>
            </a:custGeom>
            <a:solidFill>
              <a:srgbClr val="F27B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7" name="Google Shape;9437;p39"/>
            <p:cNvSpPr/>
            <p:nvPr/>
          </p:nvSpPr>
          <p:spPr>
            <a:xfrm>
              <a:off x="4591275" y="1644300"/>
              <a:ext cx="91725" cy="116225"/>
            </a:xfrm>
            <a:custGeom>
              <a:avLst/>
              <a:gdLst/>
              <a:ahLst/>
              <a:cxnLst/>
              <a:rect l="l" t="t" r="r" b="b"/>
              <a:pathLst>
                <a:path w="3669" h="4649" extrusionOk="0">
                  <a:moveTo>
                    <a:pt x="1022" y="0"/>
                  </a:moveTo>
                  <a:cubicBezTo>
                    <a:pt x="797" y="736"/>
                    <a:pt x="624" y="1482"/>
                    <a:pt x="440" y="2227"/>
                  </a:cubicBezTo>
                  <a:cubicBezTo>
                    <a:pt x="348" y="2606"/>
                    <a:pt x="256" y="2973"/>
                    <a:pt x="184" y="3351"/>
                  </a:cubicBezTo>
                  <a:cubicBezTo>
                    <a:pt x="103" y="3719"/>
                    <a:pt x="11" y="4107"/>
                    <a:pt x="1" y="4506"/>
                  </a:cubicBezTo>
                  <a:lnTo>
                    <a:pt x="1" y="4649"/>
                  </a:lnTo>
                  <a:lnTo>
                    <a:pt x="144" y="4638"/>
                  </a:lnTo>
                  <a:cubicBezTo>
                    <a:pt x="440" y="4628"/>
                    <a:pt x="726" y="4608"/>
                    <a:pt x="1022" y="4597"/>
                  </a:cubicBezTo>
                  <a:cubicBezTo>
                    <a:pt x="1319" y="4597"/>
                    <a:pt x="1605" y="4577"/>
                    <a:pt x="1901" y="4567"/>
                  </a:cubicBezTo>
                  <a:cubicBezTo>
                    <a:pt x="2198" y="4557"/>
                    <a:pt x="2484" y="4547"/>
                    <a:pt x="2779" y="4526"/>
                  </a:cubicBezTo>
                  <a:cubicBezTo>
                    <a:pt x="3076" y="4506"/>
                    <a:pt x="3372" y="4516"/>
                    <a:pt x="3669" y="4506"/>
                  </a:cubicBezTo>
                  <a:cubicBezTo>
                    <a:pt x="3372" y="4465"/>
                    <a:pt x="3076" y="4434"/>
                    <a:pt x="2790" y="4414"/>
                  </a:cubicBezTo>
                  <a:cubicBezTo>
                    <a:pt x="2493" y="4393"/>
                    <a:pt x="2198" y="4393"/>
                    <a:pt x="1901" y="4383"/>
                  </a:cubicBezTo>
                  <a:cubicBezTo>
                    <a:pt x="1605" y="4373"/>
                    <a:pt x="1308" y="4363"/>
                    <a:pt x="1012" y="4363"/>
                  </a:cubicBezTo>
                  <a:cubicBezTo>
                    <a:pt x="932" y="4360"/>
                    <a:pt x="853" y="4359"/>
                    <a:pt x="773" y="4359"/>
                  </a:cubicBezTo>
                  <a:cubicBezTo>
                    <a:pt x="607" y="4359"/>
                    <a:pt x="442" y="4364"/>
                    <a:pt x="277" y="4374"/>
                  </a:cubicBezTo>
                  <a:lnTo>
                    <a:pt x="277" y="4374"/>
                  </a:lnTo>
                  <a:cubicBezTo>
                    <a:pt x="305" y="4053"/>
                    <a:pt x="369" y="3732"/>
                    <a:pt x="440" y="3403"/>
                  </a:cubicBezTo>
                  <a:cubicBezTo>
                    <a:pt x="511" y="3024"/>
                    <a:pt x="583" y="2647"/>
                    <a:pt x="654" y="2279"/>
                  </a:cubicBezTo>
                  <a:cubicBezTo>
                    <a:pt x="788" y="1523"/>
                    <a:pt x="920" y="767"/>
                    <a:pt x="10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8" name="Google Shape;9438;p39"/>
            <p:cNvSpPr/>
            <p:nvPr/>
          </p:nvSpPr>
          <p:spPr>
            <a:xfrm>
              <a:off x="4564975" y="1815675"/>
              <a:ext cx="25825" cy="156850"/>
            </a:xfrm>
            <a:custGeom>
              <a:avLst/>
              <a:gdLst/>
              <a:ahLst/>
              <a:cxnLst/>
              <a:rect l="l" t="t" r="r" b="b"/>
              <a:pathLst>
                <a:path w="1033" h="6274" extrusionOk="0">
                  <a:moveTo>
                    <a:pt x="1032" y="1"/>
                  </a:moveTo>
                  <a:lnTo>
                    <a:pt x="1032" y="1"/>
                  </a:lnTo>
                  <a:cubicBezTo>
                    <a:pt x="971" y="256"/>
                    <a:pt x="920" y="521"/>
                    <a:pt x="869" y="777"/>
                  </a:cubicBezTo>
                  <a:cubicBezTo>
                    <a:pt x="828" y="1043"/>
                    <a:pt x="798" y="1308"/>
                    <a:pt x="767" y="1574"/>
                  </a:cubicBezTo>
                  <a:cubicBezTo>
                    <a:pt x="705" y="2105"/>
                    <a:pt x="664" y="2626"/>
                    <a:pt x="583" y="3147"/>
                  </a:cubicBezTo>
                  <a:cubicBezTo>
                    <a:pt x="512" y="3668"/>
                    <a:pt x="409" y="4189"/>
                    <a:pt x="317" y="4710"/>
                  </a:cubicBezTo>
                  <a:cubicBezTo>
                    <a:pt x="266" y="4976"/>
                    <a:pt x="215" y="5231"/>
                    <a:pt x="154" y="5497"/>
                  </a:cubicBezTo>
                  <a:cubicBezTo>
                    <a:pt x="103" y="5752"/>
                    <a:pt x="51" y="6018"/>
                    <a:pt x="1" y="6273"/>
                  </a:cubicBezTo>
                  <a:cubicBezTo>
                    <a:pt x="174" y="5772"/>
                    <a:pt x="337" y="5262"/>
                    <a:pt x="471" y="4751"/>
                  </a:cubicBezTo>
                  <a:cubicBezTo>
                    <a:pt x="603" y="4230"/>
                    <a:pt x="705" y="3709"/>
                    <a:pt x="787" y="3178"/>
                  </a:cubicBezTo>
                  <a:cubicBezTo>
                    <a:pt x="869" y="2646"/>
                    <a:pt x="900" y="2115"/>
                    <a:pt x="930" y="1584"/>
                  </a:cubicBezTo>
                  <a:cubicBezTo>
                    <a:pt x="941" y="1318"/>
                    <a:pt x="950" y="1053"/>
                    <a:pt x="971" y="787"/>
                  </a:cubicBezTo>
                  <a:cubicBezTo>
                    <a:pt x="991" y="532"/>
                    <a:pt x="1012" y="266"/>
                    <a:pt x="1032" y="1"/>
                  </a:cubicBezTo>
                  <a:close/>
                </a:path>
              </a:pathLst>
            </a:custGeom>
            <a:solidFill>
              <a:srgbClr val="8B39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9" name="Google Shape;9439;p39"/>
            <p:cNvSpPr/>
            <p:nvPr/>
          </p:nvSpPr>
          <p:spPr>
            <a:xfrm>
              <a:off x="4402275" y="1826150"/>
              <a:ext cx="36050" cy="152250"/>
            </a:xfrm>
            <a:custGeom>
              <a:avLst/>
              <a:gdLst/>
              <a:ahLst/>
              <a:cxnLst/>
              <a:rect l="l" t="t" r="r" b="b"/>
              <a:pathLst>
                <a:path w="1442" h="6090" extrusionOk="0">
                  <a:moveTo>
                    <a:pt x="1" y="0"/>
                  </a:moveTo>
                  <a:lnTo>
                    <a:pt x="1" y="0"/>
                  </a:lnTo>
                  <a:cubicBezTo>
                    <a:pt x="41" y="522"/>
                    <a:pt x="82" y="1042"/>
                    <a:pt x="144" y="1564"/>
                  </a:cubicBezTo>
                  <a:cubicBezTo>
                    <a:pt x="195" y="2084"/>
                    <a:pt x="318" y="2606"/>
                    <a:pt x="450" y="3106"/>
                  </a:cubicBezTo>
                  <a:cubicBezTo>
                    <a:pt x="593" y="3617"/>
                    <a:pt x="747" y="4118"/>
                    <a:pt x="910" y="4608"/>
                  </a:cubicBezTo>
                  <a:cubicBezTo>
                    <a:pt x="1074" y="5108"/>
                    <a:pt x="1247" y="5599"/>
                    <a:pt x="1441" y="6089"/>
                  </a:cubicBezTo>
                  <a:cubicBezTo>
                    <a:pt x="1329" y="5578"/>
                    <a:pt x="1196" y="5067"/>
                    <a:pt x="1063" y="4567"/>
                  </a:cubicBezTo>
                  <a:lnTo>
                    <a:pt x="645" y="3055"/>
                  </a:lnTo>
                  <a:cubicBezTo>
                    <a:pt x="511" y="2554"/>
                    <a:pt x="379" y="2054"/>
                    <a:pt x="297" y="1543"/>
                  </a:cubicBezTo>
                  <a:cubicBezTo>
                    <a:pt x="246" y="1287"/>
                    <a:pt x="205" y="1022"/>
                    <a:pt x="164" y="767"/>
                  </a:cubicBezTo>
                  <a:cubicBezTo>
                    <a:pt x="113" y="511"/>
                    <a:pt x="62" y="256"/>
                    <a:pt x="1" y="0"/>
                  </a:cubicBezTo>
                  <a:close/>
                </a:path>
              </a:pathLst>
            </a:custGeom>
            <a:solidFill>
              <a:srgbClr val="8B39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0" name="Google Shape;9440;p39"/>
            <p:cNvSpPr/>
            <p:nvPr/>
          </p:nvSpPr>
          <p:spPr>
            <a:xfrm>
              <a:off x="4404575" y="1427975"/>
              <a:ext cx="104750" cy="105525"/>
            </a:xfrm>
            <a:custGeom>
              <a:avLst/>
              <a:gdLst/>
              <a:ahLst/>
              <a:cxnLst/>
              <a:rect l="l" t="t" r="r" b="b"/>
              <a:pathLst>
                <a:path w="4190" h="4221" extrusionOk="0">
                  <a:moveTo>
                    <a:pt x="1" y="0"/>
                  </a:moveTo>
                  <a:lnTo>
                    <a:pt x="1" y="0"/>
                  </a:lnTo>
                  <a:cubicBezTo>
                    <a:pt x="92" y="593"/>
                    <a:pt x="124" y="1195"/>
                    <a:pt x="235" y="1788"/>
                  </a:cubicBezTo>
                  <a:cubicBezTo>
                    <a:pt x="338" y="2391"/>
                    <a:pt x="542" y="2993"/>
                    <a:pt x="951" y="3474"/>
                  </a:cubicBezTo>
                  <a:cubicBezTo>
                    <a:pt x="1346" y="3937"/>
                    <a:pt x="1941" y="4220"/>
                    <a:pt x="2553" y="4220"/>
                  </a:cubicBezTo>
                  <a:cubicBezTo>
                    <a:pt x="2574" y="4220"/>
                    <a:pt x="2595" y="4220"/>
                    <a:pt x="2616" y="4219"/>
                  </a:cubicBezTo>
                  <a:cubicBezTo>
                    <a:pt x="3239" y="4199"/>
                    <a:pt x="3842" y="3882"/>
                    <a:pt x="4190" y="3381"/>
                  </a:cubicBezTo>
                  <a:lnTo>
                    <a:pt x="4190" y="3381"/>
                  </a:lnTo>
                  <a:cubicBezTo>
                    <a:pt x="3985" y="3606"/>
                    <a:pt x="3740" y="3780"/>
                    <a:pt x="3464" y="3892"/>
                  </a:cubicBezTo>
                  <a:cubicBezTo>
                    <a:pt x="3217" y="4006"/>
                    <a:pt x="2943" y="4067"/>
                    <a:pt x="2676" y="4067"/>
                  </a:cubicBezTo>
                  <a:cubicBezTo>
                    <a:pt x="2656" y="4067"/>
                    <a:pt x="2636" y="4067"/>
                    <a:pt x="2616" y="4066"/>
                  </a:cubicBezTo>
                  <a:cubicBezTo>
                    <a:pt x="2034" y="4056"/>
                    <a:pt x="1461" y="3790"/>
                    <a:pt x="1104" y="3351"/>
                  </a:cubicBezTo>
                  <a:cubicBezTo>
                    <a:pt x="716" y="2912"/>
                    <a:pt x="522" y="2339"/>
                    <a:pt x="389" y="1757"/>
                  </a:cubicBezTo>
                  <a:cubicBezTo>
                    <a:pt x="246" y="1175"/>
                    <a:pt x="174" y="572"/>
                    <a:pt x="1" y="0"/>
                  </a:cubicBezTo>
                  <a:close/>
                </a:path>
              </a:pathLst>
            </a:custGeom>
            <a:solidFill>
              <a:srgbClr val="8B39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1" name="Google Shape;9441;p39"/>
            <p:cNvSpPr/>
            <p:nvPr/>
          </p:nvSpPr>
          <p:spPr>
            <a:xfrm>
              <a:off x="4307275" y="1668575"/>
              <a:ext cx="98350" cy="125450"/>
            </a:xfrm>
            <a:custGeom>
              <a:avLst/>
              <a:gdLst/>
              <a:ahLst/>
              <a:cxnLst/>
              <a:rect l="l" t="t" r="r" b="b"/>
              <a:pathLst>
                <a:path w="3934" h="5018" extrusionOk="0">
                  <a:moveTo>
                    <a:pt x="2575" y="0"/>
                  </a:moveTo>
                  <a:lnTo>
                    <a:pt x="2575" y="0"/>
                  </a:lnTo>
                  <a:cubicBezTo>
                    <a:pt x="2687" y="347"/>
                    <a:pt x="2799" y="695"/>
                    <a:pt x="2902" y="1052"/>
                  </a:cubicBezTo>
                  <a:cubicBezTo>
                    <a:pt x="3014" y="1399"/>
                    <a:pt x="3106" y="1757"/>
                    <a:pt x="3198" y="2114"/>
                  </a:cubicBezTo>
                  <a:cubicBezTo>
                    <a:pt x="3374" y="2797"/>
                    <a:pt x="3521" y="3479"/>
                    <a:pt x="3640" y="4170"/>
                  </a:cubicBezTo>
                  <a:lnTo>
                    <a:pt x="3640" y="4170"/>
                  </a:lnTo>
                  <a:cubicBezTo>
                    <a:pt x="3487" y="4241"/>
                    <a:pt x="3310" y="4261"/>
                    <a:pt x="3123" y="4261"/>
                  </a:cubicBezTo>
                  <a:cubicBezTo>
                    <a:pt x="3028" y="4261"/>
                    <a:pt x="2930" y="4256"/>
                    <a:pt x="2830" y="4250"/>
                  </a:cubicBezTo>
                  <a:cubicBezTo>
                    <a:pt x="2692" y="4241"/>
                    <a:pt x="2546" y="4234"/>
                    <a:pt x="2398" y="4234"/>
                  </a:cubicBezTo>
                  <a:cubicBezTo>
                    <a:pt x="2207" y="4234"/>
                    <a:pt x="2013" y="4246"/>
                    <a:pt x="1829" y="4280"/>
                  </a:cubicBezTo>
                  <a:cubicBezTo>
                    <a:pt x="1492" y="4332"/>
                    <a:pt x="1175" y="4434"/>
                    <a:pt x="869" y="4577"/>
                  </a:cubicBezTo>
                  <a:cubicBezTo>
                    <a:pt x="715" y="4648"/>
                    <a:pt x="583" y="4740"/>
                    <a:pt x="440" y="4822"/>
                  </a:cubicBezTo>
                  <a:cubicBezTo>
                    <a:pt x="368" y="4873"/>
                    <a:pt x="297" y="4914"/>
                    <a:pt x="225" y="4955"/>
                  </a:cubicBezTo>
                  <a:cubicBezTo>
                    <a:pt x="184" y="4982"/>
                    <a:pt x="129" y="5000"/>
                    <a:pt x="76" y="5000"/>
                  </a:cubicBezTo>
                  <a:cubicBezTo>
                    <a:pt x="50" y="5000"/>
                    <a:pt x="24" y="4996"/>
                    <a:pt x="0" y="4986"/>
                  </a:cubicBezTo>
                  <a:lnTo>
                    <a:pt x="0" y="4986"/>
                  </a:lnTo>
                  <a:cubicBezTo>
                    <a:pt x="33" y="5009"/>
                    <a:pt x="71" y="5017"/>
                    <a:pt x="110" y="5017"/>
                  </a:cubicBezTo>
                  <a:cubicBezTo>
                    <a:pt x="155" y="5017"/>
                    <a:pt x="201" y="5006"/>
                    <a:pt x="245" y="4995"/>
                  </a:cubicBezTo>
                  <a:cubicBezTo>
                    <a:pt x="327" y="4965"/>
                    <a:pt x="399" y="4914"/>
                    <a:pt x="470" y="4883"/>
                  </a:cubicBezTo>
                  <a:cubicBezTo>
                    <a:pt x="624" y="4822"/>
                    <a:pt x="756" y="4740"/>
                    <a:pt x="920" y="4689"/>
                  </a:cubicBezTo>
                  <a:cubicBezTo>
                    <a:pt x="1216" y="4577"/>
                    <a:pt x="1533" y="4505"/>
                    <a:pt x="1850" y="4475"/>
                  </a:cubicBezTo>
                  <a:cubicBezTo>
                    <a:pt x="1959" y="4464"/>
                    <a:pt x="2067" y="4460"/>
                    <a:pt x="2174" y="4460"/>
                  </a:cubicBezTo>
                  <a:cubicBezTo>
                    <a:pt x="2386" y="4460"/>
                    <a:pt x="2596" y="4478"/>
                    <a:pt x="2820" y="4505"/>
                  </a:cubicBezTo>
                  <a:cubicBezTo>
                    <a:pt x="2921" y="4515"/>
                    <a:pt x="3028" y="4523"/>
                    <a:pt x="3138" y="4523"/>
                  </a:cubicBezTo>
                  <a:cubicBezTo>
                    <a:pt x="3374" y="4523"/>
                    <a:pt x="3622" y="4487"/>
                    <a:pt x="3852" y="4362"/>
                  </a:cubicBezTo>
                  <a:lnTo>
                    <a:pt x="3934" y="4311"/>
                  </a:lnTo>
                  <a:lnTo>
                    <a:pt x="3913" y="4219"/>
                  </a:lnTo>
                  <a:cubicBezTo>
                    <a:pt x="3801" y="3494"/>
                    <a:pt x="3627" y="2758"/>
                    <a:pt x="3403" y="2053"/>
                  </a:cubicBezTo>
                  <a:cubicBezTo>
                    <a:pt x="3290" y="1706"/>
                    <a:pt x="3167" y="1349"/>
                    <a:pt x="3035" y="1011"/>
                  </a:cubicBezTo>
                  <a:cubicBezTo>
                    <a:pt x="2892" y="664"/>
                    <a:pt x="2738" y="327"/>
                    <a:pt x="25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2" name="Google Shape;9442;p39"/>
            <p:cNvSpPr/>
            <p:nvPr/>
          </p:nvSpPr>
          <p:spPr>
            <a:xfrm>
              <a:off x="4415050" y="1411825"/>
              <a:ext cx="33225" cy="9275"/>
            </a:xfrm>
            <a:custGeom>
              <a:avLst/>
              <a:gdLst/>
              <a:ahLst/>
              <a:cxnLst/>
              <a:rect l="l" t="t" r="r" b="b"/>
              <a:pathLst>
                <a:path w="1329" h="371" extrusionOk="0">
                  <a:moveTo>
                    <a:pt x="875" y="0"/>
                  </a:moveTo>
                  <a:cubicBezTo>
                    <a:pt x="790" y="0"/>
                    <a:pt x="706" y="8"/>
                    <a:pt x="624" y="23"/>
                  </a:cubicBezTo>
                  <a:cubicBezTo>
                    <a:pt x="389" y="74"/>
                    <a:pt x="154" y="186"/>
                    <a:pt x="0" y="370"/>
                  </a:cubicBezTo>
                  <a:cubicBezTo>
                    <a:pt x="215" y="278"/>
                    <a:pt x="429" y="197"/>
                    <a:pt x="654" y="156"/>
                  </a:cubicBezTo>
                  <a:cubicBezTo>
                    <a:pt x="869" y="104"/>
                    <a:pt x="1094" y="95"/>
                    <a:pt x="1328" y="95"/>
                  </a:cubicBezTo>
                  <a:cubicBezTo>
                    <a:pt x="1189" y="28"/>
                    <a:pt x="1032" y="0"/>
                    <a:pt x="875" y="0"/>
                  </a:cubicBezTo>
                  <a:close/>
                </a:path>
              </a:pathLst>
            </a:custGeom>
            <a:solidFill>
              <a:srgbClr val="2100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3" name="Google Shape;9443;p39"/>
            <p:cNvSpPr/>
            <p:nvPr/>
          </p:nvSpPr>
          <p:spPr>
            <a:xfrm>
              <a:off x="4478650" y="1404050"/>
              <a:ext cx="31425" cy="6300"/>
            </a:xfrm>
            <a:custGeom>
              <a:avLst/>
              <a:gdLst/>
              <a:ahLst/>
              <a:cxnLst/>
              <a:rect l="l" t="t" r="r" b="b"/>
              <a:pathLst>
                <a:path w="1257" h="252" extrusionOk="0">
                  <a:moveTo>
                    <a:pt x="741" y="0"/>
                  </a:moveTo>
                  <a:cubicBezTo>
                    <a:pt x="695" y="0"/>
                    <a:pt x="649" y="3"/>
                    <a:pt x="603" y="7"/>
                  </a:cubicBezTo>
                  <a:cubicBezTo>
                    <a:pt x="389" y="27"/>
                    <a:pt x="153" y="99"/>
                    <a:pt x="1" y="252"/>
                  </a:cubicBezTo>
                  <a:cubicBezTo>
                    <a:pt x="205" y="191"/>
                    <a:pt x="409" y="160"/>
                    <a:pt x="623" y="140"/>
                  </a:cubicBezTo>
                  <a:cubicBezTo>
                    <a:pt x="828" y="120"/>
                    <a:pt x="1032" y="120"/>
                    <a:pt x="1257" y="120"/>
                  </a:cubicBezTo>
                  <a:cubicBezTo>
                    <a:pt x="1155" y="68"/>
                    <a:pt x="1053" y="38"/>
                    <a:pt x="941" y="17"/>
                  </a:cubicBezTo>
                  <a:cubicBezTo>
                    <a:pt x="874" y="5"/>
                    <a:pt x="808" y="0"/>
                    <a:pt x="741" y="0"/>
                  </a:cubicBezTo>
                  <a:close/>
                </a:path>
              </a:pathLst>
            </a:custGeom>
            <a:solidFill>
              <a:srgbClr val="2100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4" name="Google Shape;9444;p39"/>
            <p:cNvSpPr/>
            <p:nvPr/>
          </p:nvSpPr>
          <p:spPr>
            <a:xfrm>
              <a:off x="4461025" y="1422850"/>
              <a:ext cx="16625" cy="51725"/>
            </a:xfrm>
            <a:custGeom>
              <a:avLst/>
              <a:gdLst/>
              <a:ahLst/>
              <a:cxnLst/>
              <a:rect l="l" t="t" r="r" b="b"/>
              <a:pathLst>
                <a:path w="665" h="2069" extrusionOk="0">
                  <a:moveTo>
                    <a:pt x="174" y="1"/>
                  </a:moveTo>
                  <a:lnTo>
                    <a:pt x="174" y="1"/>
                  </a:lnTo>
                  <a:cubicBezTo>
                    <a:pt x="225" y="430"/>
                    <a:pt x="307" y="848"/>
                    <a:pt x="399" y="1268"/>
                  </a:cubicBezTo>
                  <a:lnTo>
                    <a:pt x="470" y="1574"/>
                  </a:lnTo>
                  <a:lnTo>
                    <a:pt x="511" y="1738"/>
                  </a:lnTo>
                  <a:cubicBezTo>
                    <a:pt x="522" y="1788"/>
                    <a:pt x="542" y="1840"/>
                    <a:pt x="542" y="1860"/>
                  </a:cubicBezTo>
                  <a:cubicBezTo>
                    <a:pt x="542" y="1881"/>
                    <a:pt x="491" y="1922"/>
                    <a:pt x="450" y="1942"/>
                  </a:cubicBezTo>
                  <a:cubicBezTo>
                    <a:pt x="409" y="1962"/>
                    <a:pt x="358" y="1983"/>
                    <a:pt x="307" y="2003"/>
                  </a:cubicBezTo>
                  <a:cubicBezTo>
                    <a:pt x="257" y="2020"/>
                    <a:pt x="200" y="2027"/>
                    <a:pt x="142" y="2027"/>
                  </a:cubicBezTo>
                  <a:cubicBezTo>
                    <a:pt x="95" y="2027"/>
                    <a:pt x="46" y="2022"/>
                    <a:pt x="0" y="2013"/>
                  </a:cubicBezTo>
                  <a:lnTo>
                    <a:pt x="0" y="2013"/>
                  </a:lnTo>
                  <a:cubicBezTo>
                    <a:pt x="80" y="2053"/>
                    <a:pt x="166" y="2068"/>
                    <a:pt x="253" y="2068"/>
                  </a:cubicBezTo>
                  <a:cubicBezTo>
                    <a:pt x="277" y="2068"/>
                    <a:pt x="302" y="2067"/>
                    <a:pt x="327" y="2065"/>
                  </a:cubicBezTo>
                  <a:cubicBezTo>
                    <a:pt x="379" y="2054"/>
                    <a:pt x="429" y="2044"/>
                    <a:pt x="491" y="2013"/>
                  </a:cubicBezTo>
                  <a:cubicBezTo>
                    <a:pt x="542" y="1993"/>
                    <a:pt x="593" y="1983"/>
                    <a:pt x="634" y="1891"/>
                  </a:cubicBezTo>
                  <a:cubicBezTo>
                    <a:pt x="665" y="1809"/>
                    <a:pt x="634" y="1758"/>
                    <a:pt x="624" y="1707"/>
                  </a:cubicBezTo>
                  <a:lnTo>
                    <a:pt x="593" y="1554"/>
                  </a:lnTo>
                  <a:lnTo>
                    <a:pt x="532" y="1237"/>
                  </a:lnTo>
                  <a:cubicBezTo>
                    <a:pt x="429" y="818"/>
                    <a:pt x="327" y="410"/>
                    <a:pt x="174" y="1"/>
                  </a:cubicBezTo>
                  <a:close/>
                </a:path>
              </a:pathLst>
            </a:custGeom>
            <a:solidFill>
              <a:srgbClr val="8B39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5" name="Google Shape;9445;p39"/>
            <p:cNvSpPr/>
            <p:nvPr/>
          </p:nvSpPr>
          <p:spPr>
            <a:xfrm>
              <a:off x="4446200" y="1485175"/>
              <a:ext cx="44975" cy="10775"/>
            </a:xfrm>
            <a:custGeom>
              <a:avLst/>
              <a:gdLst/>
              <a:ahLst/>
              <a:cxnLst/>
              <a:rect l="l" t="t" r="r" b="b"/>
              <a:pathLst>
                <a:path w="1799" h="431" extrusionOk="0">
                  <a:moveTo>
                    <a:pt x="1799" y="1"/>
                  </a:moveTo>
                  <a:lnTo>
                    <a:pt x="1799" y="1"/>
                  </a:lnTo>
                  <a:cubicBezTo>
                    <a:pt x="1523" y="174"/>
                    <a:pt x="1227" y="287"/>
                    <a:pt x="910" y="297"/>
                  </a:cubicBezTo>
                  <a:cubicBezTo>
                    <a:pt x="893" y="297"/>
                    <a:pt x="875" y="297"/>
                    <a:pt x="857" y="297"/>
                  </a:cubicBezTo>
                  <a:cubicBezTo>
                    <a:pt x="567" y="297"/>
                    <a:pt x="270" y="217"/>
                    <a:pt x="1" y="72"/>
                  </a:cubicBezTo>
                  <a:lnTo>
                    <a:pt x="1" y="72"/>
                  </a:lnTo>
                  <a:cubicBezTo>
                    <a:pt x="217" y="308"/>
                    <a:pt x="547" y="430"/>
                    <a:pt x="882" y="430"/>
                  </a:cubicBezTo>
                  <a:cubicBezTo>
                    <a:pt x="894" y="430"/>
                    <a:pt x="907" y="430"/>
                    <a:pt x="920" y="430"/>
                  </a:cubicBezTo>
                  <a:cubicBezTo>
                    <a:pt x="1258" y="419"/>
                    <a:pt x="1594" y="256"/>
                    <a:pt x="1799" y="1"/>
                  </a:cubicBezTo>
                  <a:close/>
                </a:path>
              </a:pathLst>
            </a:custGeom>
            <a:solidFill>
              <a:srgbClr val="8B39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6" name="Google Shape;9446;p39"/>
            <p:cNvSpPr/>
            <p:nvPr/>
          </p:nvSpPr>
          <p:spPr>
            <a:xfrm>
              <a:off x="4480700" y="2162250"/>
              <a:ext cx="8450" cy="28650"/>
            </a:xfrm>
            <a:custGeom>
              <a:avLst/>
              <a:gdLst/>
              <a:ahLst/>
              <a:cxnLst/>
              <a:rect l="l" t="t" r="r" b="b"/>
              <a:pathLst>
                <a:path w="338" h="1146" extrusionOk="0">
                  <a:moveTo>
                    <a:pt x="0" y="1"/>
                  </a:moveTo>
                  <a:cubicBezTo>
                    <a:pt x="10" y="195"/>
                    <a:pt x="51" y="389"/>
                    <a:pt x="103" y="584"/>
                  </a:cubicBezTo>
                  <a:cubicBezTo>
                    <a:pt x="153" y="767"/>
                    <a:pt x="225" y="951"/>
                    <a:pt x="327" y="1125"/>
                  </a:cubicBezTo>
                  <a:lnTo>
                    <a:pt x="337" y="1145"/>
                  </a:lnTo>
                  <a:lnTo>
                    <a:pt x="337" y="1125"/>
                  </a:lnTo>
                  <a:cubicBezTo>
                    <a:pt x="327" y="920"/>
                    <a:pt x="286" y="727"/>
                    <a:pt x="235" y="543"/>
                  </a:cubicBezTo>
                  <a:cubicBezTo>
                    <a:pt x="174" y="359"/>
                    <a:pt x="103" y="175"/>
                    <a:pt x="0" y="1"/>
                  </a:cubicBezTo>
                  <a:close/>
                </a:path>
              </a:pathLst>
            </a:custGeom>
            <a:solidFill>
              <a:srgbClr val="8B39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7" name="Google Shape;9447;p39"/>
            <p:cNvSpPr/>
            <p:nvPr/>
          </p:nvSpPr>
          <p:spPr>
            <a:xfrm>
              <a:off x="4466650" y="2167875"/>
              <a:ext cx="8450" cy="27600"/>
            </a:xfrm>
            <a:custGeom>
              <a:avLst/>
              <a:gdLst/>
              <a:ahLst/>
              <a:cxnLst/>
              <a:rect l="l" t="t" r="r" b="b"/>
              <a:pathLst>
                <a:path w="338" h="1104" extrusionOk="0">
                  <a:moveTo>
                    <a:pt x="0" y="1"/>
                  </a:moveTo>
                  <a:lnTo>
                    <a:pt x="0" y="1"/>
                  </a:lnTo>
                  <a:cubicBezTo>
                    <a:pt x="11" y="195"/>
                    <a:pt x="52" y="389"/>
                    <a:pt x="102" y="573"/>
                  </a:cubicBezTo>
                  <a:cubicBezTo>
                    <a:pt x="164" y="757"/>
                    <a:pt x="225" y="940"/>
                    <a:pt x="338" y="1104"/>
                  </a:cubicBezTo>
                  <a:cubicBezTo>
                    <a:pt x="327" y="910"/>
                    <a:pt x="286" y="716"/>
                    <a:pt x="235" y="532"/>
                  </a:cubicBezTo>
                  <a:cubicBezTo>
                    <a:pt x="174" y="348"/>
                    <a:pt x="102" y="164"/>
                    <a:pt x="0" y="1"/>
                  </a:cubicBezTo>
                  <a:close/>
                </a:path>
              </a:pathLst>
            </a:custGeom>
            <a:solidFill>
              <a:srgbClr val="8B39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8" name="Google Shape;9448;p39"/>
            <p:cNvSpPr/>
            <p:nvPr/>
          </p:nvSpPr>
          <p:spPr>
            <a:xfrm>
              <a:off x="4452850" y="2171725"/>
              <a:ext cx="8450" cy="25800"/>
            </a:xfrm>
            <a:custGeom>
              <a:avLst/>
              <a:gdLst/>
              <a:ahLst/>
              <a:cxnLst/>
              <a:rect l="l" t="t" r="r" b="b"/>
              <a:pathLst>
                <a:path w="338" h="1032" extrusionOk="0">
                  <a:moveTo>
                    <a:pt x="0" y="0"/>
                  </a:moveTo>
                  <a:lnTo>
                    <a:pt x="0" y="0"/>
                  </a:lnTo>
                  <a:cubicBezTo>
                    <a:pt x="11" y="184"/>
                    <a:pt x="52" y="357"/>
                    <a:pt x="103" y="531"/>
                  </a:cubicBezTo>
                  <a:cubicBezTo>
                    <a:pt x="134" y="623"/>
                    <a:pt x="164" y="705"/>
                    <a:pt x="205" y="786"/>
                  </a:cubicBezTo>
                  <a:cubicBezTo>
                    <a:pt x="236" y="868"/>
                    <a:pt x="277" y="950"/>
                    <a:pt x="338" y="1032"/>
                  </a:cubicBezTo>
                  <a:cubicBezTo>
                    <a:pt x="327" y="838"/>
                    <a:pt x="286" y="664"/>
                    <a:pt x="236" y="491"/>
                  </a:cubicBezTo>
                  <a:cubicBezTo>
                    <a:pt x="174" y="317"/>
                    <a:pt x="113" y="153"/>
                    <a:pt x="0" y="0"/>
                  </a:cubicBezTo>
                  <a:close/>
                </a:path>
              </a:pathLst>
            </a:custGeom>
            <a:solidFill>
              <a:srgbClr val="8B39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9" name="Google Shape;9449;p39"/>
            <p:cNvSpPr/>
            <p:nvPr/>
          </p:nvSpPr>
          <p:spPr>
            <a:xfrm>
              <a:off x="4520775" y="2152550"/>
              <a:ext cx="10250" cy="28375"/>
            </a:xfrm>
            <a:custGeom>
              <a:avLst/>
              <a:gdLst/>
              <a:ahLst/>
              <a:cxnLst/>
              <a:rect l="l" t="t" r="r" b="b"/>
              <a:pathLst>
                <a:path w="410" h="1135" extrusionOk="0">
                  <a:moveTo>
                    <a:pt x="410" y="1"/>
                  </a:moveTo>
                  <a:lnTo>
                    <a:pt x="410" y="1"/>
                  </a:lnTo>
                  <a:cubicBezTo>
                    <a:pt x="298" y="175"/>
                    <a:pt x="216" y="359"/>
                    <a:pt x="144" y="542"/>
                  </a:cubicBezTo>
                  <a:cubicBezTo>
                    <a:pt x="114" y="634"/>
                    <a:pt x="83" y="736"/>
                    <a:pt x="52" y="829"/>
                  </a:cubicBezTo>
                  <a:cubicBezTo>
                    <a:pt x="32" y="931"/>
                    <a:pt x="12" y="1022"/>
                    <a:pt x="1" y="1124"/>
                  </a:cubicBezTo>
                  <a:lnTo>
                    <a:pt x="1" y="1135"/>
                  </a:lnTo>
                  <a:cubicBezTo>
                    <a:pt x="62" y="1043"/>
                    <a:pt x="114" y="951"/>
                    <a:pt x="155" y="869"/>
                  </a:cubicBezTo>
                  <a:cubicBezTo>
                    <a:pt x="195" y="777"/>
                    <a:pt x="236" y="685"/>
                    <a:pt x="267" y="583"/>
                  </a:cubicBezTo>
                  <a:cubicBezTo>
                    <a:pt x="338" y="399"/>
                    <a:pt x="389" y="205"/>
                    <a:pt x="410" y="1"/>
                  </a:cubicBezTo>
                  <a:close/>
                </a:path>
              </a:pathLst>
            </a:custGeom>
            <a:solidFill>
              <a:srgbClr val="8B39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0" name="Google Shape;9450;p39"/>
            <p:cNvSpPr/>
            <p:nvPr/>
          </p:nvSpPr>
          <p:spPr>
            <a:xfrm>
              <a:off x="4535350" y="2155875"/>
              <a:ext cx="11275" cy="29400"/>
            </a:xfrm>
            <a:custGeom>
              <a:avLst/>
              <a:gdLst/>
              <a:ahLst/>
              <a:cxnLst/>
              <a:rect l="l" t="t" r="r" b="b"/>
              <a:pathLst>
                <a:path w="451" h="1176" extrusionOk="0">
                  <a:moveTo>
                    <a:pt x="450" y="1"/>
                  </a:moveTo>
                  <a:cubicBezTo>
                    <a:pt x="317" y="185"/>
                    <a:pt x="235" y="369"/>
                    <a:pt x="153" y="562"/>
                  </a:cubicBezTo>
                  <a:cubicBezTo>
                    <a:pt x="82" y="757"/>
                    <a:pt x="21" y="961"/>
                    <a:pt x="1" y="1175"/>
                  </a:cubicBezTo>
                  <a:cubicBezTo>
                    <a:pt x="123" y="991"/>
                    <a:pt x="205" y="807"/>
                    <a:pt x="287" y="614"/>
                  </a:cubicBezTo>
                  <a:cubicBezTo>
                    <a:pt x="358" y="419"/>
                    <a:pt x="419" y="215"/>
                    <a:pt x="450" y="1"/>
                  </a:cubicBezTo>
                  <a:close/>
                </a:path>
              </a:pathLst>
            </a:custGeom>
            <a:solidFill>
              <a:srgbClr val="8B39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1" name="Google Shape;9451;p39"/>
            <p:cNvSpPr/>
            <p:nvPr/>
          </p:nvSpPr>
          <p:spPr>
            <a:xfrm>
              <a:off x="4547850" y="2157925"/>
              <a:ext cx="11775" cy="31175"/>
            </a:xfrm>
            <a:custGeom>
              <a:avLst/>
              <a:gdLst/>
              <a:ahLst/>
              <a:cxnLst/>
              <a:rect l="l" t="t" r="r" b="b"/>
              <a:pathLst>
                <a:path w="471" h="1247" extrusionOk="0">
                  <a:moveTo>
                    <a:pt x="471" y="1"/>
                  </a:moveTo>
                  <a:lnTo>
                    <a:pt x="471" y="1"/>
                  </a:lnTo>
                  <a:cubicBezTo>
                    <a:pt x="338" y="184"/>
                    <a:pt x="257" y="389"/>
                    <a:pt x="175" y="593"/>
                  </a:cubicBezTo>
                  <a:cubicBezTo>
                    <a:pt x="93" y="807"/>
                    <a:pt x="32" y="1012"/>
                    <a:pt x="1" y="1247"/>
                  </a:cubicBezTo>
                  <a:cubicBezTo>
                    <a:pt x="123" y="1052"/>
                    <a:pt x="216" y="848"/>
                    <a:pt x="298" y="644"/>
                  </a:cubicBezTo>
                  <a:cubicBezTo>
                    <a:pt x="369" y="439"/>
                    <a:pt x="441" y="225"/>
                    <a:pt x="471" y="1"/>
                  </a:cubicBezTo>
                  <a:close/>
                </a:path>
              </a:pathLst>
            </a:custGeom>
            <a:solidFill>
              <a:srgbClr val="8B39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2" name="Google Shape;9452;p39"/>
            <p:cNvSpPr/>
            <p:nvPr/>
          </p:nvSpPr>
          <p:spPr>
            <a:xfrm>
              <a:off x="4459750" y="2307325"/>
              <a:ext cx="112400" cy="17325"/>
            </a:xfrm>
            <a:custGeom>
              <a:avLst/>
              <a:gdLst/>
              <a:ahLst/>
              <a:cxnLst/>
              <a:rect l="l" t="t" r="r" b="b"/>
              <a:pathLst>
                <a:path w="4496" h="693" extrusionOk="0">
                  <a:moveTo>
                    <a:pt x="4496" y="1"/>
                  </a:moveTo>
                  <a:cubicBezTo>
                    <a:pt x="4383" y="164"/>
                    <a:pt x="4220" y="277"/>
                    <a:pt x="4036" y="348"/>
                  </a:cubicBezTo>
                  <a:cubicBezTo>
                    <a:pt x="3862" y="420"/>
                    <a:pt x="3668" y="461"/>
                    <a:pt x="3474" y="471"/>
                  </a:cubicBezTo>
                  <a:cubicBezTo>
                    <a:pt x="3280" y="476"/>
                    <a:pt x="3081" y="476"/>
                    <a:pt x="2880" y="476"/>
                  </a:cubicBezTo>
                  <a:cubicBezTo>
                    <a:pt x="2680" y="476"/>
                    <a:pt x="2478" y="476"/>
                    <a:pt x="2278" y="481"/>
                  </a:cubicBezTo>
                  <a:lnTo>
                    <a:pt x="1084" y="522"/>
                  </a:lnTo>
                  <a:cubicBezTo>
                    <a:pt x="889" y="522"/>
                    <a:pt x="695" y="511"/>
                    <a:pt x="511" y="450"/>
                  </a:cubicBezTo>
                  <a:cubicBezTo>
                    <a:pt x="317" y="409"/>
                    <a:pt x="144" y="318"/>
                    <a:pt x="1" y="175"/>
                  </a:cubicBezTo>
                  <a:lnTo>
                    <a:pt x="1" y="175"/>
                  </a:lnTo>
                  <a:cubicBezTo>
                    <a:pt x="113" y="348"/>
                    <a:pt x="287" y="471"/>
                    <a:pt x="480" y="552"/>
                  </a:cubicBezTo>
                  <a:cubicBezTo>
                    <a:pt x="675" y="624"/>
                    <a:pt x="879" y="655"/>
                    <a:pt x="1084" y="675"/>
                  </a:cubicBezTo>
                  <a:cubicBezTo>
                    <a:pt x="1260" y="688"/>
                    <a:pt x="1433" y="692"/>
                    <a:pt x="1605" y="692"/>
                  </a:cubicBezTo>
                  <a:cubicBezTo>
                    <a:pt x="1831" y="692"/>
                    <a:pt x="2057" y="686"/>
                    <a:pt x="2289" y="686"/>
                  </a:cubicBezTo>
                  <a:cubicBezTo>
                    <a:pt x="2687" y="665"/>
                    <a:pt x="3086" y="675"/>
                    <a:pt x="3495" y="624"/>
                  </a:cubicBezTo>
                  <a:cubicBezTo>
                    <a:pt x="3688" y="593"/>
                    <a:pt x="3903" y="543"/>
                    <a:pt x="4077" y="440"/>
                  </a:cubicBezTo>
                  <a:cubicBezTo>
                    <a:pt x="4260" y="328"/>
                    <a:pt x="4424" y="185"/>
                    <a:pt x="44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3" name="Google Shape;9453;p39"/>
            <p:cNvSpPr/>
            <p:nvPr/>
          </p:nvSpPr>
          <p:spPr>
            <a:xfrm>
              <a:off x="3733875" y="2451375"/>
              <a:ext cx="172925" cy="27875"/>
            </a:xfrm>
            <a:custGeom>
              <a:avLst/>
              <a:gdLst/>
              <a:ahLst/>
              <a:cxnLst/>
              <a:rect l="l" t="t" r="r" b="b"/>
              <a:pathLst>
                <a:path w="6917" h="1115" extrusionOk="0">
                  <a:moveTo>
                    <a:pt x="6917" y="1"/>
                  </a:moveTo>
                  <a:lnTo>
                    <a:pt x="5191" y="328"/>
                  </a:lnTo>
                  <a:cubicBezTo>
                    <a:pt x="4619" y="430"/>
                    <a:pt x="4047" y="543"/>
                    <a:pt x="3475" y="624"/>
                  </a:cubicBezTo>
                  <a:cubicBezTo>
                    <a:pt x="2892" y="716"/>
                    <a:pt x="2320" y="798"/>
                    <a:pt x="1738" y="879"/>
                  </a:cubicBezTo>
                  <a:lnTo>
                    <a:pt x="1" y="1115"/>
                  </a:lnTo>
                  <a:cubicBezTo>
                    <a:pt x="594" y="1115"/>
                    <a:pt x="1175" y="1084"/>
                    <a:pt x="1758" y="1033"/>
                  </a:cubicBezTo>
                  <a:cubicBezTo>
                    <a:pt x="2340" y="992"/>
                    <a:pt x="2923" y="900"/>
                    <a:pt x="3505" y="818"/>
                  </a:cubicBezTo>
                  <a:cubicBezTo>
                    <a:pt x="4077" y="716"/>
                    <a:pt x="4660" y="614"/>
                    <a:pt x="5221" y="481"/>
                  </a:cubicBezTo>
                  <a:cubicBezTo>
                    <a:pt x="5793" y="338"/>
                    <a:pt x="6355" y="185"/>
                    <a:pt x="69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4" name="Google Shape;9454;p39"/>
            <p:cNvSpPr/>
            <p:nvPr/>
          </p:nvSpPr>
          <p:spPr>
            <a:xfrm>
              <a:off x="4729475" y="2242200"/>
              <a:ext cx="101150" cy="5150"/>
            </a:xfrm>
            <a:custGeom>
              <a:avLst/>
              <a:gdLst/>
              <a:ahLst/>
              <a:cxnLst/>
              <a:rect l="l" t="t" r="r" b="b"/>
              <a:pathLst>
                <a:path w="4046" h="206" extrusionOk="0">
                  <a:moveTo>
                    <a:pt x="2023" y="1"/>
                  </a:moveTo>
                  <a:cubicBezTo>
                    <a:pt x="1685" y="11"/>
                    <a:pt x="1349" y="11"/>
                    <a:pt x="1011" y="21"/>
                  </a:cubicBezTo>
                  <a:cubicBezTo>
                    <a:pt x="674" y="31"/>
                    <a:pt x="337" y="42"/>
                    <a:pt x="0" y="72"/>
                  </a:cubicBezTo>
                  <a:cubicBezTo>
                    <a:pt x="337" y="124"/>
                    <a:pt x="674" y="154"/>
                    <a:pt x="1011" y="174"/>
                  </a:cubicBezTo>
                  <a:cubicBezTo>
                    <a:pt x="1349" y="195"/>
                    <a:pt x="1685" y="205"/>
                    <a:pt x="2023" y="205"/>
                  </a:cubicBezTo>
                  <a:cubicBezTo>
                    <a:pt x="2360" y="205"/>
                    <a:pt x="2697" y="195"/>
                    <a:pt x="3034" y="174"/>
                  </a:cubicBezTo>
                  <a:cubicBezTo>
                    <a:pt x="3371" y="154"/>
                    <a:pt x="3708" y="124"/>
                    <a:pt x="4046" y="72"/>
                  </a:cubicBezTo>
                  <a:cubicBezTo>
                    <a:pt x="3708" y="42"/>
                    <a:pt x="3371" y="31"/>
                    <a:pt x="3034" y="21"/>
                  </a:cubicBezTo>
                  <a:cubicBezTo>
                    <a:pt x="2697" y="11"/>
                    <a:pt x="2360" y="11"/>
                    <a:pt x="2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5" name="Google Shape;9455;p39"/>
            <p:cNvSpPr/>
            <p:nvPr/>
          </p:nvSpPr>
          <p:spPr>
            <a:xfrm>
              <a:off x="4715400" y="2472325"/>
              <a:ext cx="182400" cy="12150"/>
            </a:xfrm>
            <a:custGeom>
              <a:avLst/>
              <a:gdLst/>
              <a:ahLst/>
              <a:cxnLst/>
              <a:rect l="l" t="t" r="r" b="b"/>
              <a:pathLst>
                <a:path w="7296" h="486" extrusionOk="0">
                  <a:moveTo>
                    <a:pt x="1" y="0"/>
                  </a:moveTo>
                  <a:lnTo>
                    <a:pt x="1" y="0"/>
                  </a:lnTo>
                  <a:cubicBezTo>
                    <a:pt x="123" y="103"/>
                    <a:pt x="287" y="134"/>
                    <a:pt x="430" y="143"/>
                  </a:cubicBezTo>
                  <a:lnTo>
                    <a:pt x="890" y="195"/>
                  </a:lnTo>
                  <a:lnTo>
                    <a:pt x="1799" y="277"/>
                  </a:lnTo>
                  <a:cubicBezTo>
                    <a:pt x="2412" y="327"/>
                    <a:pt x="3025" y="358"/>
                    <a:pt x="3638" y="399"/>
                  </a:cubicBezTo>
                  <a:cubicBezTo>
                    <a:pt x="4241" y="430"/>
                    <a:pt x="4854" y="461"/>
                    <a:pt x="5467" y="470"/>
                  </a:cubicBezTo>
                  <a:cubicBezTo>
                    <a:pt x="5902" y="478"/>
                    <a:pt x="6331" y="485"/>
                    <a:pt x="6763" y="485"/>
                  </a:cubicBezTo>
                  <a:cubicBezTo>
                    <a:pt x="6940" y="485"/>
                    <a:pt x="7117" y="484"/>
                    <a:pt x="7295" y="481"/>
                  </a:cubicBezTo>
                  <a:cubicBezTo>
                    <a:pt x="6693" y="409"/>
                    <a:pt x="6080" y="358"/>
                    <a:pt x="5477" y="318"/>
                  </a:cubicBezTo>
                  <a:lnTo>
                    <a:pt x="3648" y="195"/>
                  </a:lnTo>
                  <a:cubicBezTo>
                    <a:pt x="3035" y="175"/>
                    <a:pt x="2422" y="134"/>
                    <a:pt x="1809" y="123"/>
                  </a:cubicBezTo>
                  <a:lnTo>
                    <a:pt x="900" y="93"/>
                  </a:lnTo>
                  <a:lnTo>
                    <a:pt x="440" y="93"/>
                  </a:lnTo>
                  <a:cubicBezTo>
                    <a:pt x="287" y="93"/>
                    <a:pt x="134" y="82"/>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6" name="Google Shape;9456;p39"/>
            <p:cNvSpPr/>
            <p:nvPr/>
          </p:nvSpPr>
          <p:spPr>
            <a:xfrm>
              <a:off x="4041400" y="2237100"/>
              <a:ext cx="53650" cy="70525"/>
            </a:xfrm>
            <a:custGeom>
              <a:avLst/>
              <a:gdLst/>
              <a:ahLst/>
              <a:cxnLst/>
              <a:rect l="l" t="t" r="r" b="b"/>
              <a:pathLst>
                <a:path w="2146" h="2821" extrusionOk="0">
                  <a:moveTo>
                    <a:pt x="0" y="1"/>
                  </a:moveTo>
                  <a:lnTo>
                    <a:pt x="0" y="1"/>
                  </a:lnTo>
                  <a:cubicBezTo>
                    <a:pt x="235" y="552"/>
                    <a:pt x="552" y="1063"/>
                    <a:pt x="909" y="1533"/>
                  </a:cubicBezTo>
                  <a:cubicBezTo>
                    <a:pt x="1267" y="2003"/>
                    <a:pt x="1676" y="2453"/>
                    <a:pt x="2146" y="2820"/>
                  </a:cubicBezTo>
                  <a:cubicBezTo>
                    <a:pt x="1788" y="2340"/>
                    <a:pt x="1420" y="1880"/>
                    <a:pt x="1063" y="1410"/>
                  </a:cubicBez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7" name="Google Shape;9457;p39"/>
            <p:cNvSpPr/>
            <p:nvPr/>
          </p:nvSpPr>
          <p:spPr>
            <a:xfrm>
              <a:off x="4430625" y="1428150"/>
              <a:ext cx="12025" cy="14975"/>
            </a:xfrm>
            <a:custGeom>
              <a:avLst/>
              <a:gdLst/>
              <a:ahLst/>
              <a:cxnLst/>
              <a:rect l="l" t="t" r="r" b="b"/>
              <a:pathLst>
                <a:path w="481" h="599" extrusionOk="0">
                  <a:moveTo>
                    <a:pt x="221" y="1"/>
                  </a:moveTo>
                  <a:cubicBezTo>
                    <a:pt x="212" y="1"/>
                    <a:pt x="204" y="1"/>
                    <a:pt x="195" y="3"/>
                  </a:cubicBezTo>
                  <a:cubicBezTo>
                    <a:pt x="72" y="23"/>
                    <a:pt x="1" y="177"/>
                    <a:pt x="31" y="341"/>
                  </a:cubicBezTo>
                  <a:cubicBezTo>
                    <a:pt x="60" y="491"/>
                    <a:pt x="166" y="598"/>
                    <a:pt x="270" y="598"/>
                  </a:cubicBezTo>
                  <a:cubicBezTo>
                    <a:pt x="279" y="598"/>
                    <a:pt x="288" y="597"/>
                    <a:pt x="297" y="596"/>
                  </a:cubicBezTo>
                  <a:cubicBezTo>
                    <a:pt x="410" y="575"/>
                    <a:pt x="481" y="422"/>
                    <a:pt x="460" y="259"/>
                  </a:cubicBezTo>
                  <a:cubicBezTo>
                    <a:pt x="432" y="108"/>
                    <a:pt x="326" y="1"/>
                    <a:pt x="22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8" name="Google Shape;9458;p39"/>
            <p:cNvSpPr/>
            <p:nvPr/>
          </p:nvSpPr>
          <p:spPr>
            <a:xfrm>
              <a:off x="4485800" y="1420750"/>
              <a:ext cx="12025" cy="14975"/>
            </a:xfrm>
            <a:custGeom>
              <a:avLst/>
              <a:gdLst/>
              <a:ahLst/>
              <a:cxnLst/>
              <a:rect l="l" t="t" r="r" b="b"/>
              <a:pathLst>
                <a:path w="481" h="599" extrusionOk="0">
                  <a:moveTo>
                    <a:pt x="209" y="1"/>
                  </a:moveTo>
                  <a:cubicBezTo>
                    <a:pt x="201" y="1"/>
                    <a:pt x="193" y="2"/>
                    <a:pt x="185" y="3"/>
                  </a:cubicBezTo>
                  <a:cubicBezTo>
                    <a:pt x="62" y="24"/>
                    <a:pt x="1" y="176"/>
                    <a:pt x="21" y="340"/>
                  </a:cubicBezTo>
                  <a:cubicBezTo>
                    <a:pt x="49" y="491"/>
                    <a:pt x="155" y="598"/>
                    <a:pt x="260" y="598"/>
                  </a:cubicBezTo>
                  <a:cubicBezTo>
                    <a:pt x="269" y="598"/>
                    <a:pt x="278" y="597"/>
                    <a:pt x="287" y="596"/>
                  </a:cubicBezTo>
                  <a:cubicBezTo>
                    <a:pt x="409" y="575"/>
                    <a:pt x="480" y="422"/>
                    <a:pt x="450" y="258"/>
                  </a:cubicBezTo>
                  <a:cubicBezTo>
                    <a:pt x="421" y="117"/>
                    <a:pt x="314" y="1"/>
                    <a:pt x="2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33"/>
        <p:cNvGrpSpPr/>
        <p:nvPr/>
      </p:nvGrpSpPr>
      <p:grpSpPr>
        <a:xfrm>
          <a:off x="0" y="0"/>
          <a:ext cx="0" cy="0"/>
          <a:chOff x="0" y="0"/>
          <a:chExt cx="0" cy="0"/>
        </a:xfrm>
      </p:grpSpPr>
      <p:grpSp>
        <p:nvGrpSpPr>
          <p:cNvPr id="4" name="Google Shape;9657;p49">
            <a:extLst>
              <a:ext uri="{FF2B5EF4-FFF2-40B4-BE49-F238E27FC236}">
                <a16:creationId xmlns:a16="http://schemas.microsoft.com/office/drawing/2014/main" id="{B6D62395-EB01-457E-29AA-A30021530B50}"/>
              </a:ext>
            </a:extLst>
          </p:cNvPr>
          <p:cNvGrpSpPr/>
          <p:nvPr/>
        </p:nvGrpSpPr>
        <p:grpSpPr>
          <a:xfrm>
            <a:off x="6455784" y="539438"/>
            <a:ext cx="2219294" cy="4064624"/>
            <a:chOff x="3122950" y="3274475"/>
            <a:chExt cx="725900" cy="1329525"/>
          </a:xfrm>
        </p:grpSpPr>
        <p:sp>
          <p:nvSpPr>
            <p:cNvPr id="5" name="Google Shape;9658;p49">
              <a:extLst>
                <a:ext uri="{FF2B5EF4-FFF2-40B4-BE49-F238E27FC236}">
                  <a16:creationId xmlns:a16="http://schemas.microsoft.com/office/drawing/2014/main" id="{110C41F9-BC4D-7F16-5429-A32B5A4CCF07}"/>
                </a:ext>
              </a:extLst>
            </p:cNvPr>
            <p:cNvSpPr/>
            <p:nvPr/>
          </p:nvSpPr>
          <p:spPr>
            <a:xfrm>
              <a:off x="3280550" y="3470900"/>
              <a:ext cx="25575" cy="23700"/>
            </a:xfrm>
            <a:custGeom>
              <a:avLst/>
              <a:gdLst/>
              <a:ahLst/>
              <a:cxnLst/>
              <a:rect l="l" t="t" r="r" b="b"/>
              <a:pathLst>
                <a:path w="1023" h="948" extrusionOk="0">
                  <a:moveTo>
                    <a:pt x="419" y="0"/>
                  </a:moveTo>
                  <a:cubicBezTo>
                    <a:pt x="358" y="21"/>
                    <a:pt x="297" y="31"/>
                    <a:pt x="235" y="52"/>
                  </a:cubicBezTo>
                  <a:cubicBezTo>
                    <a:pt x="103" y="113"/>
                    <a:pt x="11" y="245"/>
                    <a:pt x="1" y="450"/>
                  </a:cubicBezTo>
                  <a:cubicBezTo>
                    <a:pt x="1" y="740"/>
                    <a:pt x="265" y="947"/>
                    <a:pt x="521" y="947"/>
                  </a:cubicBezTo>
                  <a:cubicBezTo>
                    <a:pt x="563" y="947"/>
                    <a:pt x="604" y="942"/>
                    <a:pt x="644" y="930"/>
                  </a:cubicBezTo>
                  <a:cubicBezTo>
                    <a:pt x="920" y="849"/>
                    <a:pt x="1022" y="501"/>
                    <a:pt x="859" y="245"/>
                  </a:cubicBezTo>
                  <a:cubicBezTo>
                    <a:pt x="767" y="72"/>
                    <a:pt x="583" y="0"/>
                    <a:pt x="4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9659;p49">
              <a:extLst>
                <a:ext uri="{FF2B5EF4-FFF2-40B4-BE49-F238E27FC236}">
                  <a16:creationId xmlns:a16="http://schemas.microsoft.com/office/drawing/2014/main" id="{745769BD-DCBF-39EC-F9F3-29D47D7B0FF6}"/>
                </a:ext>
              </a:extLst>
            </p:cNvPr>
            <p:cNvSpPr/>
            <p:nvPr/>
          </p:nvSpPr>
          <p:spPr>
            <a:xfrm>
              <a:off x="3258850" y="3472175"/>
              <a:ext cx="37825" cy="28875"/>
            </a:xfrm>
            <a:custGeom>
              <a:avLst/>
              <a:gdLst/>
              <a:ahLst/>
              <a:cxnLst/>
              <a:rect l="l" t="t" r="r" b="b"/>
              <a:pathLst>
                <a:path w="1513" h="1155" extrusionOk="0">
                  <a:moveTo>
                    <a:pt x="1103" y="1"/>
                  </a:moveTo>
                  <a:lnTo>
                    <a:pt x="1103" y="1"/>
                  </a:lnTo>
                  <a:cubicBezTo>
                    <a:pt x="746" y="92"/>
                    <a:pt x="358" y="205"/>
                    <a:pt x="41" y="317"/>
                  </a:cubicBezTo>
                  <a:cubicBezTo>
                    <a:pt x="0" y="623"/>
                    <a:pt x="82" y="971"/>
                    <a:pt x="347" y="1155"/>
                  </a:cubicBezTo>
                  <a:cubicBezTo>
                    <a:pt x="347" y="1155"/>
                    <a:pt x="1185" y="981"/>
                    <a:pt x="1512" y="879"/>
                  </a:cubicBezTo>
                  <a:lnTo>
                    <a:pt x="1512" y="879"/>
                  </a:lnTo>
                  <a:cubicBezTo>
                    <a:pt x="1472" y="891"/>
                    <a:pt x="1431" y="896"/>
                    <a:pt x="1389" y="896"/>
                  </a:cubicBezTo>
                  <a:cubicBezTo>
                    <a:pt x="1133" y="896"/>
                    <a:pt x="869" y="689"/>
                    <a:pt x="869" y="399"/>
                  </a:cubicBezTo>
                  <a:cubicBezTo>
                    <a:pt x="879" y="194"/>
                    <a:pt x="971" y="62"/>
                    <a:pt x="11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9660;p49">
              <a:extLst>
                <a:ext uri="{FF2B5EF4-FFF2-40B4-BE49-F238E27FC236}">
                  <a16:creationId xmlns:a16="http://schemas.microsoft.com/office/drawing/2014/main" id="{740B26EA-21B9-F9EB-DC9E-FEE40BC5C0D0}"/>
                </a:ext>
              </a:extLst>
            </p:cNvPr>
            <p:cNvSpPr/>
            <p:nvPr/>
          </p:nvSpPr>
          <p:spPr>
            <a:xfrm>
              <a:off x="3174300" y="3467575"/>
              <a:ext cx="61325" cy="86900"/>
            </a:xfrm>
            <a:custGeom>
              <a:avLst/>
              <a:gdLst/>
              <a:ahLst/>
              <a:cxnLst/>
              <a:rect l="l" t="t" r="r" b="b"/>
              <a:pathLst>
                <a:path w="2453" h="3476" extrusionOk="0">
                  <a:moveTo>
                    <a:pt x="1227" y="1"/>
                  </a:moveTo>
                  <a:lnTo>
                    <a:pt x="1227" y="1"/>
                  </a:lnTo>
                  <a:cubicBezTo>
                    <a:pt x="696" y="103"/>
                    <a:pt x="297" y="583"/>
                    <a:pt x="144" y="1094"/>
                  </a:cubicBezTo>
                  <a:cubicBezTo>
                    <a:pt x="1" y="1604"/>
                    <a:pt x="72" y="2176"/>
                    <a:pt x="358" y="2616"/>
                  </a:cubicBezTo>
                  <a:cubicBezTo>
                    <a:pt x="634" y="3025"/>
                    <a:pt x="1094" y="3290"/>
                    <a:pt x="1574" y="3423"/>
                  </a:cubicBezTo>
                  <a:cubicBezTo>
                    <a:pt x="1699" y="3454"/>
                    <a:pt x="1833" y="3476"/>
                    <a:pt x="1965" y="3476"/>
                  </a:cubicBezTo>
                  <a:cubicBezTo>
                    <a:pt x="2136" y="3476"/>
                    <a:pt x="2304" y="3439"/>
                    <a:pt x="2442" y="3341"/>
                  </a:cubicBezTo>
                  <a:lnTo>
                    <a:pt x="2453" y="3331"/>
                  </a:lnTo>
                  <a:cubicBezTo>
                    <a:pt x="2351" y="3280"/>
                    <a:pt x="2248" y="3229"/>
                    <a:pt x="2156" y="3157"/>
                  </a:cubicBezTo>
                  <a:cubicBezTo>
                    <a:pt x="1584" y="2769"/>
                    <a:pt x="1196" y="2105"/>
                    <a:pt x="1084" y="1411"/>
                  </a:cubicBezTo>
                  <a:cubicBezTo>
                    <a:pt x="1012" y="941"/>
                    <a:pt x="1063" y="450"/>
                    <a:pt x="1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661;p49">
              <a:extLst>
                <a:ext uri="{FF2B5EF4-FFF2-40B4-BE49-F238E27FC236}">
                  <a16:creationId xmlns:a16="http://schemas.microsoft.com/office/drawing/2014/main" id="{34B30D2D-4788-91AA-2DEB-74B4E1B496B5}"/>
                </a:ext>
              </a:extLst>
            </p:cNvPr>
            <p:cNvSpPr/>
            <p:nvPr/>
          </p:nvSpPr>
          <p:spPr>
            <a:xfrm>
              <a:off x="3223850" y="3442650"/>
              <a:ext cx="106525" cy="99150"/>
            </a:xfrm>
            <a:custGeom>
              <a:avLst/>
              <a:gdLst/>
              <a:ahLst/>
              <a:cxnLst/>
              <a:rect l="l" t="t" r="r" b="b"/>
              <a:pathLst>
                <a:path w="4261" h="3966" extrusionOk="0">
                  <a:moveTo>
                    <a:pt x="2687" y="1130"/>
                  </a:moveTo>
                  <a:cubicBezTo>
                    <a:pt x="2851" y="1130"/>
                    <a:pt x="3035" y="1202"/>
                    <a:pt x="3127" y="1375"/>
                  </a:cubicBezTo>
                  <a:cubicBezTo>
                    <a:pt x="3290" y="1631"/>
                    <a:pt x="3188" y="1979"/>
                    <a:pt x="2912" y="2060"/>
                  </a:cubicBezTo>
                  <a:cubicBezTo>
                    <a:pt x="2585" y="2162"/>
                    <a:pt x="1747" y="2336"/>
                    <a:pt x="1747" y="2336"/>
                  </a:cubicBezTo>
                  <a:cubicBezTo>
                    <a:pt x="1482" y="2152"/>
                    <a:pt x="1400" y="1804"/>
                    <a:pt x="1441" y="1498"/>
                  </a:cubicBezTo>
                  <a:cubicBezTo>
                    <a:pt x="1758" y="1386"/>
                    <a:pt x="2146" y="1273"/>
                    <a:pt x="2503" y="1182"/>
                  </a:cubicBezTo>
                  <a:cubicBezTo>
                    <a:pt x="2555" y="1151"/>
                    <a:pt x="2626" y="1141"/>
                    <a:pt x="2687" y="1130"/>
                  </a:cubicBezTo>
                  <a:close/>
                  <a:moveTo>
                    <a:pt x="1978" y="1"/>
                  </a:moveTo>
                  <a:cubicBezTo>
                    <a:pt x="1852" y="1"/>
                    <a:pt x="1727" y="13"/>
                    <a:pt x="1604" y="37"/>
                  </a:cubicBezTo>
                  <a:cubicBezTo>
                    <a:pt x="573" y="242"/>
                    <a:pt x="1" y="1345"/>
                    <a:pt x="195" y="2336"/>
                  </a:cubicBezTo>
                  <a:cubicBezTo>
                    <a:pt x="367" y="3229"/>
                    <a:pt x="1279" y="3966"/>
                    <a:pt x="2183" y="3966"/>
                  </a:cubicBezTo>
                  <a:cubicBezTo>
                    <a:pt x="2458" y="3966"/>
                    <a:pt x="2732" y="3898"/>
                    <a:pt x="2984" y="3746"/>
                  </a:cubicBezTo>
                  <a:cubicBezTo>
                    <a:pt x="4138" y="3030"/>
                    <a:pt x="4261" y="1468"/>
                    <a:pt x="3300" y="538"/>
                  </a:cubicBezTo>
                  <a:cubicBezTo>
                    <a:pt x="2915" y="168"/>
                    <a:pt x="2441" y="1"/>
                    <a:pt x="19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662;p49">
              <a:extLst>
                <a:ext uri="{FF2B5EF4-FFF2-40B4-BE49-F238E27FC236}">
                  <a16:creationId xmlns:a16="http://schemas.microsoft.com/office/drawing/2014/main" id="{E631B5D1-7719-EA1B-5F83-DCA4DE981ECA}"/>
                </a:ext>
              </a:extLst>
            </p:cNvPr>
            <p:cNvSpPr/>
            <p:nvPr/>
          </p:nvSpPr>
          <p:spPr>
            <a:xfrm>
              <a:off x="3122950" y="3433875"/>
              <a:ext cx="140275" cy="143525"/>
            </a:xfrm>
            <a:custGeom>
              <a:avLst/>
              <a:gdLst/>
              <a:ahLst/>
              <a:cxnLst/>
              <a:rect l="l" t="t" r="r" b="b"/>
              <a:pathLst>
                <a:path w="5611" h="5741" extrusionOk="0">
                  <a:moveTo>
                    <a:pt x="4200" y="0"/>
                  </a:moveTo>
                  <a:lnTo>
                    <a:pt x="4200" y="0"/>
                  </a:lnTo>
                  <a:cubicBezTo>
                    <a:pt x="1585" y="102"/>
                    <a:pt x="1" y="3381"/>
                    <a:pt x="2126" y="5088"/>
                  </a:cubicBezTo>
                  <a:cubicBezTo>
                    <a:pt x="2609" y="5470"/>
                    <a:pt x="3277" y="5741"/>
                    <a:pt x="3965" y="5741"/>
                  </a:cubicBezTo>
                  <a:cubicBezTo>
                    <a:pt x="4527" y="5741"/>
                    <a:pt x="5103" y="5559"/>
                    <a:pt x="5600" y="5108"/>
                  </a:cubicBezTo>
                  <a:lnTo>
                    <a:pt x="5610" y="5068"/>
                  </a:lnTo>
                  <a:cubicBezTo>
                    <a:pt x="5375" y="5027"/>
                    <a:pt x="5150" y="4955"/>
                    <a:pt x="4925" y="4863"/>
                  </a:cubicBezTo>
                  <a:cubicBezTo>
                    <a:pt x="4782" y="4812"/>
                    <a:pt x="4639" y="4750"/>
                    <a:pt x="4507" y="4679"/>
                  </a:cubicBezTo>
                  <a:lnTo>
                    <a:pt x="4496" y="4689"/>
                  </a:lnTo>
                  <a:cubicBezTo>
                    <a:pt x="4358" y="4787"/>
                    <a:pt x="4190" y="4824"/>
                    <a:pt x="4019" y="4824"/>
                  </a:cubicBezTo>
                  <a:cubicBezTo>
                    <a:pt x="3887" y="4824"/>
                    <a:pt x="3753" y="4802"/>
                    <a:pt x="3628" y="4771"/>
                  </a:cubicBezTo>
                  <a:cubicBezTo>
                    <a:pt x="3148" y="4638"/>
                    <a:pt x="2688" y="4373"/>
                    <a:pt x="2412" y="3964"/>
                  </a:cubicBezTo>
                  <a:cubicBezTo>
                    <a:pt x="2126" y="3524"/>
                    <a:pt x="2055" y="2952"/>
                    <a:pt x="2198" y="2442"/>
                  </a:cubicBezTo>
                  <a:cubicBezTo>
                    <a:pt x="2351" y="1931"/>
                    <a:pt x="2750" y="1451"/>
                    <a:pt x="3281" y="1349"/>
                  </a:cubicBezTo>
                  <a:cubicBezTo>
                    <a:pt x="3352" y="1134"/>
                    <a:pt x="3444" y="930"/>
                    <a:pt x="3556" y="736"/>
                  </a:cubicBezTo>
                  <a:cubicBezTo>
                    <a:pt x="3730" y="450"/>
                    <a:pt x="3944" y="205"/>
                    <a:pt x="42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9663;p49">
              <a:extLst>
                <a:ext uri="{FF2B5EF4-FFF2-40B4-BE49-F238E27FC236}">
                  <a16:creationId xmlns:a16="http://schemas.microsoft.com/office/drawing/2014/main" id="{F7395C94-651D-E6CE-5D3D-787AF9D7E4E1}"/>
                </a:ext>
              </a:extLst>
            </p:cNvPr>
            <p:cNvSpPr/>
            <p:nvPr/>
          </p:nvSpPr>
          <p:spPr>
            <a:xfrm>
              <a:off x="3199575" y="3418675"/>
              <a:ext cx="146900" cy="143400"/>
            </a:xfrm>
            <a:custGeom>
              <a:avLst/>
              <a:gdLst/>
              <a:ahLst/>
              <a:cxnLst/>
              <a:rect l="l" t="t" r="r" b="b"/>
              <a:pathLst>
                <a:path w="5876" h="5736" extrusionOk="0">
                  <a:moveTo>
                    <a:pt x="2949" y="960"/>
                  </a:moveTo>
                  <a:cubicBezTo>
                    <a:pt x="3412" y="960"/>
                    <a:pt x="3886" y="1127"/>
                    <a:pt x="4271" y="1497"/>
                  </a:cubicBezTo>
                  <a:cubicBezTo>
                    <a:pt x="5232" y="2427"/>
                    <a:pt x="5109" y="3989"/>
                    <a:pt x="3955" y="4705"/>
                  </a:cubicBezTo>
                  <a:cubicBezTo>
                    <a:pt x="3703" y="4857"/>
                    <a:pt x="3429" y="4925"/>
                    <a:pt x="3154" y="4925"/>
                  </a:cubicBezTo>
                  <a:cubicBezTo>
                    <a:pt x="2250" y="4925"/>
                    <a:pt x="1338" y="4188"/>
                    <a:pt x="1166" y="3295"/>
                  </a:cubicBezTo>
                  <a:cubicBezTo>
                    <a:pt x="972" y="2304"/>
                    <a:pt x="1544" y="1201"/>
                    <a:pt x="2575" y="996"/>
                  </a:cubicBezTo>
                  <a:cubicBezTo>
                    <a:pt x="2698" y="972"/>
                    <a:pt x="2823" y="960"/>
                    <a:pt x="2949" y="960"/>
                  </a:cubicBezTo>
                  <a:close/>
                  <a:moveTo>
                    <a:pt x="2801" y="0"/>
                  </a:moveTo>
                  <a:cubicBezTo>
                    <a:pt x="2612" y="0"/>
                    <a:pt x="2424" y="20"/>
                    <a:pt x="2239" y="66"/>
                  </a:cubicBezTo>
                  <a:cubicBezTo>
                    <a:pt x="1840" y="179"/>
                    <a:pt x="1462" y="363"/>
                    <a:pt x="1135" y="608"/>
                  </a:cubicBezTo>
                  <a:cubicBezTo>
                    <a:pt x="879" y="813"/>
                    <a:pt x="665" y="1058"/>
                    <a:pt x="491" y="1344"/>
                  </a:cubicBezTo>
                  <a:cubicBezTo>
                    <a:pt x="379" y="1538"/>
                    <a:pt x="287" y="1742"/>
                    <a:pt x="216" y="1957"/>
                  </a:cubicBezTo>
                  <a:cubicBezTo>
                    <a:pt x="52" y="2406"/>
                    <a:pt x="1" y="2897"/>
                    <a:pt x="73" y="3367"/>
                  </a:cubicBezTo>
                  <a:cubicBezTo>
                    <a:pt x="185" y="4061"/>
                    <a:pt x="573" y="4725"/>
                    <a:pt x="1145" y="5113"/>
                  </a:cubicBezTo>
                  <a:cubicBezTo>
                    <a:pt x="1237" y="5185"/>
                    <a:pt x="1340" y="5236"/>
                    <a:pt x="1442" y="5287"/>
                  </a:cubicBezTo>
                  <a:cubicBezTo>
                    <a:pt x="1574" y="5358"/>
                    <a:pt x="1717" y="5420"/>
                    <a:pt x="1860" y="5471"/>
                  </a:cubicBezTo>
                  <a:cubicBezTo>
                    <a:pt x="2085" y="5563"/>
                    <a:pt x="2310" y="5635"/>
                    <a:pt x="2545" y="5676"/>
                  </a:cubicBezTo>
                  <a:cubicBezTo>
                    <a:pt x="2555" y="5685"/>
                    <a:pt x="2575" y="5685"/>
                    <a:pt x="2596" y="5696"/>
                  </a:cubicBezTo>
                  <a:cubicBezTo>
                    <a:pt x="2637" y="5696"/>
                    <a:pt x="2688" y="5706"/>
                    <a:pt x="2739" y="5716"/>
                  </a:cubicBezTo>
                  <a:cubicBezTo>
                    <a:pt x="2838" y="5729"/>
                    <a:pt x="2938" y="5736"/>
                    <a:pt x="3039" y="5736"/>
                  </a:cubicBezTo>
                  <a:cubicBezTo>
                    <a:pt x="3330" y="5736"/>
                    <a:pt x="3623" y="5682"/>
                    <a:pt x="3903" y="5583"/>
                  </a:cubicBezTo>
                  <a:cubicBezTo>
                    <a:pt x="4098" y="5522"/>
                    <a:pt x="4282" y="5430"/>
                    <a:pt x="4445" y="5328"/>
                  </a:cubicBezTo>
                  <a:cubicBezTo>
                    <a:pt x="4956" y="5011"/>
                    <a:pt x="5354" y="4521"/>
                    <a:pt x="5579" y="3969"/>
                  </a:cubicBezTo>
                  <a:cubicBezTo>
                    <a:pt x="5835" y="3356"/>
                    <a:pt x="5876" y="2661"/>
                    <a:pt x="5692" y="2018"/>
                  </a:cubicBezTo>
                  <a:cubicBezTo>
                    <a:pt x="5508" y="1385"/>
                    <a:pt x="5089" y="822"/>
                    <a:pt x="4516" y="475"/>
                  </a:cubicBezTo>
                  <a:cubicBezTo>
                    <a:pt x="4241" y="302"/>
                    <a:pt x="3924" y="189"/>
                    <a:pt x="3608" y="107"/>
                  </a:cubicBezTo>
                  <a:cubicBezTo>
                    <a:pt x="3343" y="41"/>
                    <a:pt x="3072" y="0"/>
                    <a:pt x="28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9664;p49">
              <a:extLst>
                <a:ext uri="{FF2B5EF4-FFF2-40B4-BE49-F238E27FC236}">
                  <a16:creationId xmlns:a16="http://schemas.microsoft.com/office/drawing/2014/main" id="{48D0AD13-E9AD-A722-CA4B-F4E18F394A44}"/>
                </a:ext>
              </a:extLst>
            </p:cNvPr>
            <p:cNvSpPr/>
            <p:nvPr/>
          </p:nvSpPr>
          <p:spPr>
            <a:xfrm>
              <a:off x="3680025" y="4485650"/>
              <a:ext cx="80450" cy="102700"/>
            </a:xfrm>
            <a:custGeom>
              <a:avLst/>
              <a:gdLst/>
              <a:ahLst/>
              <a:cxnLst/>
              <a:rect l="l" t="t" r="r" b="b"/>
              <a:pathLst>
                <a:path w="3218" h="4108" extrusionOk="0">
                  <a:moveTo>
                    <a:pt x="1069" y="0"/>
                  </a:moveTo>
                  <a:cubicBezTo>
                    <a:pt x="1036" y="0"/>
                    <a:pt x="1003" y="3"/>
                    <a:pt x="970" y="10"/>
                  </a:cubicBezTo>
                  <a:cubicBezTo>
                    <a:pt x="943" y="7"/>
                    <a:pt x="916" y="5"/>
                    <a:pt x="890" y="5"/>
                  </a:cubicBezTo>
                  <a:cubicBezTo>
                    <a:pt x="683" y="5"/>
                    <a:pt x="515" y="108"/>
                    <a:pt x="388" y="235"/>
                  </a:cubicBezTo>
                  <a:cubicBezTo>
                    <a:pt x="286" y="337"/>
                    <a:pt x="204" y="459"/>
                    <a:pt x="132" y="582"/>
                  </a:cubicBezTo>
                  <a:cubicBezTo>
                    <a:pt x="204" y="766"/>
                    <a:pt x="276" y="960"/>
                    <a:pt x="337" y="1144"/>
                  </a:cubicBezTo>
                  <a:cubicBezTo>
                    <a:pt x="450" y="1461"/>
                    <a:pt x="562" y="1778"/>
                    <a:pt x="541" y="2114"/>
                  </a:cubicBezTo>
                  <a:cubicBezTo>
                    <a:pt x="521" y="2441"/>
                    <a:pt x="337" y="2789"/>
                    <a:pt x="21" y="2881"/>
                  </a:cubicBezTo>
                  <a:cubicBezTo>
                    <a:pt x="30" y="3045"/>
                    <a:pt x="30" y="3208"/>
                    <a:pt x="30" y="3361"/>
                  </a:cubicBezTo>
                  <a:cubicBezTo>
                    <a:pt x="21" y="3586"/>
                    <a:pt x="0" y="3821"/>
                    <a:pt x="102" y="4025"/>
                  </a:cubicBezTo>
                  <a:cubicBezTo>
                    <a:pt x="123" y="4056"/>
                    <a:pt x="143" y="4087"/>
                    <a:pt x="164" y="4107"/>
                  </a:cubicBezTo>
                  <a:cubicBezTo>
                    <a:pt x="316" y="4107"/>
                    <a:pt x="480" y="4107"/>
                    <a:pt x="613" y="4025"/>
                  </a:cubicBezTo>
                  <a:cubicBezTo>
                    <a:pt x="695" y="3984"/>
                    <a:pt x="745" y="3913"/>
                    <a:pt x="817" y="3862"/>
                  </a:cubicBezTo>
                  <a:cubicBezTo>
                    <a:pt x="925" y="3786"/>
                    <a:pt x="1050" y="3757"/>
                    <a:pt x="1180" y="3757"/>
                  </a:cubicBezTo>
                  <a:cubicBezTo>
                    <a:pt x="1348" y="3757"/>
                    <a:pt x="1525" y="3804"/>
                    <a:pt x="1685" y="3862"/>
                  </a:cubicBezTo>
                  <a:cubicBezTo>
                    <a:pt x="1936" y="3963"/>
                    <a:pt x="2195" y="4091"/>
                    <a:pt x="2462" y="4091"/>
                  </a:cubicBezTo>
                  <a:cubicBezTo>
                    <a:pt x="2489" y="4091"/>
                    <a:pt x="2516" y="4089"/>
                    <a:pt x="2544" y="4087"/>
                  </a:cubicBezTo>
                  <a:cubicBezTo>
                    <a:pt x="2830" y="4056"/>
                    <a:pt x="3085" y="3841"/>
                    <a:pt x="3177" y="3576"/>
                  </a:cubicBezTo>
                  <a:lnTo>
                    <a:pt x="3218" y="3565"/>
                  </a:lnTo>
                  <a:lnTo>
                    <a:pt x="3218" y="3535"/>
                  </a:lnTo>
                  <a:cubicBezTo>
                    <a:pt x="3157" y="3320"/>
                    <a:pt x="3065" y="3126"/>
                    <a:pt x="2973" y="2922"/>
                  </a:cubicBezTo>
                  <a:cubicBezTo>
                    <a:pt x="2963" y="2902"/>
                    <a:pt x="2952" y="2881"/>
                    <a:pt x="2952" y="2861"/>
                  </a:cubicBezTo>
                  <a:lnTo>
                    <a:pt x="2942" y="2861"/>
                  </a:lnTo>
                  <a:cubicBezTo>
                    <a:pt x="2513" y="2727"/>
                    <a:pt x="2155" y="2411"/>
                    <a:pt x="1982" y="2002"/>
                  </a:cubicBezTo>
                  <a:cubicBezTo>
                    <a:pt x="1819" y="1594"/>
                    <a:pt x="1839" y="1113"/>
                    <a:pt x="2043" y="725"/>
                  </a:cubicBezTo>
                  <a:cubicBezTo>
                    <a:pt x="2012" y="695"/>
                    <a:pt x="1971" y="664"/>
                    <a:pt x="1941" y="633"/>
                  </a:cubicBezTo>
                  <a:cubicBezTo>
                    <a:pt x="1798" y="490"/>
                    <a:pt x="1676" y="327"/>
                    <a:pt x="1522" y="194"/>
                  </a:cubicBezTo>
                  <a:cubicBezTo>
                    <a:pt x="1394" y="83"/>
                    <a:pt x="1237" y="0"/>
                    <a:pt x="10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665;p49">
              <a:extLst>
                <a:ext uri="{FF2B5EF4-FFF2-40B4-BE49-F238E27FC236}">
                  <a16:creationId xmlns:a16="http://schemas.microsoft.com/office/drawing/2014/main" id="{6F1469C1-F669-A993-AB58-2886EE2B979A}"/>
                </a:ext>
              </a:extLst>
            </p:cNvPr>
            <p:cNvSpPr/>
            <p:nvPr/>
          </p:nvSpPr>
          <p:spPr>
            <a:xfrm>
              <a:off x="3308650" y="4464950"/>
              <a:ext cx="132325" cy="98750"/>
            </a:xfrm>
            <a:custGeom>
              <a:avLst/>
              <a:gdLst/>
              <a:ahLst/>
              <a:cxnLst/>
              <a:rect l="l" t="t" r="r" b="b"/>
              <a:pathLst>
                <a:path w="5293" h="3950" extrusionOk="0">
                  <a:moveTo>
                    <a:pt x="4169" y="0"/>
                  </a:moveTo>
                  <a:cubicBezTo>
                    <a:pt x="3862" y="450"/>
                    <a:pt x="3556" y="869"/>
                    <a:pt x="3239" y="1298"/>
                  </a:cubicBezTo>
                  <a:cubicBezTo>
                    <a:pt x="3116" y="1451"/>
                    <a:pt x="3004" y="1614"/>
                    <a:pt x="2851" y="1737"/>
                  </a:cubicBezTo>
                  <a:cubicBezTo>
                    <a:pt x="2687" y="1880"/>
                    <a:pt x="2483" y="1982"/>
                    <a:pt x="2278" y="2074"/>
                  </a:cubicBezTo>
                  <a:cubicBezTo>
                    <a:pt x="1768" y="2320"/>
                    <a:pt x="1267" y="2565"/>
                    <a:pt x="757" y="2810"/>
                  </a:cubicBezTo>
                  <a:cubicBezTo>
                    <a:pt x="491" y="2933"/>
                    <a:pt x="225" y="3065"/>
                    <a:pt x="1" y="3260"/>
                  </a:cubicBezTo>
                  <a:cubicBezTo>
                    <a:pt x="7" y="3259"/>
                    <a:pt x="13" y="3259"/>
                    <a:pt x="19" y="3259"/>
                  </a:cubicBezTo>
                  <a:cubicBezTo>
                    <a:pt x="175" y="3259"/>
                    <a:pt x="311" y="3387"/>
                    <a:pt x="409" y="3515"/>
                  </a:cubicBezTo>
                  <a:cubicBezTo>
                    <a:pt x="521" y="3658"/>
                    <a:pt x="614" y="3821"/>
                    <a:pt x="777" y="3903"/>
                  </a:cubicBezTo>
                  <a:cubicBezTo>
                    <a:pt x="852" y="3938"/>
                    <a:pt x="934" y="3950"/>
                    <a:pt x="1019" y="3950"/>
                  </a:cubicBezTo>
                  <a:cubicBezTo>
                    <a:pt x="1084" y="3950"/>
                    <a:pt x="1150" y="3943"/>
                    <a:pt x="1216" y="3934"/>
                  </a:cubicBezTo>
                  <a:cubicBezTo>
                    <a:pt x="1921" y="3873"/>
                    <a:pt x="2626" y="3801"/>
                    <a:pt x="3321" y="3678"/>
                  </a:cubicBezTo>
                  <a:lnTo>
                    <a:pt x="3321" y="3658"/>
                  </a:lnTo>
                  <a:cubicBezTo>
                    <a:pt x="3229" y="3280"/>
                    <a:pt x="3177" y="2861"/>
                    <a:pt x="3361" y="2513"/>
                  </a:cubicBezTo>
                  <a:cubicBezTo>
                    <a:pt x="3504" y="2238"/>
                    <a:pt x="3770" y="2043"/>
                    <a:pt x="4056" y="1900"/>
                  </a:cubicBezTo>
                  <a:cubicBezTo>
                    <a:pt x="4332" y="1757"/>
                    <a:pt x="4628" y="1635"/>
                    <a:pt x="4884" y="1441"/>
                  </a:cubicBezTo>
                  <a:cubicBezTo>
                    <a:pt x="5047" y="1318"/>
                    <a:pt x="5180" y="1165"/>
                    <a:pt x="5262" y="981"/>
                  </a:cubicBezTo>
                  <a:lnTo>
                    <a:pt x="5293" y="971"/>
                  </a:lnTo>
                  <a:cubicBezTo>
                    <a:pt x="5180" y="797"/>
                    <a:pt x="5098" y="593"/>
                    <a:pt x="4966" y="429"/>
                  </a:cubicBezTo>
                  <a:cubicBezTo>
                    <a:pt x="4823" y="256"/>
                    <a:pt x="4628" y="123"/>
                    <a:pt x="4424" y="52"/>
                  </a:cubicBezTo>
                  <a:cubicBezTo>
                    <a:pt x="4342" y="31"/>
                    <a:pt x="4251" y="11"/>
                    <a:pt x="416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9666;p49">
              <a:extLst>
                <a:ext uri="{FF2B5EF4-FFF2-40B4-BE49-F238E27FC236}">
                  <a16:creationId xmlns:a16="http://schemas.microsoft.com/office/drawing/2014/main" id="{84F01DD3-C60D-037B-C5EA-7984BF844BD6}"/>
                </a:ext>
              </a:extLst>
            </p:cNvPr>
            <p:cNvSpPr/>
            <p:nvPr/>
          </p:nvSpPr>
          <p:spPr>
            <a:xfrm>
              <a:off x="3264200" y="3558250"/>
              <a:ext cx="184950" cy="168250"/>
            </a:xfrm>
            <a:custGeom>
              <a:avLst/>
              <a:gdLst/>
              <a:ahLst/>
              <a:cxnLst/>
              <a:rect l="l" t="t" r="r" b="b"/>
              <a:pathLst>
                <a:path w="7398" h="6730" extrusionOk="0">
                  <a:moveTo>
                    <a:pt x="1318" y="0"/>
                  </a:moveTo>
                  <a:cubicBezTo>
                    <a:pt x="1038" y="99"/>
                    <a:pt x="745" y="153"/>
                    <a:pt x="454" y="153"/>
                  </a:cubicBezTo>
                  <a:cubicBezTo>
                    <a:pt x="353" y="153"/>
                    <a:pt x="253" y="146"/>
                    <a:pt x="154" y="133"/>
                  </a:cubicBezTo>
                  <a:cubicBezTo>
                    <a:pt x="103" y="123"/>
                    <a:pt x="52" y="113"/>
                    <a:pt x="11" y="113"/>
                  </a:cubicBezTo>
                  <a:lnTo>
                    <a:pt x="1" y="174"/>
                  </a:lnTo>
                  <a:cubicBezTo>
                    <a:pt x="256" y="2095"/>
                    <a:pt x="971" y="3934"/>
                    <a:pt x="1840" y="5671"/>
                  </a:cubicBezTo>
                  <a:cubicBezTo>
                    <a:pt x="2054" y="6079"/>
                    <a:pt x="2310" y="6529"/>
                    <a:pt x="2749" y="6672"/>
                  </a:cubicBezTo>
                  <a:cubicBezTo>
                    <a:pt x="2860" y="6713"/>
                    <a:pt x="2975" y="6729"/>
                    <a:pt x="3090" y="6729"/>
                  </a:cubicBezTo>
                  <a:cubicBezTo>
                    <a:pt x="3291" y="6729"/>
                    <a:pt x="3494" y="6679"/>
                    <a:pt x="3689" y="6620"/>
                  </a:cubicBezTo>
                  <a:cubicBezTo>
                    <a:pt x="5139" y="6191"/>
                    <a:pt x="6324" y="5180"/>
                    <a:pt x="7398" y="4107"/>
                  </a:cubicBezTo>
                  <a:lnTo>
                    <a:pt x="7377" y="4097"/>
                  </a:lnTo>
                  <a:cubicBezTo>
                    <a:pt x="6785" y="3045"/>
                    <a:pt x="5957" y="2136"/>
                    <a:pt x="4966" y="1441"/>
                  </a:cubicBezTo>
                  <a:lnTo>
                    <a:pt x="4966" y="1430"/>
                  </a:lnTo>
                  <a:cubicBezTo>
                    <a:pt x="4690" y="1676"/>
                    <a:pt x="4455" y="1952"/>
                    <a:pt x="4240" y="2248"/>
                  </a:cubicBezTo>
                  <a:cubicBezTo>
                    <a:pt x="3995" y="2616"/>
                    <a:pt x="3781" y="3024"/>
                    <a:pt x="3434" y="3290"/>
                  </a:cubicBezTo>
                  <a:cubicBezTo>
                    <a:pt x="3239" y="2902"/>
                    <a:pt x="3014" y="2524"/>
                    <a:pt x="2769" y="2156"/>
                  </a:cubicBezTo>
                  <a:cubicBezTo>
                    <a:pt x="2524" y="1809"/>
                    <a:pt x="2258" y="1482"/>
                    <a:pt x="2003" y="1135"/>
                  </a:cubicBezTo>
                  <a:cubicBezTo>
                    <a:pt x="1768" y="787"/>
                    <a:pt x="1543" y="440"/>
                    <a:pt x="1339" y="72"/>
                  </a:cubicBezTo>
                  <a:lnTo>
                    <a:pt x="1318" y="0"/>
                  </a:lnTo>
                  <a:close/>
                </a:path>
              </a:pathLst>
            </a:custGeom>
            <a:solidFill>
              <a:srgbClr val="FFC6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9667;p49">
              <a:extLst>
                <a:ext uri="{FF2B5EF4-FFF2-40B4-BE49-F238E27FC236}">
                  <a16:creationId xmlns:a16="http://schemas.microsoft.com/office/drawing/2014/main" id="{6AC5A1AA-E862-64BD-A024-0E691327DC6B}"/>
                </a:ext>
              </a:extLst>
            </p:cNvPr>
            <p:cNvSpPr/>
            <p:nvPr/>
          </p:nvSpPr>
          <p:spPr>
            <a:xfrm>
              <a:off x="3297925" y="4534400"/>
              <a:ext cx="190550" cy="42775"/>
            </a:xfrm>
            <a:custGeom>
              <a:avLst/>
              <a:gdLst/>
              <a:ahLst/>
              <a:cxnLst/>
              <a:rect l="l" t="t" r="r" b="b"/>
              <a:pathLst>
                <a:path w="7622" h="1711" extrusionOk="0">
                  <a:moveTo>
                    <a:pt x="7540" y="1"/>
                  </a:moveTo>
                  <a:cubicBezTo>
                    <a:pt x="6396" y="155"/>
                    <a:pt x="5302" y="573"/>
                    <a:pt x="4179" y="818"/>
                  </a:cubicBezTo>
                  <a:cubicBezTo>
                    <a:pt x="4036" y="849"/>
                    <a:pt x="3893" y="880"/>
                    <a:pt x="3750" y="900"/>
                  </a:cubicBezTo>
                  <a:cubicBezTo>
                    <a:pt x="3055" y="1023"/>
                    <a:pt x="2350" y="1095"/>
                    <a:pt x="1645" y="1156"/>
                  </a:cubicBezTo>
                  <a:cubicBezTo>
                    <a:pt x="1579" y="1165"/>
                    <a:pt x="1513" y="1172"/>
                    <a:pt x="1448" y="1172"/>
                  </a:cubicBezTo>
                  <a:cubicBezTo>
                    <a:pt x="1363" y="1172"/>
                    <a:pt x="1281" y="1160"/>
                    <a:pt x="1206" y="1125"/>
                  </a:cubicBezTo>
                  <a:cubicBezTo>
                    <a:pt x="1043" y="1043"/>
                    <a:pt x="950" y="880"/>
                    <a:pt x="838" y="737"/>
                  </a:cubicBezTo>
                  <a:cubicBezTo>
                    <a:pt x="740" y="609"/>
                    <a:pt x="604" y="481"/>
                    <a:pt x="448" y="481"/>
                  </a:cubicBezTo>
                  <a:cubicBezTo>
                    <a:pt x="442" y="481"/>
                    <a:pt x="436" y="481"/>
                    <a:pt x="430" y="482"/>
                  </a:cubicBezTo>
                  <a:lnTo>
                    <a:pt x="389" y="522"/>
                  </a:lnTo>
                  <a:cubicBezTo>
                    <a:pt x="164" y="737"/>
                    <a:pt x="1" y="1054"/>
                    <a:pt x="41" y="1360"/>
                  </a:cubicBezTo>
                  <a:cubicBezTo>
                    <a:pt x="41" y="1421"/>
                    <a:pt x="62" y="1472"/>
                    <a:pt x="103" y="1513"/>
                  </a:cubicBezTo>
                  <a:cubicBezTo>
                    <a:pt x="133" y="1544"/>
                    <a:pt x="184" y="1564"/>
                    <a:pt x="235" y="1574"/>
                  </a:cubicBezTo>
                  <a:cubicBezTo>
                    <a:pt x="613" y="1675"/>
                    <a:pt x="999" y="1710"/>
                    <a:pt x="1388" y="1710"/>
                  </a:cubicBezTo>
                  <a:cubicBezTo>
                    <a:pt x="1831" y="1710"/>
                    <a:pt x="2277" y="1664"/>
                    <a:pt x="2718" y="1615"/>
                  </a:cubicBezTo>
                  <a:cubicBezTo>
                    <a:pt x="3290" y="1544"/>
                    <a:pt x="3862" y="1472"/>
                    <a:pt x="4424" y="1329"/>
                  </a:cubicBezTo>
                  <a:cubicBezTo>
                    <a:pt x="4700" y="1258"/>
                    <a:pt x="4975" y="1166"/>
                    <a:pt x="5262" y="1145"/>
                  </a:cubicBezTo>
                  <a:cubicBezTo>
                    <a:pt x="5320" y="1141"/>
                    <a:pt x="5379" y="1139"/>
                    <a:pt x="5438" y="1139"/>
                  </a:cubicBezTo>
                  <a:cubicBezTo>
                    <a:pt x="5635" y="1139"/>
                    <a:pt x="5831" y="1161"/>
                    <a:pt x="6028" y="1176"/>
                  </a:cubicBezTo>
                  <a:cubicBezTo>
                    <a:pt x="6075" y="1178"/>
                    <a:pt x="6123" y="1179"/>
                    <a:pt x="6170" y="1179"/>
                  </a:cubicBezTo>
                  <a:cubicBezTo>
                    <a:pt x="6378" y="1179"/>
                    <a:pt x="6588" y="1164"/>
                    <a:pt x="6805" y="1156"/>
                  </a:cubicBezTo>
                  <a:cubicBezTo>
                    <a:pt x="6948" y="1145"/>
                    <a:pt x="7100" y="1135"/>
                    <a:pt x="7234" y="1074"/>
                  </a:cubicBezTo>
                  <a:cubicBezTo>
                    <a:pt x="7520" y="920"/>
                    <a:pt x="7622" y="563"/>
                    <a:pt x="7581" y="246"/>
                  </a:cubicBezTo>
                  <a:cubicBezTo>
                    <a:pt x="7570" y="164"/>
                    <a:pt x="7561" y="83"/>
                    <a:pt x="75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668;p49">
              <a:extLst>
                <a:ext uri="{FF2B5EF4-FFF2-40B4-BE49-F238E27FC236}">
                  <a16:creationId xmlns:a16="http://schemas.microsoft.com/office/drawing/2014/main" id="{F3F522F2-9EC5-367B-9E0D-B9E341A70073}"/>
                </a:ext>
              </a:extLst>
            </p:cNvPr>
            <p:cNvSpPr/>
            <p:nvPr/>
          </p:nvSpPr>
          <p:spPr>
            <a:xfrm>
              <a:off x="3388350" y="3586100"/>
              <a:ext cx="66925" cy="74850"/>
            </a:xfrm>
            <a:custGeom>
              <a:avLst/>
              <a:gdLst/>
              <a:ahLst/>
              <a:cxnLst/>
              <a:rect l="l" t="t" r="r" b="b"/>
              <a:pathLst>
                <a:path w="2677" h="2994" extrusionOk="0">
                  <a:moveTo>
                    <a:pt x="388" y="0"/>
                  </a:moveTo>
                  <a:cubicBezTo>
                    <a:pt x="368" y="10"/>
                    <a:pt x="357" y="21"/>
                    <a:pt x="347" y="30"/>
                  </a:cubicBezTo>
                  <a:cubicBezTo>
                    <a:pt x="225" y="123"/>
                    <a:pt x="112" y="214"/>
                    <a:pt x="0" y="316"/>
                  </a:cubicBezTo>
                  <a:lnTo>
                    <a:pt x="0" y="327"/>
                  </a:lnTo>
                  <a:cubicBezTo>
                    <a:pt x="991" y="1022"/>
                    <a:pt x="1819" y="1931"/>
                    <a:pt x="2411" y="2983"/>
                  </a:cubicBezTo>
                  <a:lnTo>
                    <a:pt x="2432" y="2993"/>
                  </a:lnTo>
                  <a:cubicBezTo>
                    <a:pt x="2513" y="2911"/>
                    <a:pt x="2595" y="2820"/>
                    <a:pt x="2677" y="2738"/>
                  </a:cubicBezTo>
                  <a:cubicBezTo>
                    <a:pt x="2666" y="2625"/>
                    <a:pt x="2656" y="2523"/>
                    <a:pt x="2636" y="2411"/>
                  </a:cubicBezTo>
                  <a:lnTo>
                    <a:pt x="2605" y="2411"/>
                  </a:lnTo>
                  <a:cubicBezTo>
                    <a:pt x="2033" y="1481"/>
                    <a:pt x="1277" y="664"/>
                    <a:pt x="398" y="21"/>
                  </a:cubicBezTo>
                  <a:lnTo>
                    <a:pt x="3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669;p49">
              <a:extLst>
                <a:ext uri="{FF2B5EF4-FFF2-40B4-BE49-F238E27FC236}">
                  <a16:creationId xmlns:a16="http://schemas.microsoft.com/office/drawing/2014/main" id="{755D739A-C154-DF58-5DA3-9DF95799D0EB}"/>
                </a:ext>
              </a:extLst>
            </p:cNvPr>
            <p:cNvSpPr/>
            <p:nvPr/>
          </p:nvSpPr>
          <p:spPr>
            <a:xfrm>
              <a:off x="3388075" y="4489225"/>
              <a:ext cx="98375" cy="67700"/>
            </a:xfrm>
            <a:custGeom>
              <a:avLst/>
              <a:gdLst/>
              <a:ahLst/>
              <a:cxnLst/>
              <a:rect l="l" t="t" r="r" b="b"/>
              <a:pathLst>
                <a:path w="3935" h="2708" extrusionOk="0">
                  <a:moveTo>
                    <a:pt x="2116" y="0"/>
                  </a:moveTo>
                  <a:lnTo>
                    <a:pt x="2085" y="10"/>
                  </a:lnTo>
                  <a:cubicBezTo>
                    <a:pt x="2003" y="194"/>
                    <a:pt x="1870" y="347"/>
                    <a:pt x="1707" y="470"/>
                  </a:cubicBezTo>
                  <a:cubicBezTo>
                    <a:pt x="1451" y="664"/>
                    <a:pt x="1155" y="786"/>
                    <a:pt x="879" y="929"/>
                  </a:cubicBezTo>
                  <a:cubicBezTo>
                    <a:pt x="593" y="1072"/>
                    <a:pt x="327" y="1267"/>
                    <a:pt x="184" y="1542"/>
                  </a:cubicBezTo>
                  <a:cubicBezTo>
                    <a:pt x="0" y="1890"/>
                    <a:pt x="52" y="2309"/>
                    <a:pt x="144" y="2687"/>
                  </a:cubicBezTo>
                  <a:lnTo>
                    <a:pt x="144" y="2707"/>
                  </a:lnTo>
                  <a:cubicBezTo>
                    <a:pt x="287" y="2687"/>
                    <a:pt x="430" y="2656"/>
                    <a:pt x="573" y="2625"/>
                  </a:cubicBezTo>
                  <a:cubicBezTo>
                    <a:pt x="1696" y="2380"/>
                    <a:pt x="2790" y="1962"/>
                    <a:pt x="3934" y="1808"/>
                  </a:cubicBezTo>
                  <a:cubicBezTo>
                    <a:pt x="3873" y="1583"/>
                    <a:pt x="3791" y="1358"/>
                    <a:pt x="3740" y="1124"/>
                  </a:cubicBezTo>
                  <a:cubicBezTo>
                    <a:pt x="3678" y="848"/>
                    <a:pt x="3669" y="572"/>
                    <a:pt x="3607" y="296"/>
                  </a:cubicBezTo>
                  <a:cubicBezTo>
                    <a:pt x="3597" y="245"/>
                    <a:pt x="3576" y="184"/>
                    <a:pt x="3535" y="164"/>
                  </a:cubicBezTo>
                  <a:cubicBezTo>
                    <a:pt x="3535" y="153"/>
                    <a:pt x="3526" y="153"/>
                    <a:pt x="3526" y="153"/>
                  </a:cubicBezTo>
                  <a:cubicBezTo>
                    <a:pt x="3516" y="150"/>
                    <a:pt x="3506" y="149"/>
                    <a:pt x="3496" y="149"/>
                  </a:cubicBezTo>
                  <a:cubicBezTo>
                    <a:pt x="3432" y="149"/>
                    <a:pt x="3364" y="201"/>
                    <a:pt x="3311" y="245"/>
                  </a:cubicBezTo>
                  <a:cubicBezTo>
                    <a:pt x="3178" y="363"/>
                    <a:pt x="2999" y="421"/>
                    <a:pt x="2819" y="421"/>
                  </a:cubicBezTo>
                  <a:cubicBezTo>
                    <a:pt x="2639" y="421"/>
                    <a:pt x="2458" y="363"/>
                    <a:pt x="2320" y="245"/>
                  </a:cubicBezTo>
                  <a:cubicBezTo>
                    <a:pt x="2238" y="173"/>
                    <a:pt x="2166" y="92"/>
                    <a:pt x="2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670;p49">
              <a:extLst>
                <a:ext uri="{FF2B5EF4-FFF2-40B4-BE49-F238E27FC236}">
                  <a16:creationId xmlns:a16="http://schemas.microsoft.com/office/drawing/2014/main" id="{9FC2BEB2-9E7D-32BA-7ACD-9B59811AD13E}"/>
                </a:ext>
              </a:extLst>
            </p:cNvPr>
            <p:cNvSpPr/>
            <p:nvPr/>
          </p:nvSpPr>
          <p:spPr>
            <a:xfrm>
              <a:off x="3398050" y="3485975"/>
              <a:ext cx="378025" cy="401000"/>
            </a:xfrm>
            <a:custGeom>
              <a:avLst/>
              <a:gdLst/>
              <a:ahLst/>
              <a:cxnLst/>
              <a:rect l="l" t="t" r="r" b="b"/>
              <a:pathLst>
                <a:path w="15121" h="16040" extrusionOk="0">
                  <a:moveTo>
                    <a:pt x="10012" y="0"/>
                  </a:moveTo>
                  <a:cubicBezTo>
                    <a:pt x="9808" y="470"/>
                    <a:pt x="9511" y="899"/>
                    <a:pt x="9195" y="1297"/>
                  </a:cubicBezTo>
                  <a:cubicBezTo>
                    <a:pt x="8837" y="1747"/>
                    <a:pt x="8449" y="2176"/>
                    <a:pt x="7979" y="2514"/>
                  </a:cubicBezTo>
                  <a:cubicBezTo>
                    <a:pt x="7509" y="2850"/>
                    <a:pt x="6968" y="3086"/>
                    <a:pt x="6385" y="3127"/>
                  </a:cubicBezTo>
                  <a:cubicBezTo>
                    <a:pt x="6317" y="3133"/>
                    <a:pt x="6249" y="3136"/>
                    <a:pt x="6181" y="3136"/>
                  </a:cubicBezTo>
                  <a:cubicBezTo>
                    <a:pt x="5673" y="3136"/>
                    <a:pt x="5160" y="2969"/>
                    <a:pt x="4782" y="2636"/>
                  </a:cubicBezTo>
                  <a:cubicBezTo>
                    <a:pt x="4424" y="2319"/>
                    <a:pt x="4209" y="1880"/>
                    <a:pt x="4005" y="1451"/>
                  </a:cubicBezTo>
                  <a:lnTo>
                    <a:pt x="4005" y="1420"/>
                  </a:lnTo>
                  <a:cubicBezTo>
                    <a:pt x="3556" y="1420"/>
                    <a:pt x="3106" y="1431"/>
                    <a:pt x="2677" y="1563"/>
                  </a:cubicBezTo>
                  <a:cubicBezTo>
                    <a:pt x="1788" y="1849"/>
                    <a:pt x="1134" y="2605"/>
                    <a:pt x="613" y="3372"/>
                  </a:cubicBezTo>
                  <a:cubicBezTo>
                    <a:pt x="532" y="3494"/>
                    <a:pt x="450" y="3617"/>
                    <a:pt x="348" y="3719"/>
                  </a:cubicBezTo>
                  <a:cubicBezTo>
                    <a:pt x="246" y="3831"/>
                    <a:pt x="112" y="3913"/>
                    <a:pt x="0" y="4005"/>
                  </a:cubicBezTo>
                  <a:lnTo>
                    <a:pt x="10" y="4026"/>
                  </a:lnTo>
                  <a:cubicBezTo>
                    <a:pt x="889" y="4669"/>
                    <a:pt x="1645" y="5486"/>
                    <a:pt x="2217" y="6416"/>
                  </a:cubicBezTo>
                  <a:lnTo>
                    <a:pt x="2248" y="6416"/>
                  </a:lnTo>
                  <a:cubicBezTo>
                    <a:pt x="2268" y="6528"/>
                    <a:pt x="2278" y="6630"/>
                    <a:pt x="2289" y="6743"/>
                  </a:cubicBezTo>
                  <a:cubicBezTo>
                    <a:pt x="2411" y="7897"/>
                    <a:pt x="2360" y="9062"/>
                    <a:pt x="2064" y="10186"/>
                  </a:cubicBezTo>
                  <a:cubicBezTo>
                    <a:pt x="1931" y="10676"/>
                    <a:pt x="1747" y="11157"/>
                    <a:pt x="1665" y="11657"/>
                  </a:cubicBezTo>
                  <a:cubicBezTo>
                    <a:pt x="1604" y="12025"/>
                    <a:pt x="1594" y="12392"/>
                    <a:pt x="1563" y="12760"/>
                  </a:cubicBezTo>
                  <a:cubicBezTo>
                    <a:pt x="1481" y="13537"/>
                    <a:pt x="1267" y="14333"/>
                    <a:pt x="787" y="14957"/>
                  </a:cubicBezTo>
                  <a:cubicBezTo>
                    <a:pt x="736" y="15018"/>
                    <a:pt x="675" y="15110"/>
                    <a:pt x="695" y="15192"/>
                  </a:cubicBezTo>
                  <a:cubicBezTo>
                    <a:pt x="725" y="15273"/>
                    <a:pt x="827" y="15304"/>
                    <a:pt x="920" y="15314"/>
                  </a:cubicBezTo>
                  <a:lnTo>
                    <a:pt x="930" y="15325"/>
                  </a:lnTo>
                  <a:cubicBezTo>
                    <a:pt x="1081" y="15342"/>
                    <a:pt x="1233" y="15350"/>
                    <a:pt x="1384" y="15350"/>
                  </a:cubicBezTo>
                  <a:cubicBezTo>
                    <a:pt x="2372" y="15350"/>
                    <a:pt x="3349" y="15021"/>
                    <a:pt x="4342" y="14978"/>
                  </a:cubicBezTo>
                  <a:cubicBezTo>
                    <a:pt x="4438" y="14972"/>
                    <a:pt x="4535" y="14970"/>
                    <a:pt x="4631" y="14970"/>
                  </a:cubicBezTo>
                  <a:cubicBezTo>
                    <a:pt x="5696" y="14970"/>
                    <a:pt x="6744" y="15265"/>
                    <a:pt x="7775" y="15509"/>
                  </a:cubicBezTo>
                  <a:cubicBezTo>
                    <a:pt x="8541" y="15693"/>
                    <a:pt x="9307" y="15836"/>
                    <a:pt x="10083" y="15968"/>
                  </a:cubicBezTo>
                  <a:cubicBezTo>
                    <a:pt x="10135" y="15968"/>
                    <a:pt x="10176" y="15979"/>
                    <a:pt x="10226" y="15989"/>
                  </a:cubicBezTo>
                  <a:cubicBezTo>
                    <a:pt x="10431" y="16020"/>
                    <a:pt x="10646" y="16040"/>
                    <a:pt x="10860" y="16040"/>
                  </a:cubicBezTo>
                  <a:cubicBezTo>
                    <a:pt x="11034" y="16029"/>
                    <a:pt x="11218" y="16009"/>
                    <a:pt x="11391" y="15948"/>
                  </a:cubicBezTo>
                  <a:cubicBezTo>
                    <a:pt x="11422" y="15938"/>
                    <a:pt x="11463" y="15917"/>
                    <a:pt x="11493" y="15886"/>
                  </a:cubicBezTo>
                  <a:cubicBezTo>
                    <a:pt x="11534" y="15825"/>
                    <a:pt x="11493" y="15743"/>
                    <a:pt x="11463" y="15682"/>
                  </a:cubicBezTo>
                  <a:cubicBezTo>
                    <a:pt x="11279" y="15304"/>
                    <a:pt x="11085" y="14926"/>
                    <a:pt x="10901" y="14558"/>
                  </a:cubicBezTo>
                  <a:lnTo>
                    <a:pt x="10891" y="14528"/>
                  </a:lnTo>
                  <a:cubicBezTo>
                    <a:pt x="10523" y="14630"/>
                    <a:pt x="10155" y="14722"/>
                    <a:pt x="9788" y="14814"/>
                  </a:cubicBezTo>
                  <a:cubicBezTo>
                    <a:pt x="9522" y="14875"/>
                    <a:pt x="9266" y="14946"/>
                    <a:pt x="9011" y="15008"/>
                  </a:cubicBezTo>
                  <a:cubicBezTo>
                    <a:pt x="8972" y="15014"/>
                    <a:pt x="8929" y="15022"/>
                    <a:pt x="8891" y="15022"/>
                  </a:cubicBezTo>
                  <a:cubicBezTo>
                    <a:pt x="8859" y="15022"/>
                    <a:pt x="8830" y="15016"/>
                    <a:pt x="8807" y="14998"/>
                  </a:cubicBezTo>
                  <a:cubicBezTo>
                    <a:pt x="8725" y="14946"/>
                    <a:pt x="8735" y="14824"/>
                    <a:pt x="8796" y="14753"/>
                  </a:cubicBezTo>
                  <a:cubicBezTo>
                    <a:pt x="8848" y="14681"/>
                    <a:pt x="8939" y="14651"/>
                    <a:pt x="9032" y="14620"/>
                  </a:cubicBezTo>
                  <a:cubicBezTo>
                    <a:pt x="9532" y="14436"/>
                    <a:pt x="10033" y="14252"/>
                    <a:pt x="10533" y="14078"/>
                  </a:cubicBezTo>
                  <a:cubicBezTo>
                    <a:pt x="10368" y="14043"/>
                    <a:pt x="10201" y="14028"/>
                    <a:pt x="10034" y="14028"/>
                  </a:cubicBezTo>
                  <a:cubicBezTo>
                    <a:pt x="9485" y="14028"/>
                    <a:pt x="8923" y="14180"/>
                    <a:pt x="8367" y="14211"/>
                  </a:cubicBezTo>
                  <a:cubicBezTo>
                    <a:pt x="8352" y="14212"/>
                    <a:pt x="8335" y="14213"/>
                    <a:pt x="8319" y="14213"/>
                  </a:cubicBezTo>
                  <a:cubicBezTo>
                    <a:pt x="8227" y="14213"/>
                    <a:pt x="8128" y="14186"/>
                    <a:pt x="8101" y="14099"/>
                  </a:cubicBezTo>
                  <a:cubicBezTo>
                    <a:pt x="8071" y="13986"/>
                    <a:pt x="8204" y="13904"/>
                    <a:pt x="8306" y="13864"/>
                  </a:cubicBezTo>
                  <a:cubicBezTo>
                    <a:pt x="8878" y="13649"/>
                    <a:pt x="9461" y="13455"/>
                    <a:pt x="10043" y="13302"/>
                  </a:cubicBezTo>
                  <a:cubicBezTo>
                    <a:pt x="9960" y="13293"/>
                    <a:pt x="9877" y="13289"/>
                    <a:pt x="9795" y="13289"/>
                  </a:cubicBezTo>
                  <a:cubicBezTo>
                    <a:pt x="9146" y="13289"/>
                    <a:pt x="8509" y="13548"/>
                    <a:pt x="7856" y="13639"/>
                  </a:cubicBezTo>
                  <a:cubicBezTo>
                    <a:pt x="7829" y="13643"/>
                    <a:pt x="7800" y="13647"/>
                    <a:pt x="7769" y="13647"/>
                  </a:cubicBezTo>
                  <a:cubicBezTo>
                    <a:pt x="7720" y="13647"/>
                    <a:pt x="7670" y="13636"/>
                    <a:pt x="7631" y="13598"/>
                  </a:cubicBezTo>
                  <a:cubicBezTo>
                    <a:pt x="7529" y="13496"/>
                    <a:pt x="7652" y="13332"/>
                    <a:pt x="7775" y="13251"/>
                  </a:cubicBezTo>
                  <a:cubicBezTo>
                    <a:pt x="8367" y="12862"/>
                    <a:pt x="9072" y="12730"/>
                    <a:pt x="9767" y="12607"/>
                  </a:cubicBezTo>
                  <a:cubicBezTo>
                    <a:pt x="9497" y="12547"/>
                    <a:pt x="9219" y="12517"/>
                    <a:pt x="8940" y="12517"/>
                  </a:cubicBezTo>
                  <a:cubicBezTo>
                    <a:pt x="8651" y="12517"/>
                    <a:pt x="8362" y="12550"/>
                    <a:pt x="8081" y="12617"/>
                  </a:cubicBezTo>
                  <a:cubicBezTo>
                    <a:pt x="8012" y="12632"/>
                    <a:pt x="7932" y="12645"/>
                    <a:pt x="7856" y="12645"/>
                  </a:cubicBezTo>
                  <a:cubicBezTo>
                    <a:pt x="7729" y="12645"/>
                    <a:pt x="7613" y="12610"/>
                    <a:pt x="7581" y="12495"/>
                  </a:cubicBezTo>
                  <a:cubicBezTo>
                    <a:pt x="7529" y="12331"/>
                    <a:pt x="7693" y="12199"/>
                    <a:pt x="7846" y="12137"/>
                  </a:cubicBezTo>
                  <a:cubicBezTo>
                    <a:pt x="8122" y="12025"/>
                    <a:pt x="8419" y="11984"/>
                    <a:pt x="8714" y="11963"/>
                  </a:cubicBezTo>
                  <a:cubicBezTo>
                    <a:pt x="9117" y="11923"/>
                    <a:pt x="9526" y="11896"/>
                    <a:pt x="9931" y="11896"/>
                  </a:cubicBezTo>
                  <a:cubicBezTo>
                    <a:pt x="10040" y="11896"/>
                    <a:pt x="10149" y="11898"/>
                    <a:pt x="10257" y="11902"/>
                  </a:cubicBezTo>
                  <a:cubicBezTo>
                    <a:pt x="10278" y="10717"/>
                    <a:pt x="10584" y="9552"/>
                    <a:pt x="11023" y="8449"/>
                  </a:cubicBezTo>
                  <a:cubicBezTo>
                    <a:pt x="11452" y="7356"/>
                    <a:pt x="12035" y="6314"/>
                    <a:pt x="12628" y="5292"/>
                  </a:cubicBezTo>
                  <a:cubicBezTo>
                    <a:pt x="12628" y="5292"/>
                    <a:pt x="12628" y="5282"/>
                    <a:pt x="12617" y="5282"/>
                  </a:cubicBezTo>
                  <a:cubicBezTo>
                    <a:pt x="13250" y="4291"/>
                    <a:pt x="14037" y="3351"/>
                    <a:pt x="15120" y="2891"/>
                  </a:cubicBezTo>
                  <a:cubicBezTo>
                    <a:pt x="14905" y="2595"/>
                    <a:pt x="14712" y="2289"/>
                    <a:pt x="14487" y="2003"/>
                  </a:cubicBezTo>
                  <a:cubicBezTo>
                    <a:pt x="13608" y="879"/>
                    <a:pt x="12249" y="164"/>
                    <a:pt x="10830" y="71"/>
                  </a:cubicBezTo>
                  <a:cubicBezTo>
                    <a:pt x="10625" y="51"/>
                    <a:pt x="10421" y="51"/>
                    <a:pt x="10217" y="31"/>
                  </a:cubicBezTo>
                  <a:cubicBezTo>
                    <a:pt x="10145" y="21"/>
                    <a:pt x="10083" y="21"/>
                    <a:pt x="100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671;p49">
              <a:extLst>
                <a:ext uri="{FF2B5EF4-FFF2-40B4-BE49-F238E27FC236}">
                  <a16:creationId xmlns:a16="http://schemas.microsoft.com/office/drawing/2014/main" id="{231414D2-A529-20BB-F52B-66518EC0A71A}"/>
                </a:ext>
              </a:extLst>
            </p:cNvPr>
            <p:cNvSpPr/>
            <p:nvPr/>
          </p:nvSpPr>
          <p:spPr>
            <a:xfrm>
              <a:off x="3402900" y="3860225"/>
              <a:ext cx="313400" cy="595550"/>
            </a:xfrm>
            <a:custGeom>
              <a:avLst/>
              <a:gdLst/>
              <a:ahLst/>
              <a:cxnLst/>
              <a:rect l="l" t="t" r="r" b="b"/>
              <a:pathLst>
                <a:path w="12536" h="23822" extrusionOk="0">
                  <a:moveTo>
                    <a:pt x="4437" y="0"/>
                  </a:moveTo>
                  <a:cubicBezTo>
                    <a:pt x="4341" y="0"/>
                    <a:pt x="4244" y="2"/>
                    <a:pt x="4148" y="8"/>
                  </a:cubicBezTo>
                  <a:cubicBezTo>
                    <a:pt x="3155" y="51"/>
                    <a:pt x="2178" y="380"/>
                    <a:pt x="1190" y="380"/>
                  </a:cubicBezTo>
                  <a:cubicBezTo>
                    <a:pt x="1039" y="380"/>
                    <a:pt x="887" y="372"/>
                    <a:pt x="736" y="355"/>
                  </a:cubicBezTo>
                  <a:lnTo>
                    <a:pt x="726" y="344"/>
                  </a:lnTo>
                  <a:lnTo>
                    <a:pt x="726" y="365"/>
                  </a:lnTo>
                  <a:cubicBezTo>
                    <a:pt x="133" y="3236"/>
                    <a:pt x="0" y="6178"/>
                    <a:pt x="72" y="9110"/>
                  </a:cubicBezTo>
                  <a:cubicBezTo>
                    <a:pt x="92" y="9938"/>
                    <a:pt x="123" y="10765"/>
                    <a:pt x="215" y="11582"/>
                  </a:cubicBezTo>
                  <a:cubicBezTo>
                    <a:pt x="307" y="12410"/>
                    <a:pt x="440" y="13227"/>
                    <a:pt x="521" y="14055"/>
                  </a:cubicBezTo>
                  <a:cubicBezTo>
                    <a:pt x="603" y="14974"/>
                    <a:pt x="613" y="15893"/>
                    <a:pt x="613" y="16813"/>
                  </a:cubicBezTo>
                  <a:cubicBezTo>
                    <a:pt x="624" y="18846"/>
                    <a:pt x="633" y="20869"/>
                    <a:pt x="644" y="22892"/>
                  </a:cubicBezTo>
                  <a:lnTo>
                    <a:pt x="685" y="22892"/>
                  </a:lnTo>
                  <a:cubicBezTo>
                    <a:pt x="1185" y="22892"/>
                    <a:pt x="1686" y="22922"/>
                    <a:pt x="2186" y="22994"/>
                  </a:cubicBezTo>
                  <a:lnTo>
                    <a:pt x="2186" y="22943"/>
                  </a:lnTo>
                  <a:cubicBezTo>
                    <a:pt x="2401" y="21043"/>
                    <a:pt x="2615" y="19142"/>
                    <a:pt x="2861" y="17253"/>
                  </a:cubicBezTo>
                  <a:cubicBezTo>
                    <a:pt x="2983" y="16211"/>
                    <a:pt x="3116" y="15178"/>
                    <a:pt x="3371" y="14167"/>
                  </a:cubicBezTo>
                  <a:cubicBezTo>
                    <a:pt x="3627" y="13176"/>
                    <a:pt x="3984" y="12206"/>
                    <a:pt x="4189" y="11194"/>
                  </a:cubicBezTo>
                  <a:cubicBezTo>
                    <a:pt x="4577" y="9294"/>
                    <a:pt x="4373" y="7241"/>
                    <a:pt x="5139" y="5452"/>
                  </a:cubicBezTo>
                  <a:lnTo>
                    <a:pt x="5190" y="5422"/>
                  </a:lnTo>
                  <a:cubicBezTo>
                    <a:pt x="5262" y="5524"/>
                    <a:pt x="5344" y="5636"/>
                    <a:pt x="5405" y="5759"/>
                  </a:cubicBezTo>
                  <a:cubicBezTo>
                    <a:pt x="5435" y="5810"/>
                    <a:pt x="5466" y="5861"/>
                    <a:pt x="5487" y="5913"/>
                  </a:cubicBezTo>
                  <a:cubicBezTo>
                    <a:pt x="5813" y="6535"/>
                    <a:pt x="5936" y="7250"/>
                    <a:pt x="6100" y="7945"/>
                  </a:cubicBezTo>
                  <a:cubicBezTo>
                    <a:pt x="6488" y="9662"/>
                    <a:pt x="7080" y="11327"/>
                    <a:pt x="7857" y="12910"/>
                  </a:cubicBezTo>
                  <a:cubicBezTo>
                    <a:pt x="8214" y="13616"/>
                    <a:pt x="8602" y="14320"/>
                    <a:pt x="8858" y="15066"/>
                  </a:cubicBezTo>
                  <a:cubicBezTo>
                    <a:pt x="9093" y="15771"/>
                    <a:pt x="9195" y="16506"/>
                    <a:pt x="9358" y="17232"/>
                  </a:cubicBezTo>
                  <a:cubicBezTo>
                    <a:pt x="9828" y="19398"/>
                    <a:pt x="10819" y="21533"/>
                    <a:pt x="11074" y="23699"/>
                  </a:cubicBezTo>
                  <a:lnTo>
                    <a:pt x="11106" y="23699"/>
                  </a:lnTo>
                  <a:cubicBezTo>
                    <a:pt x="11565" y="23709"/>
                    <a:pt x="12035" y="23740"/>
                    <a:pt x="12484" y="23821"/>
                  </a:cubicBezTo>
                  <a:cubicBezTo>
                    <a:pt x="12536" y="21186"/>
                    <a:pt x="12341" y="18529"/>
                    <a:pt x="11719" y="15955"/>
                  </a:cubicBezTo>
                  <a:cubicBezTo>
                    <a:pt x="11340" y="14361"/>
                    <a:pt x="10799" y="12819"/>
                    <a:pt x="10502" y="11205"/>
                  </a:cubicBezTo>
                  <a:cubicBezTo>
                    <a:pt x="9880" y="7863"/>
                    <a:pt x="10329" y="4421"/>
                    <a:pt x="10032" y="1029"/>
                  </a:cubicBezTo>
                  <a:lnTo>
                    <a:pt x="10032" y="1019"/>
                  </a:lnTo>
                  <a:cubicBezTo>
                    <a:pt x="9982" y="1009"/>
                    <a:pt x="9941" y="998"/>
                    <a:pt x="9889" y="998"/>
                  </a:cubicBezTo>
                  <a:cubicBezTo>
                    <a:pt x="9113" y="866"/>
                    <a:pt x="8347" y="723"/>
                    <a:pt x="7581" y="539"/>
                  </a:cubicBezTo>
                  <a:cubicBezTo>
                    <a:pt x="6550" y="295"/>
                    <a:pt x="5502" y="0"/>
                    <a:pt x="44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672;p49">
              <a:extLst>
                <a:ext uri="{FF2B5EF4-FFF2-40B4-BE49-F238E27FC236}">
                  <a16:creationId xmlns:a16="http://schemas.microsoft.com/office/drawing/2014/main" id="{85E90287-05A7-846C-B7B7-785F4A9A6677}"/>
                </a:ext>
              </a:extLst>
            </p:cNvPr>
            <p:cNvSpPr/>
            <p:nvPr/>
          </p:nvSpPr>
          <p:spPr>
            <a:xfrm>
              <a:off x="3419000" y="4432525"/>
              <a:ext cx="57225" cy="67250"/>
            </a:xfrm>
            <a:custGeom>
              <a:avLst/>
              <a:gdLst/>
              <a:ahLst/>
              <a:cxnLst/>
              <a:rect l="l" t="t" r="r" b="b"/>
              <a:pathLst>
                <a:path w="2289" h="2690" extrusionOk="0">
                  <a:moveTo>
                    <a:pt x="0" y="0"/>
                  </a:moveTo>
                  <a:cubicBezTo>
                    <a:pt x="0" y="450"/>
                    <a:pt x="0" y="899"/>
                    <a:pt x="10" y="1349"/>
                  </a:cubicBezTo>
                  <a:cubicBezTo>
                    <a:pt x="214" y="1420"/>
                    <a:pt x="409" y="1553"/>
                    <a:pt x="552" y="1726"/>
                  </a:cubicBezTo>
                  <a:cubicBezTo>
                    <a:pt x="684" y="1890"/>
                    <a:pt x="766" y="2094"/>
                    <a:pt x="879" y="2268"/>
                  </a:cubicBezTo>
                  <a:cubicBezTo>
                    <a:pt x="929" y="2360"/>
                    <a:pt x="1001" y="2441"/>
                    <a:pt x="1083" y="2513"/>
                  </a:cubicBezTo>
                  <a:cubicBezTo>
                    <a:pt x="1221" y="2631"/>
                    <a:pt x="1402" y="2689"/>
                    <a:pt x="1582" y="2689"/>
                  </a:cubicBezTo>
                  <a:cubicBezTo>
                    <a:pt x="1762" y="2689"/>
                    <a:pt x="1941" y="2631"/>
                    <a:pt x="2074" y="2513"/>
                  </a:cubicBezTo>
                  <a:cubicBezTo>
                    <a:pt x="2127" y="2469"/>
                    <a:pt x="2195" y="2417"/>
                    <a:pt x="2259" y="2417"/>
                  </a:cubicBezTo>
                  <a:cubicBezTo>
                    <a:pt x="2269" y="2417"/>
                    <a:pt x="2279" y="2418"/>
                    <a:pt x="2289" y="2421"/>
                  </a:cubicBezTo>
                  <a:cubicBezTo>
                    <a:pt x="2166" y="1696"/>
                    <a:pt x="2176" y="960"/>
                    <a:pt x="2248" y="235"/>
                  </a:cubicBezTo>
                  <a:lnTo>
                    <a:pt x="2207" y="225"/>
                  </a:lnTo>
                  <a:cubicBezTo>
                    <a:pt x="1982" y="173"/>
                    <a:pt x="1767" y="132"/>
                    <a:pt x="1542" y="102"/>
                  </a:cubicBezTo>
                  <a:cubicBezTo>
                    <a:pt x="1042" y="30"/>
                    <a:pt x="541" y="0"/>
                    <a:pt x="41" y="0"/>
                  </a:cubicBezTo>
                  <a:close/>
                </a:path>
              </a:pathLst>
            </a:custGeom>
            <a:solidFill>
              <a:srgbClr val="FFC6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673;p49">
              <a:extLst>
                <a:ext uri="{FF2B5EF4-FFF2-40B4-BE49-F238E27FC236}">
                  <a16:creationId xmlns:a16="http://schemas.microsoft.com/office/drawing/2014/main" id="{0A8C27F8-7080-8AC2-834C-CF19F1EA324E}"/>
                </a:ext>
              </a:extLst>
            </p:cNvPr>
            <p:cNvSpPr/>
            <p:nvPr/>
          </p:nvSpPr>
          <p:spPr>
            <a:xfrm>
              <a:off x="3443000" y="3274475"/>
              <a:ext cx="162700" cy="115575"/>
            </a:xfrm>
            <a:custGeom>
              <a:avLst/>
              <a:gdLst/>
              <a:ahLst/>
              <a:cxnLst/>
              <a:rect l="l" t="t" r="r" b="b"/>
              <a:pathLst>
                <a:path w="6508" h="4623" extrusionOk="0">
                  <a:moveTo>
                    <a:pt x="761" y="0"/>
                  </a:moveTo>
                  <a:cubicBezTo>
                    <a:pt x="742" y="0"/>
                    <a:pt x="724" y="1"/>
                    <a:pt x="705" y="1"/>
                  </a:cubicBezTo>
                  <a:cubicBezTo>
                    <a:pt x="460" y="11"/>
                    <a:pt x="184" y="103"/>
                    <a:pt x="71" y="318"/>
                  </a:cubicBezTo>
                  <a:cubicBezTo>
                    <a:pt x="0" y="471"/>
                    <a:pt x="10" y="644"/>
                    <a:pt x="41" y="819"/>
                  </a:cubicBezTo>
                  <a:cubicBezTo>
                    <a:pt x="184" y="1472"/>
                    <a:pt x="695" y="2024"/>
                    <a:pt x="1338" y="2228"/>
                  </a:cubicBezTo>
                  <a:cubicBezTo>
                    <a:pt x="1390" y="2238"/>
                    <a:pt x="1440" y="2259"/>
                    <a:pt x="1492" y="2269"/>
                  </a:cubicBezTo>
                  <a:cubicBezTo>
                    <a:pt x="1697" y="2311"/>
                    <a:pt x="1906" y="2325"/>
                    <a:pt x="2116" y="2325"/>
                  </a:cubicBezTo>
                  <a:cubicBezTo>
                    <a:pt x="2262" y="2325"/>
                    <a:pt x="2408" y="2318"/>
                    <a:pt x="2554" y="2310"/>
                  </a:cubicBezTo>
                  <a:cubicBezTo>
                    <a:pt x="3147" y="2279"/>
                    <a:pt x="3740" y="2208"/>
                    <a:pt x="4291" y="1973"/>
                  </a:cubicBezTo>
                  <a:cubicBezTo>
                    <a:pt x="4362" y="2095"/>
                    <a:pt x="4353" y="2249"/>
                    <a:pt x="4321" y="2392"/>
                  </a:cubicBezTo>
                  <a:cubicBezTo>
                    <a:pt x="4291" y="2524"/>
                    <a:pt x="4230" y="2657"/>
                    <a:pt x="4189" y="2790"/>
                  </a:cubicBezTo>
                  <a:cubicBezTo>
                    <a:pt x="4169" y="2862"/>
                    <a:pt x="4158" y="2933"/>
                    <a:pt x="4158" y="3005"/>
                  </a:cubicBezTo>
                  <a:cubicBezTo>
                    <a:pt x="4178" y="3107"/>
                    <a:pt x="4240" y="3199"/>
                    <a:pt x="4301" y="3280"/>
                  </a:cubicBezTo>
                  <a:cubicBezTo>
                    <a:pt x="4526" y="3597"/>
                    <a:pt x="4822" y="3873"/>
                    <a:pt x="4996" y="4231"/>
                  </a:cubicBezTo>
                  <a:cubicBezTo>
                    <a:pt x="5037" y="4322"/>
                    <a:pt x="5068" y="4415"/>
                    <a:pt x="5139" y="4496"/>
                  </a:cubicBezTo>
                  <a:cubicBezTo>
                    <a:pt x="5192" y="4567"/>
                    <a:pt x="5269" y="4623"/>
                    <a:pt x="5355" y="4623"/>
                  </a:cubicBezTo>
                  <a:cubicBezTo>
                    <a:pt x="5368" y="4623"/>
                    <a:pt x="5381" y="4622"/>
                    <a:pt x="5395" y="4619"/>
                  </a:cubicBezTo>
                  <a:cubicBezTo>
                    <a:pt x="5425" y="4619"/>
                    <a:pt x="5456" y="4608"/>
                    <a:pt x="5476" y="4588"/>
                  </a:cubicBezTo>
                  <a:cubicBezTo>
                    <a:pt x="5507" y="4353"/>
                    <a:pt x="5588" y="4129"/>
                    <a:pt x="5722" y="3934"/>
                  </a:cubicBezTo>
                  <a:cubicBezTo>
                    <a:pt x="5813" y="3802"/>
                    <a:pt x="5946" y="3679"/>
                    <a:pt x="6099" y="3679"/>
                  </a:cubicBezTo>
                  <a:cubicBezTo>
                    <a:pt x="6201" y="3679"/>
                    <a:pt x="6273" y="3720"/>
                    <a:pt x="6344" y="3771"/>
                  </a:cubicBezTo>
                  <a:lnTo>
                    <a:pt x="6375" y="3771"/>
                  </a:lnTo>
                  <a:cubicBezTo>
                    <a:pt x="6508" y="3516"/>
                    <a:pt x="6508" y="3199"/>
                    <a:pt x="6437" y="2923"/>
                  </a:cubicBezTo>
                  <a:cubicBezTo>
                    <a:pt x="6334" y="2535"/>
                    <a:pt x="6110" y="2177"/>
                    <a:pt x="5803" y="1911"/>
                  </a:cubicBezTo>
                  <a:cubicBezTo>
                    <a:pt x="5752" y="1870"/>
                    <a:pt x="5701" y="1830"/>
                    <a:pt x="5681" y="1779"/>
                  </a:cubicBezTo>
                  <a:cubicBezTo>
                    <a:pt x="5660" y="1727"/>
                    <a:pt x="5650" y="1677"/>
                    <a:pt x="5650" y="1625"/>
                  </a:cubicBezTo>
                  <a:cubicBezTo>
                    <a:pt x="5609" y="1155"/>
                    <a:pt x="5343" y="676"/>
                    <a:pt x="4904" y="492"/>
                  </a:cubicBezTo>
                  <a:cubicBezTo>
                    <a:pt x="4700" y="399"/>
                    <a:pt x="4464" y="379"/>
                    <a:pt x="4240" y="379"/>
                  </a:cubicBezTo>
                  <a:cubicBezTo>
                    <a:pt x="3815" y="379"/>
                    <a:pt x="3389" y="440"/>
                    <a:pt x="2967" y="440"/>
                  </a:cubicBezTo>
                  <a:cubicBezTo>
                    <a:pt x="2791" y="440"/>
                    <a:pt x="2616" y="429"/>
                    <a:pt x="2442" y="399"/>
                  </a:cubicBezTo>
                  <a:cubicBezTo>
                    <a:pt x="1878" y="300"/>
                    <a:pt x="1342" y="0"/>
                    <a:pt x="761" y="0"/>
                  </a:cubicBezTo>
                  <a:close/>
                </a:path>
              </a:pathLst>
            </a:custGeom>
            <a:solidFill>
              <a:srgbClr val="994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674;p49">
              <a:extLst>
                <a:ext uri="{FF2B5EF4-FFF2-40B4-BE49-F238E27FC236}">
                  <a16:creationId xmlns:a16="http://schemas.microsoft.com/office/drawing/2014/main" id="{19064E0E-B988-03A4-20BF-68A1D8843832}"/>
                </a:ext>
              </a:extLst>
            </p:cNvPr>
            <p:cNvSpPr/>
            <p:nvPr/>
          </p:nvSpPr>
          <p:spPr>
            <a:xfrm>
              <a:off x="3457550" y="3995775"/>
              <a:ext cx="82525" cy="442625"/>
            </a:xfrm>
            <a:custGeom>
              <a:avLst/>
              <a:gdLst/>
              <a:ahLst/>
              <a:cxnLst/>
              <a:rect l="l" t="t" r="r" b="b"/>
              <a:pathLst>
                <a:path w="3301" h="17705" extrusionOk="0">
                  <a:moveTo>
                    <a:pt x="3004" y="0"/>
                  </a:moveTo>
                  <a:lnTo>
                    <a:pt x="2953" y="30"/>
                  </a:lnTo>
                  <a:cubicBezTo>
                    <a:pt x="2187" y="1819"/>
                    <a:pt x="2391" y="3872"/>
                    <a:pt x="2003" y="5772"/>
                  </a:cubicBezTo>
                  <a:cubicBezTo>
                    <a:pt x="1798" y="6784"/>
                    <a:pt x="1441" y="7754"/>
                    <a:pt x="1185" y="8745"/>
                  </a:cubicBezTo>
                  <a:cubicBezTo>
                    <a:pt x="930" y="9756"/>
                    <a:pt x="797" y="10789"/>
                    <a:pt x="675" y="11831"/>
                  </a:cubicBezTo>
                  <a:cubicBezTo>
                    <a:pt x="429" y="13720"/>
                    <a:pt x="215" y="15621"/>
                    <a:pt x="0" y="17521"/>
                  </a:cubicBezTo>
                  <a:lnTo>
                    <a:pt x="0" y="17572"/>
                  </a:lnTo>
                  <a:cubicBezTo>
                    <a:pt x="225" y="17602"/>
                    <a:pt x="440" y="17643"/>
                    <a:pt x="665" y="17695"/>
                  </a:cubicBezTo>
                  <a:lnTo>
                    <a:pt x="706" y="17705"/>
                  </a:lnTo>
                  <a:cubicBezTo>
                    <a:pt x="910" y="15621"/>
                    <a:pt x="1676" y="13547"/>
                    <a:pt x="1768" y="11442"/>
                  </a:cubicBezTo>
                  <a:cubicBezTo>
                    <a:pt x="1798" y="10696"/>
                    <a:pt x="1748" y="9940"/>
                    <a:pt x="1932" y="9215"/>
                  </a:cubicBezTo>
                  <a:cubicBezTo>
                    <a:pt x="2105" y="8510"/>
                    <a:pt x="2493" y="7877"/>
                    <a:pt x="2697" y="7172"/>
                  </a:cubicBezTo>
                  <a:cubicBezTo>
                    <a:pt x="2840" y="6702"/>
                    <a:pt x="2902" y="6212"/>
                    <a:pt x="2953" y="5721"/>
                  </a:cubicBezTo>
                  <a:cubicBezTo>
                    <a:pt x="3147" y="3985"/>
                    <a:pt x="3260" y="2237"/>
                    <a:pt x="3301" y="491"/>
                  </a:cubicBezTo>
                  <a:cubicBezTo>
                    <a:pt x="3280" y="439"/>
                    <a:pt x="3249" y="388"/>
                    <a:pt x="3219" y="337"/>
                  </a:cubicBezTo>
                  <a:cubicBezTo>
                    <a:pt x="3158" y="214"/>
                    <a:pt x="3076" y="102"/>
                    <a:pt x="30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9675;p49">
              <a:extLst>
                <a:ext uri="{FF2B5EF4-FFF2-40B4-BE49-F238E27FC236}">
                  <a16:creationId xmlns:a16="http://schemas.microsoft.com/office/drawing/2014/main" id="{DD12E089-43A9-3962-AA2C-32161AD5B9FB}"/>
                </a:ext>
              </a:extLst>
            </p:cNvPr>
            <p:cNvSpPr/>
            <p:nvPr/>
          </p:nvSpPr>
          <p:spPr>
            <a:xfrm>
              <a:off x="3472875" y="3323775"/>
              <a:ext cx="161200" cy="221675"/>
            </a:xfrm>
            <a:custGeom>
              <a:avLst/>
              <a:gdLst/>
              <a:ahLst/>
              <a:cxnLst/>
              <a:rect l="l" t="t" r="r" b="b"/>
              <a:pathLst>
                <a:path w="6448" h="8867" extrusionOk="0">
                  <a:moveTo>
                    <a:pt x="3096" y="1"/>
                  </a:moveTo>
                  <a:cubicBezTo>
                    <a:pt x="2545" y="236"/>
                    <a:pt x="1952" y="307"/>
                    <a:pt x="1359" y="338"/>
                  </a:cubicBezTo>
                  <a:cubicBezTo>
                    <a:pt x="1213" y="346"/>
                    <a:pt x="1067" y="353"/>
                    <a:pt x="921" y="353"/>
                  </a:cubicBezTo>
                  <a:cubicBezTo>
                    <a:pt x="711" y="353"/>
                    <a:pt x="502" y="339"/>
                    <a:pt x="297" y="297"/>
                  </a:cubicBezTo>
                  <a:lnTo>
                    <a:pt x="256" y="491"/>
                  </a:lnTo>
                  <a:cubicBezTo>
                    <a:pt x="82" y="869"/>
                    <a:pt x="0" y="1298"/>
                    <a:pt x="21" y="1717"/>
                  </a:cubicBezTo>
                  <a:cubicBezTo>
                    <a:pt x="31" y="1962"/>
                    <a:pt x="82" y="2207"/>
                    <a:pt x="93" y="2463"/>
                  </a:cubicBezTo>
                  <a:cubicBezTo>
                    <a:pt x="113" y="2729"/>
                    <a:pt x="113" y="3004"/>
                    <a:pt x="123" y="3280"/>
                  </a:cubicBezTo>
                  <a:cubicBezTo>
                    <a:pt x="164" y="4108"/>
                    <a:pt x="440" y="4925"/>
                    <a:pt x="920" y="5610"/>
                  </a:cubicBezTo>
                  <a:cubicBezTo>
                    <a:pt x="1042" y="5783"/>
                    <a:pt x="1196" y="5957"/>
                    <a:pt x="1390" y="6049"/>
                  </a:cubicBezTo>
                  <a:cubicBezTo>
                    <a:pt x="1518" y="6109"/>
                    <a:pt x="1661" y="6133"/>
                    <a:pt x="1800" y="6133"/>
                  </a:cubicBezTo>
                  <a:cubicBezTo>
                    <a:pt x="1827" y="6133"/>
                    <a:pt x="1854" y="6132"/>
                    <a:pt x="1880" y="6130"/>
                  </a:cubicBezTo>
                  <a:lnTo>
                    <a:pt x="1891" y="6130"/>
                  </a:lnTo>
                  <a:cubicBezTo>
                    <a:pt x="2728" y="6100"/>
                    <a:pt x="3444" y="5528"/>
                    <a:pt x="3975" y="4874"/>
                  </a:cubicBezTo>
                  <a:lnTo>
                    <a:pt x="3985" y="4884"/>
                  </a:lnTo>
                  <a:cubicBezTo>
                    <a:pt x="3832" y="5446"/>
                    <a:pt x="3627" y="6008"/>
                    <a:pt x="3269" y="6457"/>
                  </a:cubicBezTo>
                  <a:cubicBezTo>
                    <a:pt x="2917" y="6911"/>
                    <a:pt x="2386" y="7245"/>
                    <a:pt x="1823" y="7245"/>
                  </a:cubicBezTo>
                  <a:cubicBezTo>
                    <a:pt x="1815" y="7245"/>
                    <a:pt x="1806" y="7245"/>
                    <a:pt x="1798" y="7244"/>
                  </a:cubicBezTo>
                  <a:cubicBezTo>
                    <a:pt x="1757" y="7387"/>
                    <a:pt x="1707" y="7510"/>
                    <a:pt x="1635" y="7642"/>
                  </a:cubicBezTo>
                  <a:cubicBezTo>
                    <a:pt x="1594" y="7735"/>
                    <a:pt x="1533" y="7837"/>
                    <a:pt x="1431" y="7878"/>
                  </a:cubicBezTo>
                  <a:lnTo>
                    <a:pt x="1441" y="7908"/>
                  </a:lnTo>
                  <a:cubicBezTo>
                    <a:pt x="1880" y="8505"/>
                    <a:pt x="2616" y="8867"/>
                    <a:pt x="3359" y="8867"/>
                  </a:cubicBezTo>
                  <a:cubicBezTo>
                    <a:pt x="3531" y="8867"/>
                    <a:pt x="3703" y="8848"/>
                    <a:pt x="3873" y="8807"/>
                  </a:cubicBezTo>
                  <a:cubicBezTo>
                    <a:pt x="4618" y="8634"/>
                    <a:pt x="5231" y="8103"/>
                    <a:pt x="5721" y="7520"/>
                  </a:cubicBezTo>
                  <a:cubicBezTo>
                    <a:pt x="6018" y="7163"/>
                    <a:pt x="6294" y="6774"/>
                    <a:pt x="6447" y="6335"/>
                  </a:cubicBezTo>
                  <a:lnTo>
                    <a:pt x="6447" y="6325"/>
                  </a:lnTo>
                  <a:cubicBezTo>
                    <a:pt x="6059" y="6161"/>
                    <a:pt x="5701" y="5916"/>
                    <a:pt x="5415" y="5599"/>
                  </a:cubicBezTo>
                  <a:cubicBezTo>
                    <a:pt x="4945" y="5088"/>
                    <a:pt x="4679" y="4394"/>
                    <a:pt x="4670" y="3710"/>
                  </a:cubicBezTo>
                  <a:lnTo>
                    <a:pt x="4670" y="3710"/>
                  </a:lnTo>
                  <a:cubicBezTo>
                    <a:pt x="4686" y="3715"/>
                    <a:pt x="4721" y="3723"/>
                    <a:pt x="4761" y="3723"/>
                  </a:cubicBezTo>
                  <a:cubicBezTo>
                    <a:pt x="4794" y="3723"/>
                    <a:pt x="4831" y="3717"/>
                    <a:pt x="4863" y="3699"/>
                  </a:cubicBezTo>
                  <a:cubicBezTo>
                    <a:pt x="4996" y="3648"/>
                    <a:pt x="5037" y="3485"/>
                    <a:pt x="5027" y="3342"/>
                  </a:cubicBezTo>
                  <a:cubicBezTo>
                    <a:pt x="5017" y="3209"/>
                    <a:pt x="4986" y="3065"/>
                    <a:pt x="5017" y="2933"/>
                  </a:cubicBezTo>
                  <a:cubicBezTo>
                    <a:pt x="5078" y="2729"/>
                    <a:pt x="5292" y="2586"/>
                    <a:pt x="5344" y="2381"/>
                  </a:cubicBezTo>
                  <a:cubicBezTo>
                    <a:pt x="5364" y="2300"/>
                    <a:pt x="5354" y="2207"/>
                    <a:pt x="5323" y="2116"/>
                  </a:cubicBezTo>
                  <a:cubicBezTo>
                    <a:pt x="5292" y="2003"/>
                    <a:pt x="5231" y="1880"/>
                    <a:pt x="5149" y="1799"/>
                  </a:cubicBezTo>
                  <a:cubicBezTo>
                    <a:pt x="5078" y="1748"/>
                    <a:pt x="5006" y="1707"/>
                    <a:pt x="4904" y="1707"/>
                  </a:cubicBezTo>
                  <a:cubicBezTo>
                    <a:pt x="4751" y="1707"/>
                    <a:pt x="4618" y="1830"/>
                    <a:pt x="4527" y="1962"/>
                  </a:cubicBezTo>
                  <a:cubicBezTo>
                    <a:pt x="4393" y="2157"/>
                    <a:pt x="4312" y="2381"/>
                    <a:pt x="4281" y="2616"/>
                  </a:cubicBezTo>
                  <a:cubicBezTo>
                    <a:pt x="4261" y="2636"/>
                    <a:pt x="4230" y="2647"/>
                    <a:pt x="4200" y="2647"/>
                  </a:cubicBezTo>
                  <a:cubicBezTo>
                    <a:pt x="4186" y="2650"/>
                    <a:pt x="4173" y="2651"/>
                    <a:pt x="4160" y="2651"/>
                  </a:cubicBezTo>
                  <a:cubicBezTo>
                    <a:pt x="4074" y="2651"/>
                    <a:pt x="3997" y="2595"/>
                    <a:pt x="3944" y="2524"/>
                  </a:cubicBezTo>
                  <a:cubicBezTo>
                    <a:pt x="3873" y="2443"/>
                    <a:pt x="3842" y="2350"/>
                    <a:pt x="3801" y="2259"/>
                  </a:cubicBezTo>
                  <a:cubicBezTo>
                    <a:pt x="3627" y="1901"/>
                    <a:pt x="3331" y="1625"/>
                    <a:pt x="3106" y="1308"/>
                  </a:cubicBezTo>
                  <a:cubicBezTo>
                    <a:pt x="3045" y="1227"/>
                    <a:pt x="2983" y="1135"/>
                    <a:pt x="2963" y="1033"/>
                  </a:cubicBezTo>
                  <a:cubicBezTo>
                    <a:pt x="2963" y="961"/>
                    <a:pt x="2974" y="890"/>
                    <a:pt x="2994" y="818"/>
                  </a:cubicBezTo>
                  <a:cubicBezTo>
                    <a:pt x="3035" y="685"/>
                    <a:pt x="3096" y="552"/>
                    <a:pt x="3126" y="420"/>
                  </a:cubicBezTo>
                  <a:cubicBezTo>
                    <a:pt x="3158" y="277"/>
                    <a:pt x="3167" y="123"/>
                    <a:pt x="3096" y="1"/>
                  </a:cubicBezTo>
                  <a:close/>
                </a:path>
              </a:pathLst>
            </a:custGeom>
            <a:solidFill>
              <a:srgbClr val="FFC6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676;p49">
              <a:extLst>
                <a:ext uri="{FF2B5EF4-FFF2-40B4-BE49-F238E27FC236}">
                  <a16:creationId xmlns:a16="http://schemas.microsoft.com/office/drawing/2014/main" id="{095CE02A-195C-83E4-9B19-242640CD9F9A}"/>
                </a:ext>
              </a:extLst>
            </p:cNvPr>
            <p:cNvSpPr/>
            <p:nvPr/>
          </p:nvSpPr>
          <p:spPr>
            <a:xfrm>
              <a:off x="3498175" y="3481875"/>
              <a:ext cx="150200" cy="82500"/>
            </a:xfrm>
            <a:custGeom>
              <a:avLst/>
              <a:gdLst/>
              <a:ahLst/>
              <a:cxnLst/>
              <a:rect l="l" t="t" r="r" b="b"/>
              <a:pathLst>
                <a:path w="6008" h="3300" extrusionOk="0">
                  <a:moveTo>
                    <a:pt x="5435" y="1"/>
                  </a:moveTo>
                  <a:lnTo>
                    <a:pt x="5435" y="11"/>
                  </a:lnTo>
                  <a:cubicBezTo>
                    <a:pt x="5282" y="450"/>
                    <a:pt x="5006" y="839"/>
                    <a:pt x="4709" y="1196"/>
                  </a:cubicBezTo>
                  <a:cubicBezTo>
                    <a:pt x="4219" y="1779"/>
                    <a:pt x="3606" y="2310"/>
                    <a:pt x="2861" y="2483"/>
                  </a:cubicBezTo>
                  <a:cubicBezTo>
                    <a:pt x="2691" y="2524"/>
                    <a:pt x="2519" y="2543"/>
                    <a:pt x="2347" y="2543"/>
                  </a:cubicBezTo>
                  <a:cubicBezTo>
                    <a:pt x="1604" y="2543"/>
                    <a:pt x="868" y="2181"/>
                    <a:pt x="429" y="1584"/>
                  </a:cubicBezTo>
                  <a:lnTo>
                    <a:pt x="419" y="1554"/>
                  </a:lnTo>
                  <a:cubicBezTo>
                    <a:pt x="357" y="1584"/>
                    <a:pt x="286" y="1584"/>
                    <a:pt x="225" y="1584"/>
                  </a:cubicBezTo>
                  <a:lnTo>
                    <a:pt x="0" y="1584"/>
                  </a:lnTo>
                  <a:lnTo>
                    <a:pt x="0" y="1615"/>
                  </a:lnTo>
                  <a:cubicBezTo>
                    <a:pt x="204" y="2044"/>
                    <a:pt x="419" y="2483"/>
                    <a:pt x="777" y="2800"/>
                  </a:cubicBezTo>
                  <a:cubicBezTo>
                    <a:pt x="1155" y="3133"/>
                    <a:pt x="1668" y="3300"/>
                    <a:pt x="2176" y="3300"/>
                  </a:cubicBezTo>
                  <a:cubicBezTo>
                    <a:pt x="2244" y="3300"/>
                    <a:pt x="2312" y="3297"/>
                    <a:pt x="2380" y="3291"/>
                  </a:cubicBezTo>
                  <a:cubicBezTo>
                    <a:pt x="2963" y="3250"/>
                    <a:pt x="3504" y="3014"/>
                    <a:pt x="3974" y="2678"/>
                  </a:cubicBezTo>
                  <a:cubicBezTo>
                    <a:pt x="4444" y="2340"/>
                    <a:pt x="4832" y="1911"/>
                    <a:pt x="5190" y="1461"/>
                  </a:cubicBezTo>
                  <a:cubicBezTo>
                    <a:pt x="5506" y="1063"/>
                    <a:pt x="5803" y="634"/>
                    <a:pt x="6007" y="164"/>
                  </a:cubicBezTo>
                  <a:cubicBezTo>
                    <a:pt x="5813" y="133"/>
                    <a:pt x="5619" y="72"/>
                    <a:pt x="54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677;p49">
              <a:extLst>
                <a:ext uri="{FF2B5EF4-FFF2-40B4-BE49-F238E27FC236}">
                  <a16:creationId xmlns:a16="http://schemas.microsoft.com/office/drawing/2014/main" id="{8554F147-7D8A-A28B-5F93-037FCFB712B5}"/>
                </a:ext>
              </a:extLst>
            </p:cNvPr>
            <p:cNvSpPr/>
            <p:nvPr/>
          </p:nvSpPr>
          <p:spPr>
            <a:xfrm>
              <a:off x="3517825" y="3445625"/>
              <a:ext cx="54675" cy="59275"/>
            </a:xfrm>
            <a:custGeom>
              <a:avLst/>
              <a:gdLst/>
              <a:ahLst/>
              <a:cxnLst/>
              <a:rect l="l" t="t" r="r" b="b"/>
              <a:pathLst>
                <a:path w="2187" h="2371" extrusionOk="0">
                  <a:moveTo>
                    <a:pt x="2177" y="0"/>
                  </a:moveTo>
                  <a:cubicBezTo>
                    <a:pt x="1646" y="654"/>
                    <a:pt x="930" y="1226"/>
                    <a:pt x="93" y="1256"/>
                  </a:cubicBezTo>
                  <a:lnTo>
                    <a:pt x="93" y="1308"/>
                  </a:lnTo>
                  <a:cubicBezTo>
                    <a:pt x="134" y="1665"/>
                    <a:pt x="103" y="2033"/>
                    <a:pt x="0" y="2370"/>
                  </a:cubicBezTo>
                  <a:cubicBezTo>
                    <a:pt x="8" y="2371"/>
                    <a:pt x="17" y="2371"/>
                    <a:pt x="25" y="2371"/>
                  </a:cubicBezTo>
                  <a:cubicBezTo>
                    <a:pt x="588" y="2371"/>
                    <a:pt x="1119" y="2037"/>
                    <a:pt x="1471" y="1583"/>
                  </a:cubicBezTo>
                  <a:cubicBezTo>
                    <a:pt x="1829" y="1134"/>
                    <a:pt x="2034" y="572"/>
                    <a:pt x="2187" y="10"/>
                  </a:cubicBezTo>
                  <a:lnTo>
                    <a:pt x="2177" y="0"/>
                  </a:lnTo>
                  <a:close/>
                </a:path>
              </a:pathLst>
            </a:custGeom>
            <a:solidFill>
              <a:srgbClr val="BF7A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9678;p49">
              <a:extLst>
                <a:ext uri="{FF2B5EF4-FFF2-40B4-BE49-F238E27FC236}">
                  <a16:creationId xmlns:a16="http://schemas.microsoft.com/office/drawing/2014/main" id="{C7AAE89D-4AB7-7960-A99C-51D9696CB865}"/>
                </a:ext>
              </a:extLst>
            </p:cNvPr>
            <p:cNvSpPr/>
            <p:nvPr/>
          </p:nvSpPr>
          <p:spPr>
            <a:xfrm>
              <a:off x="3586275" y="3568450"/>
              <a:ext cx="262575" cy="293100"/>
            </a:xfrm>
            <a:custGeom>
              <a:avLst/>
              <a:gdLst/>
              <a:ahLst/>
              <a:cxnLst/>
              <a:rect l="l" t="t" r="r" b="b"/>
              <a:pathLst>
                <a:path w="10503" h="11724" extrusionOk="0">
                  <a:moveTo>
                    <a:pt x="7918" y="1"/>
                  </a:moveTo>
                  <a:cubicBezTo>
                    <a:pt x="6897" y="512"/>
                    <a:pt x="6100" y="1401"/>
                    <a:pt x="5446" y="2341"/>
                  </a:cubicBezTo>
                  <a:lnTo>
                    <a:pt x="5435" y="2351"/>
                  </a:lnTo>
                  <a:cubicBezTo>
                    <a:pt x="6018" y="2913"/>
                    <a:pt x="6713" y="3352"/>
                    <a:pt x="7397" y="3791"/>
                  </a:cubicBezTo>
                  <a:lnTo>
                    <a:pt x="7469" y="3832"/>
                  </a:lnTo>
                  <a:cubicBezTo>
                    <a:pt x="6631" y="5272"/>
                    <a:pt x="6079" y="6918"/>
                    <a:pt x="4925" y="8123"/>
                  </a:cubicBezTo>
                  <a:cubicBezTo>
                    <a:pt x="4772" y="8276"/>
                    <a:pt x="4618" y="8419"/>
                    <a:pt x="4424" y="8511"/>
                  </a:cubicBezTo>
                  <a:cubicBezTo>
                    <a:pt x="4208" y="8616"/>
                    <a:pt x="3965" y="8643"/>
                    <a:pt x="3719" y="8643"/>
                  </a:cubicBezTo>
                  <a:cubicBezTo>
                    <a:pt x="3558" y="8643"/>
                    <a:pt x="3396" y="8631"/>
                    <a:pt x="3239" y="8623"/>
                  </a:cubicBezTo>
                  <a:cubicBezTo>
                    <a:pt x="3065" y="8614"/>
                    <a:pt x="2902" y="8603"/>
                    <a:pt x="2728" y="8603"/>
                  </a:cubicBezTo>
                  <a:cubicBezTo>
                    <a:pt x="2620" y="8599"/>
                    <a:pt x="2511" y="8597"/>
                    <a:pt x="2402" y="8597"/>
                  </a:cubicBezTo>
                  <a:cubicBezTo>
                    <a:pt x="1997" y="8597"/>
                    <a:pt x="1588" y="8624"/>
                    <a:pt x="1185" y="8664"/>
                  </a:cubicBezTo>
                  <a:cubicBezTo>
                    <a:pt x="890" y="8685"/>
                    <a:pt x="593" y="8726"/>
                    <a:pt x="317" y="8838"/>
                  </a:cubicBezTo>
                  <a:cubicBezTo>
                    <a:pt x="164" y="8900"/>
                    <a:pt x="0" y="9032"/>
                    <a:pt x="52" y="9196"/>
                  </a:cubicBezTo>
                  <a:cubicBezTo>
                    <a:pt x="84" y="9311"/>
                    <a:pt x="200" y="9346"/>
                    <a:pt x="327" y="9346"/>
                  </a:cubicBezTo>
                  <a:cubicBezTo>
                    <a:pt x="403" y="9346"/>
                    <a:pt x="483" y="9333"/>
                    <a:pt x="552" y="9318"/>
                  </a:cubicBezTo>
                  <a:cubicBezTo>
                    <a:pt x="833" y="9251"/>
                    <a:pt x="1122" y="9218"/>
                    <a:pt x="1411" y="9218"/>
                  </a:cubicBezTo>
                  <a:cubicBezTo>
                    <a:pt x="1690" y="9218"/>
                    <a:pt x="1968" y="9248"/>
                    <a:pt x="2238" y="9308"/>
                  </a:cubicBezTo>
                  <a:cubicBezTo>
                    <a:pt x="1543" y="9431"/>
                    <a:pt x="838" y="9563"/>
                    <a:pt x="246" y="9952"/>
                  </a:cubicBezTo>
                  <a:cubicBezTo>
                    <a:pt x="123" y="10033"/>
                    <a:pt x="0" y="10197"/>
                    <a:pt x="102" y="10299"/>
                  </a:cubicBezTo>
                  <a:cubicBezTo>
                    <a:pt x="141" y="10337"/>
                    <a:pt x="191" y="10348"/>
                    <a:pt x="240" y="10348"/>
                  </a:cubicBezTo>
                  <a:cubicBezTo>
                    <a:pt x="271" y="10348"/>
                    <a:pt x="300" y="10344"/>
                    <a:pt x="327" y="10340"/>
                  </a:cubicBezTo>
                  <a:cubicBezTo>
                    <a:pt x="980" y="10249"/>
                    <a:pt x="1617" y="9990"/>
                    <a:pt x="2266" y="9990"/>
                  </a:cubicBezTo>
                  <a:cubicBezTo>
                    <a:pt x="2348" y="9990"/>
                    <a:pt x="2431" y="9994"/>
                    <a:pt x="2514" y="10003"/>
                  </a:cubicBezTo>
                  <a:cubicBezTo>
                    <a:pt x="1932" y="10156"/>
                    <a:pt x="1349" y="10350"/>
                    <a:pt x="777" y="10565"/>
                  </a:cubicBezTo>
                  <a:cubicBezTo>
                    <a:pt x="675" y="10605"/>
                    <a:pt x="542" y="10687"/>
                    <a:pt x="572" y="10800"/>
                  </a:cubicBezTo>
                  <a:cubicBezTo>
                    <a:pt x="599" y="10887"/>
                    <a:pt x="698" y="10914"/>
                    <a:pt x="790" y="10914"/>
                  </a:cubicBezTo>
                  <a:cubicBezTo>
                    <a:pt x="806" y="10914"/>
                    <a:pt x="823" y="10913"/>
                    <a:pt x="838" y="10912"/>
                  </a:cubicBezTo>
                  <a:cubicBezTo>
                    <a:pt x="1394" y="10881"/>
                    <a:pt x="1956" y="10729"/>
                    <a:pt x="2505" y="10729"/>
                  </a:cubicBezTo>
                  <a:cubicBezTo>
                    <a:pt x="2672" y="10729"/>
                    <a:pt x="2839" y="10744"/>
                    <a:pt x="3004" y="10779"/>
                  </a:cubicBezTo>
                  <a:cubicBezTo>
                    <a:pt x="2504" y="10953"/>
                    <a:pt x="2003" y="11137"/>
                    <a:pt x="1503" y="11321"/>
                  </a:cubicBezTo>
                  <a:cubicBezTo>
                    <a:pt x="1410" y="11352"/>
                    <a:pt x="1319" y="11382"/>
                    <a:pt x="1267" y="11454"/>
                  </a:cubicBezTo>
                  <a:cubicBezTo>
                    <a:pt x="1206" y="11525"/>
                    <a:pt x="1196" y="11647"/>
                    <a:pt x="1278" y="11699"/>
                  </a:cubicBezTo>
                  <a:cubicBezTo>
                    <a:pt x="1301" y="11717"/>
                    <a:pt x="1330" y="11723"/>
                    <a:pt x="1362" y="11723"/>
                  </a:cubicBezTo>
                  <a:cubicBezTo>
                    <a:pt x="1400" y="11723"/>
                    <a:pt x="1443" y="11715"/>
                    <a:pt x="1482" y="11709"/>
                  </a:cubicBezTo>
                  <a:cubicBezTo>
                    <a:pt x="1737" y="11647"/>
                    <a:pt x="1993" y="11576"/>
                    <a:pt x="2259" y="11515"/>
                  </a:cubicBezTo>
                  <a:cubicBezTo>
                    <a:pt x="2626" y="11423"/>
                    <a:pt x="2994" y="11331"/>
                    <a:pt x="3362" y="11229"/>
                  </a:cubicBezTo>
                  <a:cubicBezTo>
                    <a:pt x="3914" y="11075"/>
                    <a:pt x="4445" y="10891"/>
                    <a:pt x="4956" y="10636"/>
                  </a:cubicBezTo>
                  <a:cubicBezTo>
                    <a:pt x="5221" y="10299"/>
                    <a:pt x="5497" y="9849"/>
                    <a:pt x="5885" y="9492"/>
                  </a:cubicBezTo>
                  <a:cubicBezTo>
                    <a:pt x="6069" y="9329"/>
                    <a:pt x="6284" y="9175"/>
                    <a:pt x="6488" y="9032"/>
                  </a:cubicBezTo>
                  <a:cubicBezTo>
                    <a:pt x="6804" y="8807"/>
                    <a:pt x="7111" y="8573"/>
                    <a:pt x="7408" y="8337"/>
                  </a:cubicBezTo>
                  <a:cubicBezTo>
                    <a:pt x="7867" y="7990"/>
                    <a:pt x="8327" y="7643"/>
                    <a:pt x="8715" y="7224"/>
                  </a:cubicBezTo>
                  <a:cubicBezTo>
                    <a:pt x="9195" y="6713"/>
                    <a:pt x="9553" y="6110"/>
                    <a:pt x="9921" y="5508"/>
                  </a:cubicBezTo>
                  <a:lnTo>
                    <a:pt x="10411" y="4711"/>
                  </a:lnTo>
                  <a:cubicBezTo>
                    <a:pt x="10452" y="4629"/>
                    <a:pt x="10503" y="4548"/>
                    <a:pt x="10503" y="4455"/>
                  </a:cubicBezTo>
                  <a:cubicBezTo>
                    <a:pt x="10503" y="4373"/>
                    <a:pt x="10462" y="4292"/>
                    <a:pt x="10421" y="4221"/>
                  </a:cubicBezTo>
                  <a:cubicBezTo>
                    <a:pt x="10125" y="3689"/>
                    <a:pt x="9839" y="3147"/>
                    <a:pt x="9542" y="2616"/>
                  </a:cubicBezTo>
                  <a:cubicBezTo>
                    <a:pt x="9246" y="1962"/>
                    <a:pt x="8909" y="1247"/>
                    <a:pt x="8429" y="624"/>
                  </a:cubicBezTo>
                  <a:cubicBezTo>
                    <a:pt x="8266" y="409"/>
                    <a:pt x="8092" y="216"/>
                    <a:pt x="7918" y="1"/>
                  </a:cubicBezTo>
                  <a:close/>
                </a:path>
              </a:pathLst>
            </a:custGeom>
            <a:solidFill>
              <a:srgbClr val="FFC6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9679;p49">
              <a:extLst>
                <a:ext uri="{FF2B5EF4-FFF2-40B4-BE49-F238E27FC236}">
                  <a16:creationId xmlns:a16="http://schemas.microsoft.com/office/drawing/2014/main" id="{C05D41D2-E47A-FA26-EFFA-3D851938DB4C}"/>
                </a:ext>
              </a:extLst>
            </p:cNvPr>
            <p:cNvSpPr/>
            <p:nvPr/>
          </p:nvSpPr>
          <p:spPr>
            <a:xfrm>
              <a:off x="3649875" y="3885675"/>
              <a:ext cx="81750" cy="574700"/>
            </a:xfrm>
            <a:custGeom>
              <a:avLst/>
              <a:gdLst/>
              <a:ahLst/>
              <a:cxnLst/>
              <a:rect l="l" t="t" r="r" b="b"/>
              <a:pathLst>
                <a:path w="3270" h="22988" extrusionOk="0">
                  <a:moveTo>
                    <a:pt x="153" y="1"/>
                  </a:moveTo>
                  <a:lnTo>
                    <a:pt x="153" y="11"/>
                  </a:lnTo>
                  <a:cubicBezTo>
                    <a:pt x="450" y="3403"/>
                    <a:pt x="1" y="6845"/>
                    <a:pt x="623" y="10187"/>
                  </a:cubicBezTo>
                  <a:cubicBezTo>
                    <a:pt x="920" y="11801"/>
                    <a:pt x="1461" y="13343"/>
                    <a:pt x="1840" y="14937"/>
                  </a:cubicBezTo>
                  <a:cubicBezTo>
                    <a:pt x="2462" y="17511"/>
                    <a:pt x="2657" y="20168"/>
                    <a:pt x="2605" y="22803"/>
                  </a:cubicBezTo>
                  <a:cubicBezTo>
                    <a:pt x="2820" y="22855"/>
                    <a:pt x="3025" y="22906"/>
                    <a:pt x="3229" y="22987"/>
                  </a:cubicBezTo>
                  <a:lnTo>
                    <a:pt x="3270" y="22987"/>
                  </a:lnTo>
                  <a:cubicBezTo>
                    <a:pt x="3218" y="21976"/>
                    <a:pt x="3270" y="20944"/>
                    <a:pt x="3259" y="19933"/>
                  </a:cubicBezTo>
                  <a:cubicBezTo>
                    <a:pt x="3249" y="17961"/>
                    <a:pt x="3014" y="15999"/>
                    <a:pt x="2555" y="14089"/>
                  </a:cubicBezTo>
                  <a:cubicBezTo>
                    <a:pt x="2350" y="13261"/>
                    <a:pt x="2115" y="12444"/>
                    <a:pt x="2003" y="11596"/>
                  </a:cubicBezTo>
                  <a:cubicBezTo>
                    <a:pt x="1880" y="10697"/>
                    <a:pt x="1911" y="9788"/>
                    <a:pt x="1911" y="8879"/>
                  </a:cubicBezTo>
                  <a:cubicBezTo>
                    <a:pt x="1901" y="5906"/>
                    <a:pt x="1513" y="2943"/>
                    <a:pt x="787" y="62"/>
                  </a:cubicBezTo>
                  <a:lnTo>
                    <a:pt x="787" y="52"/>
                  </a:lnTo>
                  <a:cubicBezTo>
                    <a:pt x="573" y="52"/>
                    <a:pt x="358" y="32"/>
                    <a:pt x="1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9680;p49">
              <a:extLst>
                <a:ext uri="{FF2B5EF4-FFF2-40B4-BE49-F238E27FC236}">
                  <a16:creationId xmlns:a16="http://schemas.microsoft.com/office/drawing/2014/main" id="{74A39CD0-5E47-1C2A-A6A4-C46FDA4A337A}"/>
                </a:ext>
              </a:extLst>
            </p:cNvPr>
            <p:cNvSpPr/>
            <p:nvPr/>
          </p:nvSpPr>
          <p:spPr>
            <a:xfrm>
              <a:off x="3673875" y="4500200"/>
              <a:ext cx="20200" cy="57500"/>
            </a:xfrm>
            <a:custGeom>
              <a:avLst/>
              <a:gdLst/>
              <a:ahLst/>
              <a:cxnLst/>
              <a:rect l="l" t="t" r="r" b="b"/>
              <a:pathLst>
                <a:path w="808" h="2300" extrusionOk="0">
                  <a:moveTo>
                    <a:pt x="378" y="0"/>
                  </a:moveTo>
                  <a:lnTo>
                    <a:pt x="287" y="154"/>
                  </a:lnTo>
                  <a:cubicBezTo>
                    <a:pt x="287" y="163"/>
                    <a:pt x="276" y="174"/>
                    <a:pt x="276" y="184"/>
                  </a:cubicBezTo>
                  <a:cubicBezTo>
                    <a:pt x="205" y="297"/>
                    <a:pt x="144" y="399"/>
                    <a:pt x="113" y="521"/>
                  </a:cubicBezTo>
                  <a:cubicBezTo>
                    <a:pt x="1" y="889"/>
                    <a:pt x="113" y="1287"/>
                    <a:pt x="185" y="1666"/>
                  </a:cubicBezTo>
                  <a:cubicBezTo>
                    <a:pt x="226" y="1880"/>
                    <a:pt x="256" y="2084"/>
                    <a:pt x="267" y="2299"/>
                  </a:cubicBezTo>
                  <a:cubicBezTo>
                    <a:pt x="583" y="2207"/>
                    <a:pt x="767" y="1859"/>
                    <a:pt x="787" y="1532"/>
                  </a:cubicBezTo>
                  <a:cubicBezTo>
                    <a:pt x="808" y="1196"/>
                    <a:pt x="696" y="879"/>
                    <a:pt x="583" y="562"/>
                  </a:cubicBezTo>
                  <a:cubicBezTo>
                    <a:pt x="522" y="378"/>
                    <a:pt x="450" y="184"/>
                    <a:pt x="37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9681;p49">
              <a:extLst>
                <a:ext uri="{FF2B5EF4-FFF2-40B4-BE49-F238E27FC236}">
                  <a16:creationId xmlns:a16="http://schemas.microsoft.com/office/drawing/2014/main" id="{7826280A-5A69-4758-ACAD-7E29BD7A5732}"/>
                </a:ext>
              </a:extLst>
            </p:cNvPr>
            <p:cNvSpPr/>
            <p:nvPr/>
          </p:nvSpPr>
          <p:spPr>
            <a:xfrm>
              <a:off x="3679750" y="4452675"/>
              <a:ext cx="58775" cy="56725"/>
            </a:xfrm>
            <a:custGeom>
              <a:avLst/>
              <a:gdLst/>
              <a:ahLst/>
              <a:cxnLst/>
              <a:rect l="l" t="t" r="r" b="b"/>
              <a:pathLst>
                <a:path w="2351" h="2269" extrusionOk="0">
                  <a:moveTo>
                    <a:pt x="0" y="1"/>
                  </a:moveTo>
                  <a:cubicBezTo>
                    <a:pt x="93" y="686"/>
                    <a:pt x="93" y="1370"/>
                    <a:pt x="0" y="2055"/>
                  </a:cubicBezTo>
                  <a:lnTo>
                    <a:pt x="41" y="2085"/>
                  </a:lnTo>
                  <a:cubicBezTo>
                    <a:pt x="41" y="2075"/>
                    <a:pt x="52" y="2064"/>
                    <a:pt x="52" y="2055"/>
                  </a:cubicBezTo>
                  <a:lnTo>
                    <a:pt x="143" y="1901"/>
                  </a:lnTo>
                  <a:cubicBezTo>
                    <a:pt x="215" y="1778"/>
                    <a:pt x="297" y="1656"/>
                    <a:pt x="399" y="1554"/>
                  </a:cubicBezTo>
                  <a:cubicBezTo>
                    <a:pt x="526" y="1427"/>
                    <a:pt x="694" y="1324"/>
                    <a:pt x="901" y="1324"/>
                  </a:cubicBezTo>
                  <a:cubicBezTo>
                    <a:pt x="927" y="1324"/>
                    <a:pt x="954" y="1326"/>
                    <a:pt x="981" y="1329"/>
                  </a:cubicBezTo>
                  <a:cubicBezTo>
                    <a:pt x="1014" y="1322"/>
                    <a:pt x="1047" y="1319"/>
                    <a:pt x="1080" y="1319"/>
                  </a:cubicBezTo>
                  <a:cubicBezTo>
                    <a:pt x="1248" y="1319"/>
                    <a:pt x="1405" y="1402"/>
                    <a:pt x="1533" y="1513"/>
                  </a:cubicBezTo>
                  <a:cubicBezTo>
                    <a:pt x="1687" y="1646"/>
                    <a:pt x="1809" y="1809"/>
                    <a:pt x="1952" y="1952"/>
                  </a:cubicBezTo>
                  <a:cubicBezTo>
                    <a:pt x="1982" y="1983"/>
                    <a:pt x="2023" y="2014"/>
                    <a:pt x="2054" y="2044"/>
                  </a:cubicBezTo>
                  <a:cubicBezTo>
                    <a:pt x="2146" y="2116"/>
                    <a:pt x="2228" y="2187"/>
                    <a:pt x="2300" y="2269"/>
                  </a:cubicBezTo>
                  <a:lnTo>
                    <a:pt x="2350" y="2218"/>
                  </a:lnTo>
                  <a:cubicBezTo>
                    <a:pt x="2187" y="1595"/>
                    <a:pt x="2116" y="951"/>
                    <a:pt x="2075" y="307"/>
                  </a:cubicBezTo>
                  <a:lnTo>
                    <a:pt x="2034" y="307"/>
                  </a:lnTo>
                  <a:cubicBezTo>
                    <a:pt x="1830" y="226"/>
                    <a:pt x="1625" y="175"/>
                    <a:pt x="1410" y="123"/>
                  </a:cubicBezTo>
                  <a:cubicBezTo>
                    <a:pt x="961" y="42"/>
                    <a:pt x="491" y="11"/>
                    <a:pt x="32" y="1"/>
                  </a:cubicBezTo>
                  <a:close/>
                </a:path>
              </a:pathLst>
            </a:custGeom>
            <a:solidFill>
              <a:srgbClr val="FFC6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9682;p49">
              <a:extLst>
                <a:ext uri="{FF2B5EF4-FFF2-40B4-BE49-F238E27FC236}">
                  <a16:creationId xmlns:a16="http://schemas.microsoft.com/office/drawing/2014/main" id="{E97C17C6-1C4A-C58D-08E0-A67A52D47023}"/>
                </a:ext>
              </a:extLst>
            </p:cNvPr>
            <p:cNvSpPr/>
            <p:nvPr/>
          </p:nvSpPr>
          <p:spPr>
            <a:xfrm>
              <a:off x="3684100" y="4574775"/>
              <a:ext cx="77675" cy="29225"/>
            </a:xfrm>
            <a:custGeom>
              <a:avLst/>
              <a:gdLst/>
              <a:ahLst/>
              <a:cxnLst/>
              <a:rect l="l" t="t" r="r" b="b"/>
              <a:pathLst>
                <a:path w="3107" h="1169" extrusionOk="0">
                  <a:moveTo>
                    <a:pt x="3055" y="0"/>
                  </a:moveTo>
                  <a:lnTo>
                    <a:pt x="3014" y="11"/>
                  </a:lnTo>
                  <a:cubicBezTo>
                    <a:pt x="2922" y="276"/>
                    <a:pt x="2667" y="491"/>
                    <a:pt x="2381" y="522"/>
                  </a:cubicBezTo>
                  <a:cubicBezTo>
                    <a:pt x="2353" y="524"/>
                    <a:pt x="2326" y="526"/>
                    <a:pt x="2299" y="526"/>
                  </a:cubicBezTo>
                  <a:cubicBezTo>
                    <a:pt x="2032" y="526"/>
                    <a:pt x="1773" y="398"/>
                    <a:pt x="1522" y="297"/>
                  </a:cubicBezTo>
                  <a:cubicBezTo>
                    <a:pt x="1362" y="239"/>
                    <a:pt x="1185" y="192"/>
                    <a:pt x="1017" y="192"/>
                  </a:cubicBezTo>
                  <a:cubicBezTo>
                    <a:pt x="887" y="192"/>
                    <a:pt x="762" y="221"/>
                    <a:pt x="654" y="297"/>
                  </a:cubicBezTo>
                  <a:cubicBezTo>
                    <a:pt x="582" y="348"/>
                    <a:pt x="532" y="419"/>
                    <a:pt x="450" y="460"/>
                  </a:cubicBezTo>
                  <a:cubicBezTo>
                    <a:pt x="317" y="542"/>
                    <a:pt x="153" y="542"/>
                    <a:pt x="1" y="542"/>
                  </a:cubicBezTo>
                  <a:cubicBezTo>
                    <a:pt x="51" y="624"/>
                    <a:pt x="133" y="695"/>
                    <a:pt x="205" y="756"/>
                  </a:cubicBezTo>
                  <a:cubicBezTo>
                    <a:pt x="599" y="1054"/>
                    <a:pt x="1100" y="1168"/>
                    <a:pt x="1605" y="1168"/>
                  </a:cubicBezTo>
                  <a:cubicBezTo>
                    <a:pt x="1741" y="1168"/>
                    <a:pt x="1878" y="1160"/>
                    <a:pt x="2013" y="1144"/>
                  </a:cubicBezTo>
                  <a:cubicBezTo>
                    <a:pt x="2401" y="1104"/>
                    <a:pt x="2841" y="961"/>
                    <a:pt x="3014" y="613"/>
                  </a:cubicBezTo>
                  <a:cubicBezTo>
                    <a:pt x="3106" y="419"/>
                    <a:pt x="3106" y="204"/>
                    <a:pt x="30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683;p49">
              <a:extLst>
                <a:ext uri="{FF2B5EF4-FFF2-40B4-BE49-F238E27FC236}">
                  <a16:creationId xmlns:a16="http://schemas.microsoft.com/office/drawing/2014/main" id="{119EA7BC-A108-A328-7B91-C44A0FF062A6}"/>
                </a:ext>
              </a:extLst>
            </p:cNvPr>
            <p:cNvSpPr/>
            <p:nvPr/>
          </p:nvSpPr>
          <p:spPr>
            <a:xfrm>
              <a:off x="3713475" y="3558250"/>
              <a:ext cx="70775" cy="68975"/>
            </a:xfrm>
            <a:custGeom>
              <a:avLst/>
              <a:gdLst/>
              <a:ahLst/>
              <a:cxnLst/>
              <a:rect l="l" t="t" r="r" b="b"/>
              <a:pathLst>
                <a:path w="2831" h="2759" extrusionOk="0">
                  <a:moveTo>
                    <a:pt x="2503" y="0"/>
                  </a:moveTo>
                  <a:cubicBezTo>
                    <a:pt x="1420" y="460"/>
                    <a:pt x="633" y="1400"/>
                    <a:pt x="0" y="2391"/>
                  </a:cubicBezTo>
                  <a:cubicBezTo>
                    <a:pt x="11" y="2391"/>
                    <a:pt x="11" y="2401"/>
                    <a:pt x="11" y="2401"/>
                  </a:cubicBezTo>
                  <a:cubicBezTo>
                    <a:pt x="113" y="2524"/>
                    <a:pt x="235" y="2647"/>
                    <a:pt x="347" y="2759"/>
                  </a:cubicBezTo>
                  <a:lnTo>
                    <a:pt x="358" y="2749"/>
                  </a:lnTo>
                  <a:cubicBezTo>
                    <a:pt x="1012" y="1809"/>
                    <a:pt x="1809" y="920"/>
                    <a:pt x="2830" y="409"/>
                  </a:cubicBezTo>
                  <a:cubicBezTo>
                    <a:pt x="2738" y="307"/>
                    <a:pt x="2646" y="195"/>
                    <a:pt x="2565" y="93"/>
                  </a:cubicBezTo>
                  <a:lnTo>
                    <a:pt x="250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684;p49">
              <a:extLst>
                <a:ext uri="{FF2B5EF4-FFF2-40B4-BE49-F238E27FC236}">
                  <a16:creationId xmlns:a16="http://schemas.microsoft.com/office/drawing/2014/main" id="{B81DC9A6-95A9-82FE-2B9B-DE8CBB41E52C}"/>
                </a:ext>
              </a:extLst>
            </p:cNvPr>
            <p:cNvSpPr/>
            <p:nvPr/>
          </p:nvSpPr>
          <p:spPr>
            <a:xfrm>
              <a:off x="3725475" y="4503775"/>
              <a:ext cx="28375" cy="53400"/>
            </a:xfrm>
            <a:custGeom>
              <a:avLst/>
              <a:gdLst/>
              <a:ahLst/>
              <a:cxnLst/>
              <a:rect l="l" t="t" r="r" b="b"/>
              <a:pathLst>
                <a:path w="1135" h="2136" extrusionOk="0">
                  <a:moveTo>
                    <a:pt x="225" y="0"/>
                  </a:moveTo>
                  <a:cubicBezTo>
                    <a:pt x="21" y="388"/>
                    <a:pt x="1" y="869"/>
                    <a:pt x="164" y="1277"/>
                  </a:cubicBezTo>
                  <a:cubicBezTo>
                    <a:pt x="337" y="1686"/>
                    <a:pt x="695" y="2002"/>
                    <a:pt x="1124" y="2136"/>
                  </a:cubicBezTo>
                  <a:lnTo>
                    <a:pt x="1134" y="2136"/>
                  </a:lnTo>
                  <a:cubicBezTo>
                    <a:pt x="950" y="1707"/>
                    <a:pt x="807" y="1267"/>
                    <a:pt x="716" y="817"/>
                  </a:cubicBezTo>
                  <a:cubicBezTo>
                    <a:pt x="675" y="654"/>
                    <a:pt x="644" y="490"/>
                    <a:pt x="562" y="347"/>
                  </a:cubicBezTo>
                  <a:lnTo>
                    <a:pt x="471" y="225"/>
                  </a:lnTo>
                  <a:cubicBezTo>
                    <a:pt x="399" y="143"/>
                    <a:pt x="317" y="72"/>
                    <a:pt x="2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685;p49">
              <a:extLst>
                <a:ext uri="{FF2B5EF4-FFF2-40B4-BE49-F238E27FC236}">
                  <a16:creationId xmlns:a16="http://schemas.microsoft.com/office/drawing/2014/main" id="{C71B7D59-8413-10F9-8CFC-F14D8685EFE7}"/>
                </a:ext>
              </a:extLst>
            </p:cNvPr>
            <p:cNvSpPr/>
            <p:nvPr/>
          </p:nvSpPr>
          <p:spPr>
            <a:xfrm>
              <a:off x="3742575" y="3645850"/>
              <a:ext cx="42175" cy="77175"/>
            </a:xfrm>
            <a:custGeom>
              <a:avLst/>
              <a:gdLst/>
              <a:ahLst/>
              <a:cxnLst/>
              <a:rect l="l" t="t" r="r" b="b"/>
              <a:pathLst>
                <a:path w="1687" h="3087" extrusionOk="0">
                  <a:moveTo>
                    <a:pt x="1687" y="1"/>
                  </a:moveTo>
                  <a:lnTo>
                    <a:pt x="1687" y="1"/>
                  </a:lnTo>
                  <a:cubicBezTo>
                    <a:pt x="1503" y="226"/>
                    <a:pt x="1329" y="471"/>
                    <a:pt x="1156" y="705"/>
                  </a:cubicBezTo>
                  <a:cubicBezTo>
                    <a:pt x="992" y="950"/>
                    <a:pt x="849" y="1216"/>
                    <a:pt x="716" y="1472"/>
                  </a:cubicBezTo>
                  <a:cubicBezTo>
                    <a:pt x="583" y="1738"/>
                    <a:pt x="450" y="2003"/>
                    <a:pt x="338" y="2279"/>
                  </a:cubicBezTo>
                  <a:cubicBezTo>
                    <a:pt x="216" y="2544"/>
                    <a:pt x="103" y="2810"/>
                    <a:pt x="1" y="3086"/>
                  </a:cubicBezTo>
                  <a:cubicBezTo>
                    <a:pt x="164" y="2851"/>
                    <a:pt x="318" y="2596"/>
                    <a:pt x="461" y="2330"/>
                  </a:cubicBezTo>
                  <a:cubicBezTo>
                    <a:pt x="604" y="2074"/>
                    <a:pt x="736" y="1819"/>
                    <a:pt x="869" y="1554"/>
                  </a:cubicBezTo>
                  <a:lnTo>
                    <a:pt x="1267" y="777"/>
                  </a:lnTo>
                  <a:cubicBezTo>
                    <a:pt x="1421" y="521"/>
                    <a:pt x="1564" y="266"/>
                    <a:pt x="1687" y="1"/>
                  </a:cubicBezTo>
                  <a:close/>
                </a:path>
              </a:pathLst>
            </a:custGeom>
            <a:solidFill>
              <a:srgbClr val="9756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9686;p49">
              <a:extLst>
                <a:ext uri="{FF2B5EF4-FFF2-40B4-BE49-F238E27FC236}">
                  <a16:creationId xmlns:a16="http://schemas.microsoft.com/office/drawing/2014/main" id="{21476798-C32E-8241-93F4-93286530F9A3}"/>
                </a:ext>
              </a:extLst>
            </p:cNvPr>
            <p:cNvSpPr/>
            <p:nvPr/>
          </p:nvSpPr>
          <p:spPr>
            <a:xfrm>
              <a:off x="3695075" y="3590925"/>
              <a:ext cx="44475" cy="51125"/>
            </a:xfrm>
            <a:custGeom>
              <a:avLst/>
              <a:gdLst/>
              <a:ahLst/>
              <a:cxnLst/>
              <a:rect l="l" t="t" r="r" b="b"/>
              <a:pathLst>
                <a:path w="1779" h="2045" extrusionOk="0">
                  <a:moveTo>
                    <a:pt x="668" y="1138"/>
                  </a:moveTo>
                  <a:cubicBezTo>
                    <a:pt x="671" y="1140"/>
                    <a:pt x="673" y="1143"/>
                    <a:pt x="675" y="1145"/>
                  </a:cubicBezTo>
                  <a:cubicBezTo>
                    <a:pt x="673" y="1143"/>
                    <a:pt x="671" y="1140"/>
                    <a:pt x="668" y="1138"/>
                  </a:cubicBezTo>
                  <a:close/>
                  <a:moveTo>
                    <a:pt x="0" y="1"/>
                  </a:moveTo>
                  <a:lnTo>
                    <a:pt x="0" y="1"/>
                  </a:lnTo>
                  <a:cubicBezTo>
                    <a:pt x="82" y="205"/>
                    <a:pt x="175" y="410"/>
                    <a:pt x="287" y="593"/>
                  </a:cubicBezTo>
                  <a:cubicBezTo>
                    <a:pt x="398" y="785"/>
                    <a:pt x="528" y="966"/>
                    <a:pt x="668" y="1138"/>
                  </a:cubicBezTo>
                  <a:lnTo>
                    <a:pt x="668" y="1138"/>
                  </a:lnTo>
                  <a:cubicBezTo>
                    <a:pt x="661" y="1127"/>
                    <a:pt x="654" y="1111"/>
                    <a:pt x="654" y="1094"/>
                  </a:cubicBezTo>
                  <a:lnTo>
                    <a:pt x="654" y="1094"/>
                  </a:lnTo>
                  <a:lnTo>
                    <a:pt x="675" y="1145"/>
                  </a:lnTo>
                  <a:lnTo>
                    <a:pt x="920" y="1411"/>
                  </a:lnTo>
                  <a:cubicBezTo>
                    <a:pt x="1002" y="1492"/>
                    <a:pt x="1104" y="1574"/>
                    <a:pt x="1196" y="1635"/>
                  </a:cubicBezTo>
                  <a:cubicBezTo>
                    <a:pt x="1380" y="1779"/>
                    <a:pt x="1584" y="1922"/>
                    <a:pt x="1778" y="2044"/>
                  </a:cubicBezTo>
                  <a:cubicBezTo>
                    <a:pt x="1625" y="1860"/>
                    <a:pt x="1462" y="1697"/>
                    <a:pt x="1288" y="1533"/>
                  </a:cubicBezTo>
                  <a:cubicBezTo>
                    <a:pt x="1206" y="1462"/>
                    <a:pt x="1114" y="1380"/>
                    <a:pt x="1043" y="1288"/>
                  </a:cubicBezTo>
                  <a:lnTo>
                    <a:pt x="808" y="1033"/>
                  </a:lnTo>
                  <a:lnTo>
                    <a:pt x="808" y="1033"/>
                  </a:lnTo>
                  <a:lnTo>
                    <a:pt x="809" y="1037"/>
                  </a:lnTo>
                  <a:lnTo>
                    <a:pt x="809" y="1037"/>
                  </a:lnTo>
                  <a:cubicBezTo>
                    <a:pt x="806" y="1032"/>
                    <a:pt x="802" y="1027"/>
                    <a:pt x="797" y="1023"/>
                  </a:cubicBezTo>
                  <a:lnTo>
                    <a:pt x="797" y="1023"/>
                  </a:lnTo>
                  <a:lnTo>
                    <a:pt x="808" y="1033"/>
                  </a:lnTo>
                  <a:cubicBezTo>
                    <a:pt x="665" y="870"/>
                    <a:pt x="532" y="696"/>
                    <a:pt x="399" y="522"/>
                  </a:cubicBezTo>
                  <a:cubicBezTo>
                    <a:pt x="266" y="348"/>
                    <a:pt x="143" y="175"/>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9687;p49">
              <a:extLst>
                <a:ext uri="{FF2B5EF4-FFF2-40B4-BE49-F238E27FC236}">
                  <a16:creationId xmlns:a16="http://schemas.microsoft.com/office/drawing/2014/main" id="{9F1BA602-8660-A06C-C34F-31D83C40AEA3}"/>
                </a:ext>
              </a:extLst>
            </p:cNvPr>
            <p:cNvSpPr/>
            <p:nvPr/>
          </p:nvSpPr>
          <p:spPr>
            <a:xfrm>
              <a:off x="3443000" y="3592475"/>
              <a:ext cx="16875" cy="148150"/>
            </a:xfrm>
            <a:custGeom>
              <a:avLst/>
              <a:gdLst/>
              <a:ahLst/>
              <a:cxnLst/>
              <a:rect l="l" t="t" r="r" b="b"/>
              <a:pathLst>
                <a:path w="675" h="5926" extrusionOk="0">
                  <a:moveTo>
                    <a:pt x="0" y="0"/>
                  </a:moveTo>
                  <a:lnTo>
                    <a:pt x="0" y="0"/>
                  </a:lnTo>
                  <a:cubicBezTo>
                    <a:pt x="41" y="256"/>
                    <a:pt x="92" y="491"/>
                    <a:pt x="133" y="746"/>
                  </a:cubicBezTo>
                  <a:cubicBezTo>
                    <a:pt x="184" y="992"/>
                    <a:pt x="225" y="1237"/>
                    <a:pt x="255" y="1482"/>
                  </a:cubicBezTo>
                  <a:cubicBezTo>
                    <a:pt x="327" y="1972"/>
                    <a:pt x="389" y="2463"/>
                    <a:pt x="419" y="2953"/>
                  </a:cubicBezTo>
                  <a:cubicBezTo>
                    <a:pt x="450" y="3453"/>
                    <a:pt x="450" y="3944"/>
                    <a:pt x="429" y="4445"/>
                  </a:cubicBezTo>
                  <a:cubicBezTo>
                    <a:pt x="419" y="4690"/>
                    <a:pt x="398" y="4935"/>
                    <a:pt x="368" y="5180"/>
                  </a:cubicBezTo>
                  <a:cubicBezTo>
                    <a:pt x="348" y="5435"/>
                    <a:pt x="307" y="5680"/>
                    <a:pt x="266" y="5926"/>
                  </a:cubicBezTo>
                  <a:cubicBezTo>
                    <a:pt x="439" y="5456"/>
                    <a:pt x="552" y="4955"/>
                    <a:pt x="613" y="4454"/>
                  </a:cubicBezTo>
                  <a:cubicBezTo>
                    <a:pt x="675" y="3954"/>
                    <a:pt x="675" y="3443"/>
                    <a:pt x="644" y="2942"/>
                  </a:cubicBezTo>
                  <a:cubicBezTo>
                    <a:pt x="613" y="2442"/>
                    <a:pt x="541" y="1941"/>
                    <a:pt x="429" y="1451"/>
                  </a:cubicBezTo>
                  <a:cubicBezTo>
                    <a:pt x="378" y="1206"/>
                    <a:pt x="317" y="961"/>
                    <a:pt x="246" y="715"/>
                  </a:cubicBezTo>
                  <a:cubicBezTo>
                    <a:pt x="174" y="481"/>
                    <a:pt x="92" y="236"/>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9688;p49">
              <a:extLst>
                <a:ext uri="{FF2B5EF4-FFF2-40B4-BE49-F238E27FC236}">
                  <a16:creationId xmlns:a16="http://schemas.microsoft.com/office/drawing/2014/main" id="{78687E81-F082-7FAF-0036-134CF6219572}"/>
                </a:ext>
              </a:extLst>
            </p:cNvPr>
            <p:cNvSpPr/>
            <p:nvPr/>
          </p:nvSpPr>
          <p:spPr>
            <a:xfrm>
              <a:off x="3626125" y="3621075"/>
              <a:ext cx="45475" cy="134625"/>
            </a:xfrm>
            <a:custGeom>
              <a:avLst/>
              <a:gdLst/>
              <a:ahLst/>
              <a:cxnLst/>
              <a:rect l="l" t="t" r="r" b="b"/>
              <a:pathLst>
                <a:path w="1819" h="5385" extrusionOk="0">
                  <a:moveTo>
                    <a:pt x="1819" y="0"/>
                  </a:moveTo>
                  <a:cubicBezTo>
                    <a:pt x="1441" y="307"/>
                    <a:pt x="1114" y="695"/>
                    <a:pt x="889" y="1124"/>
                  </a:cubicBezTo>
                  <a:cubicBezTo>
                    <a:pt x="665" y="1564"/>
                    <a:pt x="521" y="2044"/>
                    <a:pt x="399" y="2504"/>
                  </a:cubicBezTo>
                  <a:cubicBezTo>
                    <a:pt x="164" y="3454"/>
                    <a:pt x="11" y="4414"/>
                    <a:pt x="0" y="5385"/>
                  </a:cubicBezTo>
                  <a:cubicBezTo>
                    <a:pt x="195" y="4434"/>
                    <a:pt x="388" y="3494"/>
                    <a:pt x="624" y="2565"/>
                  </a:cubicBezTo>
                  <a:cubicBezTo>
                    <a:pt x="746" y="2105"/>
                    <a:pt x="869" y="1646"/>
                    <a:pt x="1053" y="1206"/>
                  </a:cubicBezTo>
                  <a:cubicBezTo>
                    <a:pt x="1246" y="777"/>
                    <a:pt x="1502" y="368"/>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9689;p49">
              <a:extLst>
                <a:ext uri="{FF2B5EF4-FFF2-40B4-BE49-F238E27FC236}">
                  <a16:creationId xmlns:a16="http://schemas.microsoft.com/office/drawing/2014/main" id="{EE526C5E-E84B-B15C-D0A2-9EB12B5CCCD3}"/>
                </a:ext>
              </a:extLst>
            </p:cNvPr>
            <p:cNvSpPr/>
            <p:nvPr/>
          </p:nvSpPr>
          <p:spPr>
            <a:xfrm>
              <a:off x="3495850" y="3445100"/>
              <a:ext cx="76925" cy="33975"/>
            </a:xfrm>
            <a:custGeom>
              <a:avLst/>
              <a:gdLst/>
              <a:ahLst/>
              <a:cxnLst/>
              <a:rect l="l" t="t" r="r" b="b"/>
              <a:pathLst>
                <a:path w="3077" h="1359" extrusionOk="0">
                  <a:moveTo>
                    <a:pt x="3076" y="1"/>
                  </a:moveTo>
                  <a:lnTo>
                    <a:pt x="3056" y="21"/>
                  </a:lnTo>
                  <a:cubicBezTo>
                    <a:pt x="2831" y="235"/>
                    <a:pt x="2606" y="440"/>
                    <a:pt x="2371" y="624"/>
                  </a:cubicBezTo>
                  <a:cubicBezTo>
                    <a:pt x="2126" y="798"/>
                    <a:pt x="1871" y="961"/>
                    <a:pt x="1594" y="1063"/>
                  </a:cubicBezTo>
                  <a:cubicBezTo>
                    <a:pt x="1342" y="1157"/>
                    <a:pt x="1071" y="1207"/>
                    <a:pt x="807" y="1207"/>
                  </a:cubicBezTo>
                  <a:cubicBezTo>
                    <a:pt x="783" y="1207"/>
                    <a:pt x="760" y="1207"/>
                    <a:pt x="736" y="1206"/>
                  </a:cubicBezTo>
                  <a:cubicBezTo>
                    <a:pt x="440" y="1196"/>
                    <a:pt x="205" y="982"/>
                    <a:pt x="1" y="757"/>
                  </a:cubicBezTo>
                  <a:lnTo>
                    <a:pt x="1" y="757"/>
                  </a:lnTo>
                  <a:cubicBezTo>
                    <a:pt x="73" y="889"/>
                    <a:pt x="164" y="1012"/>
                    <a:pt x="277" y="1125"/>
                  </a:cubicBezTo>
                  <a:cubicBezTo>
                    <a:pt x="400" y="1237"/>
                    <a:pt x="552" y="1308"/>
                    <a:pt x="716" y="1339"/>
                  </a:cubicBezTo>
                  <a:cubicBezTo>
                    <a:pt x="800" y="1352"/>
                    <a:pt x="884" y="1359"/>
                    <a:pt x="969" y="1359"/>
                  </a:cubicBezTo>
                  <a:cubicBezTo>
                    <a:pt x="1204" y="1359"/>
                    <a:pt x="1438" y="1309"/>
                    <a:pt x="1656" y="1227"/>
                  </a:cubicBezTo>
                  <a:cubicBezTo>
                    <a:pt x="1952" y="1114"/>
                    <a:pt x="2218" y="941"/>
                    <a:pt x="2453" y="726"/>
                  </a:cubicBezTo>
                  <a:cubicBezTo>
                    <a:pt x="2688" y="521"/>
                    <a:pt x="2892" y="287"/>
                    <a:pt x="3056" y="31"/>
                  </a:cubicBezTo>
                  <a:lnTo>
                    <a:pt x="3076" y="1"/>
                  </a:lnTo>
                  <a:close/>
                </a:path>
              </a:pathLst>
            </a:custGeom>
            <a:solidFill>
              <a:srgbClr val="9756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9690;p49">
              <a:extLst>
                <a:ext uri="{FF2B5EF4-FFF2-40B4-BE49-F238E27FC236}">
                  <a16:creationId xmlns:a16="http://schemas.microsoft.com/office/drawing/2014/main" id="{9CE51A6D-5175-36E1-27E9-A1DAB9380401}"/>
                </a:ext>
              </a:extLst>
            </p:cNvPr>
            <p:cNvSpPr/>
            <p:nvPr/>
          </p:nvSpPr>
          <p:spPr>
            <a:xfrm>
              <a:off x="3314275" y="3586600"/>
              <a:ext cx="43675" cy="71775"/>
            </a:xfrm>
            <a:custGeom>
              <a:avLst/>
              <a:gdLst/>
              <a:ahLst/>
              <a:cxnLst/>
              <a:rect l="l" t="t" r="r" b="b"/>
              <a:pathLst>
                <a:path w="1747" h="2871" extrusionOk="0">
                  <a:moveTo>
                    <a:pt x="0" y="1"/>
                  </a:moveTo>
                  <a:lnTo>
                    <a:pt x="0" y="1"/>
                  </a:lnTo>
                  <a:cubicBezTo>
                    <a:pt x="143" y="246"/>
                    <a:pt x="286" y="480"/>
                    <a:pt x="450" y="716"/>
                  </a:cubicBezTo>
                  <a:cubicBezTo>
                    <a:pt x="603" y="950"/>
                    <a:pt x="766" y="1175"/>
                    <a:pt x="909" y="1410"/>
                  </a:cubicBezTo>
                  <a:cubicBezTo>
                    <a:pt x="1063" y="1645"/>
                    <a:pt x="1206" y="1890"/>
                    <a:pt x="1338" y="2126"/>
                  </a:cubicBezTo>
                  <a:cubicBezTo>
                    <a:pt x="1472" y="2381"/>
                    <a:pt x="1594" y="2626"/>
                    <a:pt x="1747" y="2871"/>
                  </a:cubicBezTo>
                  <a:cubicBezTo>
                    <a:pt x="1655" y="2605"/>
                    <a:pt x="1574" y="2330"/>
                    <a:pt x="1461" y="2064"/>
                  </a:cubicBezTo>
                  <a:cubicBezTo>
                    <a:pt x="1349" y="1808"/>
                    <a:pt x="1216" y="1563"/>
                    <a:pt x="1063" y="1318"/>
                  </a:cubicBezTo>
                  <a:cubicBezTo>
                    <a:pt x="909" y="1073"/>
                    <a:pt x="736" y="859"/>
                    <a:pt x="562" y="634"/>
                  </a:cubicBezTo>
                  <a:cubicBezTo>
                    <a:pt x="389" y="419"/>
                    <a:pt x="194" y="205"/>
                    <a:pt x="0" y="1"/>
                  </a:cubicBezTo>
                  <a:close/>
                </a:path>
              </a:pathLst>
            </a:custGeom>
            <a:solidFill>
              <a:srgbClr val="9756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9691;p49">
              <a:extLst>
                <a:ext uri="{FF2B5EF4-FFF2-40B4-BE49-F238E27FC236}">
                  <a16:creationId xmlns:a16="http://schemas.microsoft.com/office/drawing/2014/main" id="{8118E57A-27E5-7E96-1437-F64309AAECF4}"/>
                </a:ext>
              </a:extLst>
            </p:cNvPr>
            <p:cNvSpPr/>
            <p:nvPr/>
          </p:nvSpPr>
          <p:spPr>
            <a:xfrm>
              <a:off x="3494825" y="3421850"/>
              <a:ext cx="42175" cy="18425"/>
            </a:xfrm>
            <a:custGeom>
              <a:avLst/>
              <a:gdLst/>
              <a:ahLst/>
              <a:cxnLst/>
              <a:rect l="l" t="t" r="r" b="b"/>
              <a:pathLst>
                <a:path w="1687" h="737" extrusionOk="0">
                  <a:moveTo>
                    <a:pt x="1676" y="1"/>
                  </a:moveTo>
                  <a:cubicBezTo>
                    <a:pt x="1635" y="164"/>
                    <a:pt x="1503" y="266"/>
                    <a:pt x="1370" y="359"/>
                  </a:cubicBezTo>
                  <a:cubicBezTo>
                    <a:pt x="1237" y="450"/>
                    <a:pt x="1084" y="522"/>
                    <a:pt x="931" y="573"/>
                  </a:cubicBezTo>
                  <a:cubicBezTo>
                    <a:pt x="777" y="614"/>
                    <a:pt x="624" y="634"/>
                    <a:pt x="461" y="634"/>
                  </a:cubicBezTo>
                  <a:cubicBezTo>
                    <a:pt x="298" y="634"/>
                    <a:pt x="134" y="614"/>
                    <a:pt x="1" y="502"/>
                  </a:cubicBezTo>
                  <a:lnTo>
                    <a:pt x="1" y="502"/>
                  </a:lnTo>
                  <a:cubicBezTo>
                    <a:pt x="93" y="655"/>
                    <a:pt x="287" y="716"/>
                    <a:pt x="450" y="726"/>
                  </a:cubicBezTo>
                  <a:cubicBezTo>
                    <a:pt x="505" y="733"/>
                    <a:pt x="560" y="736"/>
                    <a:pt x="615" y="736"/>
                  </a:cubicBezTo>
                  <a:cubicBezTo>
                    <a:pt x="734" y="736"/>
                    <a:pt x="853" y="720"/>
                    <a:pt x="972" y="686"/>
                  </a:cubicBezTo>
                  <a:cubicBezTo>
                    <a:pt x="1135" y="634"/>
                    <a:pt x="1288" y="552"/>
                    <a:pt x="1421" y="430"/>
                  </a:cubicBezTo>
                  <a:cubicBezTo>
                    <a:pt x="1554" y="328"/>
                    <a:pt x="1687" y="175"/>
                    <a:pt x="1676" y="1"/>
                  </a:cubicBezTo>
                  <a:close/>
                </a:path>
              </a:pathLst>
            </a:custGeom>
            <a:solidFill>
              <a:srgbClr val="9756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9692;p49">
              <a:extLst>
                <a:ext uri="{FF2B5EF4-FFF2-40B4-BE49-F238E27FC236}">
                  <a16:creationId xmlns:a16="http://schemas.microsoft.com/office/drawing/2014/main" id="{88019B6B-2B05-14BF-E432-276B1FFA62EF}"/>
                </a:ext>
              </a:extLst>
            </p:cNvPr>
            <p:cNvSpPr/>
            <p:nvPr/>
          </p:nvSpPr>
          <p:spPr>
            <a:xfrm>
              <a:off x="3508125" y="3368975"/>
              <a:ext cx="37575" cy="5400"/>
            </a:xfrm>
            <a:custGeom>
              <a:avLst/>
              <a:gdLst/>
              <a:ahLst/>
              <a:cxnLst/>
              <a:rect l="l" t="t" r="r" b="b"/>
              <a:pathLst>
                <a:path w="1503" h="216" extrusionOk="0">
                  <a:moveTo>
                    <a:pt x="812" y="0"/>
                  </a:moveTo>
                  <a:cubicBezTo>
                    <a:pt x="794" y="0"/>
                    <a:pt x="775" y="1"/>
                    <a:pt x="756" y="1"/>
                  </a:cubicBezTo>
                  <a:cubicBezTo>
                    <a:pt x="491" y="22"/>
                    <a:pt x="236" y="93"/>
                    <a:pt x="0" y="215"/>
                  </a:cubicBezTo>
                  <a:cubicBezTo>
                    <a:pt x="256" y="185"/>
                    <a:pt x="511" y="134"/>
                    <a:pt x="756" y="124"/>
                  </a:cubicBezTo>
                  <a:cubicBezTo>
                    <a:pt x="797" y="122"/>
                    <a:pt x="837" y="121"/>
                    <a:pt x="877" y="121"/>
                  </a:cubicBezTo>
                  <a:cubicBezTo>
                    <a:pt x="1090" y="121"/>
                    <a:pt x="1296" y="147"/>
                    <a:pt x="1502" y="215"/>
                  </a:cubicBezTo>
                  <a:cubicBezTo>
                    <a:pt x="1313" y="64"/>
                    <a:pt x="1053" y="0"/>
                    <a:pt x="812" y="0"/>
                  </a:cubicBezTo>
                  <a:close/>
                </a:path>
              </a:pathLst>
            </a:custGeom>
            <a:solidFill>
              <a:srgbClr val="994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9693;p49">
              <a:extLst>
                <a:ext uri="{FF2B5EF4-FFF2-40B4-BE49-F238E27FC236}">
                  <a16:creationId xmlns:a16="http://schemas.microsoft.com/office/drawing/2014/main" id="{26352420-0F8A-1BDC-95FC-8FCE53094DE2}"/>
                </a:ext>
              </a:extLst>
            </p:cNvPr>
            <p:cNvSpPr/>
            <p:nvPr/>
          </p:nvSpPr>
          <p:spPr>
            <a:xfrm>
              <a:off x="3474675" y="3374275"/>
              <a:ext cx="17375" cy="3675"/>
            </a:xfrm>
            <a:custGeom>
              <a:avLst/>
              <a:gdLst/>
              <a:ahLst/>
              <a:cxnLst/>
              <a:rect l="l" t="t" r="r" b="b"/>
              <a:pathLst>
                <a:path w="695" h="147" extrusionOk="0">
                  <a:moveTo>
                    <a:pt x="280" y="0"/>
                  </a:moveTo>
                  <a:cubicBezTo>
                    <a:pt x="187" y="0"/>
                    <a:pt x="87" y="15"/>
                    <a:pt x="0" y="55"/>
                  </a:cubicBezTo>
                  <a:cubicBezTo>
                    <a:pt x="123" y="85"/>
                    <a:pt x="235" y="106"/>
                    <a:pt x="348" y="116"/>
                  </a:cubicBezTo>
                  <a:cubicBezTo>
                    <a:pt x="460" y="137"/>
                    <a:pt x="572" y="146"/>
                    <a:pt x="695" y="146"/>
                  </a:cubicBezTo>
                  <a:cubicBezTo>
                    <a:pt x="603" y="65"/>
                    <a:pt x="480" y="24"/>
                    <a:pt x="357" y="3"/>
                  </a:cubicBezTo>
                  <a:cubicBezTo>
                    <a:pt x="332" y="1"/>
                    <a:pt x="307" y="0"/>
                    <a:pt x="280" y="0"/>
                  </a:cubicBezTo>
                  <a:close/>
                </a:path>
              </a:pathLst>
            </a:custGeom>
            <a:solidFill>
              <a:srgbClr val="994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694;p49">
              <a:extLst>
                <a:ext uri="{FF2B5EF4-FFF2-40B4-BE49-F238E27FC236}">
                  <a16:creationId xmlns:a16="http://schemas.microsoft.com/office/drawing/2014/main" id="{3A43F18E-E32E-5189-3B95-210AC1C153DA}"/>
                </a:ext>
              </a:extLst>
            </p:cNvPr>
            <p:cNvSpPr/>
            <p:nvPr/>
          </p:nvSpPr>
          <p:spPr>
            <a:xfrm>
              <a:off x="3499425" y="3383800"/>
              <a:ext cx="9725" cy="38600"/>
            </a:xfrm>
            <a:custGeom>
              <a:avLst/>
              <a:gdLst/>
              <a:ahLst/>
              <a:cxnLst/>
              <a:rect l="l" t="t" r="r" b="b"/>
              <a:pathLst>
                <a:path w="389" h="1544" extrusionOk="0">
                  <a:moveTo>
                    <a:pt x="103" y="1"/>
                  </a:moveTo>
                  <a:cubicBezTo>
                    <a:pt x="42" y="287"/>
                    <a:pt x="21" y="573"/>
                    <a:pt x="11" y="859"/>
                  </a:cubicBezTo>
                  <a:cubicBezTo>
                    <a:pt x="11" y="1002"/>
                    <a:pt x="1" y="1134"/>
                    <a:pt x="11" y="1288"/>
                  </a:cubicBezTo>
                  <a:cubicBezTo>
                    <a:pt x="21" y="1329"/>
                    <a:pt x="42" y="1380"/>
                    <a:pt x="83" y="1400"/>
                  </a:cubicBezTo>
                  <a:cubicBezTo>
                    <a:pt x="123" y="1431"/>
                    <a:pt x="154" y="1441"/>
                    <a:pt x="185" y="1461"/>
                  </a:cubicBezTo>
                  <a:cubicBezTo>
                    <a:pt x="246" y="1482"/>
                    <a:pt x="318" y="1513"/>
                    <a:pt x="389" y="1543"/>
                  </a:cubicBezTo>
                  <a:cubicBezTo>
                    <a:pt x="328" y="1492"/>
                    <a:pt x="266" y="1452"/>
                    <a:pt x="216" y="1411"/>
                  </a:cubicBezTo>
                  <a:cubicBezTo>
                    <a:pt x="144" y="1370"/>
                    <a:pt x="103" y="1339"/>
                    <a:pt x="103" y="1277"/>
                  </a:cubicBezTo>
                  <a:lnTo>
                    <a:pt x="134" y="859"/>
                  </a:lnTo>
                  <a:cubicBezTo>
                    <a:pt x="134" y="573"/>
                    <a:pt x="134" y="287"/>
                    <a:pt x="103" y="1"/>
                  </a:cubicBezTo>
                  <a:close/>
                </a:path>
              </a:pathLst>
            </a:custGeom>
            <a:solidFill>
              <a:srgbClr val="9756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9695;p49">
              <a:extLst>
                <a:ext uri="{FF2B5EF4-FFF2-40B4-BE49-F238E27FC236}">
                  <a16:creationId xmlns:a16="http://schemas.microsoft.com/office/drawing/2014/main" id="{12A01743-6FAA-A3F9-F827-A675816F1970}"/>
                </a:ext>
              </a:extLst>
            </p:cNvPr>
            <p:cNvSpPr/>
            <p:nvPr/>
          </p:nvSpPr>
          <p:spPr>
            <a:xfrm>
              <a:off x="3507875" y="3904325"/>
              <a:ext cx="50825" cy="168850"/>
            </a:xfrm>
            <a:custGeom>
              <a:avLst/>
              <a:gdLst/>
              <a:ahLst/>
              <a:cxnLst/>
              <a:rect l="l" t="t" r="r" b="b"/>
              <a:pathLst>
                <a:path w="2033" h="6754" extrusionOk="0">
                  <a:moveTo>
                    <a:pt x="266" y="1"/>
                  </a:moveTo>
                  <a:lnTo>
                    <a:pt x="266" y="1"/>
                  </a:lnTo>
                  <a:cubicBezTo>
                    <a:pt x="143" y="276"/>
                    <a:pt x="82" y="573"/>
                    <a:pt x="41" y="879"/>
                  </a:cubicBezTo>
                  <a:cubicBezTo>
                    <a:pt x="0" y="1175"/>
                    <a:pt x="10" y="1482"/>
                    <a:pt x="41" y="1788"/>
                  </a:cubicBezTo>
                  <a:cubicBezTo>
                    <a:pt x="123" y="2391"/>
                    <a:pt x="368" y="2994"/>
                    <a:pt x="725" y="3474"/>
                  </a:cubicBezTo>
                  <a:lnTo>
                    <a:pt x="981" y="3842"/>
                  </a:lnTo>
                  <a:cubicBezTo>
                    <a:pt x="1063" y="3965"/>
                    <a:pt x="1134" y="4087"/>
                    <a:pt x="1206" y="4220"/>
                  </a:cubicBezTo>
                  <a:cubicBezTo>
                    <a:pt x="1338" y="4475"/>
                    <a:pt x="1440" y="4751"/>
                    <a:pt x="1533" y="5027"/>
                  </a:cubicBezTo>
                  <a:cubicBezTo>
                    <a:pt x="1624" y="5313"/>
                    <a:pt x="1696" y="5599"/>
                    <a:pt x="1778" y="5885"/>
                  </a:cubicBezTo>
                  <a:cubicBezTo>
                    <a:pt x="1849" y="6181"/>
                    <a:pt x="1941" y="6467"/>
                    <a:pt x="2033" y="6753"/>
                  </a:cubicBezTo>
                  <a:cubicBezTo>
                    <a:pt x="1931" y="6161"/>
                    <a:pt x="1849" y="5568"/>
                    <a:pt x="1706" y="4976"/>
                  </a:cubicBezTo>
                  <a:cubicBezTo>
                    <a:pt x="1635" y="4690"/>
                    <a:pt x="1533" y="4394"/>
                    <a:pt x="1400" y="4117"/>
                  </a:cubicBezTo>
                  <a:cubicBezTo>
                    <a:pt x="1338" y="3974"/>
                    <a:pt x="1257" y="3852"/>
                    <a:pt x="1175" y="3719"/>
                  </a:cubicBezTo>
                  <a:lnTo>
                    <a:pt x="920" y="3341"/>
                  </a:lnTo>
                  <a:cubicBezTo>
                    <a:pt x="572" y="2871"/>
                    <a:pt x="337" y="2330"/>
                    <a:pt x="225" y="1758"/>
                  </a:cubicBezTo>
                  <a:cubicBezTo>
                    <a:pt x="164" y="1472"/>
                    <a:pt x="143" y="1175"/>
                    <a:pt x="153" y="879"/>
                  </a:cubicBezTo>
                  <a:cubicBezTo>
                    <a:pt x="153" y="583"/>
                    <a:pt x="194" y="297"/>
                    <a:pt x="2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9696;p49">
              <a:extLst>
                <a:ext uri="{FF2B5EF4-FFF2-40B4-BE49-F238E27FC236}">
                  <a16:creationId xmlns:a16="http://schemas.microsoft.com/office/drawing/2014/main" id="{3B5BA7AE-2D05-3578-FDC2-9399DB05C7E0}"/>
                </a:ext>
              </a:extLst>
            </p:cNvPr>
            <p:cNvSpPr/>
            <p:nvPr/>
          </p:nvSpPr>
          <p:spPr>
            <a:xfrm>
              <a:off x="3684100" y="4575025"/>
              <a:ext cx="75350" cy="14625"/>
            </a:xfrm>
            <a:custGeom>
              <a:avLst/>
              <a:gdLst/>
              <a:ahLst/>
              <a:cxnLst/>
              <a:rect l="l" t="t" r="r" b="b"/>
              <a:pathLst>
                <a:path w="3014" h="585" extrusionOk="0">
                  <a:moveTo>
                    <a:pt x="3014" y="1"/>
                  </a:moveTo>
                  <a:lnTo>
                    <a:pt x="3014" y="1"/>
                  </a:lnTo>
                  <a:cubicBezTo>
                    <a:pt x="2891" y="256"/>
                    <a:pt x="2636" y="419"/>
                    <a:pt x="2381" y="440"/>
                  </a:cubicBezTo>
                  <a:cubicBezTo>
                    <a:pt x="2362" y="441"/>
                    <a:pt x="2342" y="442"/>
                    <a:pt x="2323" y="442"/>
                  </a:cubicBezTo>
                  <a:cubicBezTo>
                    <a:pt x="2087" y="442"/>
                    <a:pt x="1851" y="330"/>
                    <a:pt x="1615" y="235"/>
                  </a:cubicBezTo>
                  <a:cubicBezTo>
                    <a:pt x="1444" y="170"/>
                    <a:pt x="1251" y="108"/>
                    <a:pt x="1057" y="108"/>
                  </a:cubicBezTo>
                  <a:cubicBezTo>
                    <a:pt x="949" y="108"/>
                    <a:pt x="841" y="127"/>
                    <a:pt x="736" y="174"/>
                  </a:cubicBezTo>
                  <a:cubicBezTo>
                    <a:pt x="582" y="235"/>
                    <a:pt x="501" y="378"/>
                    <a:pt x="399" y="430"/>
                  </a:cubicBezTo>
                  <a:cubicBezTo>
                    <a:pt x="287" y="501"/>
                    <a:pt x="133" y="512"/>
                    <a:pt x="1" y="532"/>
                  </a:cubicBezTo>
                  <a:cubicBezTo>
                    <a:pt x="62" y="541"/>
                    <a:pt x="127" y="549"/>
                    <a:pt x="194" y="549"/>
                  </a:cubicBezTo>
                  <a:cubicBezTo>
                    <a:pt x="273" y="549"/>
                    <a:pt x="353" y="539"/>
                    <a:pt x="430" y="512"/>
                  </a:cubicBezTo>
                  <a:cubicBezTo>
                    <a:pt x="582" y="450"/>
                    <a:pt x="664" y="328"/>
                    <a:pt x="787" y="297"/>
                  </a:cubicBezTo>
                  <a:cubicBezTo>
                    <a:pt x="854" y="273"/>
                    <a:pt x="925" y="263"/>
                    <a:pt x="997" y="263"/>
                  </a:cubicBezTo>
                  <a:cubicBezTo>
                    <a:pt x="1177" y="263"/>
                    <a:pt x="1368" y="326"/>
                    <a:pt x="1543" y="399"/>
                  </a:cubicBezTo>
                  <a:cubicBezTo>
                    <a:pt x="1760" y="477"/>
                    <a:pt x="1998" y="584"/>
                    <a:pt x="2258" y="584"/>
                  </a:cubicBezTo>
                  <a:cubicBezTo>
                    <a:pt x="2305" y="584"/>
                    <a:pt x="2353" y="581"/>
                    <a:pt x="2401" y="573"/>
                  </a:cubicBezTo>
                  <a:cubicBezTo>
                    <a:pt x="2707" y="521"/>
                    <a:pt x="2953" y="276"/>
                    <a:pt x="30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9697;p49">
              <a:extLst>
                <a:ext uri="{FF2B5EF4-FFF2-40B4-BE49-F238E27FC236}">
                  <a16:creationId xmlns:a16="http://schemas.microsoft.com/office/drawing/2014/main" id="{2806AE67-ADBA-C386-3D8D-85A3D80F6F36}"/>
                </a:ext>
              </a:extLst>
            </p:cNvPr>
            <p:cNvSpPr/>
            <p:nvPr/>
          </p:nvSpPr>
          <p:spPr>
            <a:xfrm>
              <a:off x="3307875" y="4534400"/>
              <a:ext cx="178575" cy="30725"/>
            </a:xfrm>
            <a:custGeom>
              <a:avLst/>
              <a:gdLst/>
              <a:ahLst/>
              <a:cxnLst/>
              <a:rect l="l" t="t" r="r" b="b"/>
              <a:pathLst>
                <a:path w="7143" h="1229" extrusionOk="0">
                  <a:moveTo>
                    <a:pt x="7142" y="1"/>
                  </a:moveTo>
                  <a:lnTo>
                    <a:pt x="7142" y="1"/>
                  </a:lnTo>
                  <a:cubicBezTo>
                    <a:pt x="6509" y="52"/>
                    <a:pt x="5896" y="196"/>
                    <a:pt x="5283" y="359"/>
                  </a:cubicBezTo>
                  <a:cubicBezTo>
                    <a:pt x="4680" y="512"/>
                    <a:pt x="4077" y="686"/>
                    <a:pt x="3454" y="788"/>
                  </a:cubicBezTo>
                  <a:cubicBezTo>
                    <a:pt x="2841" y="920"/>
                    <a:pt x="2218" y="982"/>
                    <a:pt x="1594" y="1063"/>
                  </a:cubicBezTo>
                  <a:lnTo>
                    <a:pt x="1135" y="1115"/>
                  </a:lnTo>
                  <a:cubicBezTo>
                    <a:pt x="1106" y="1117"/>
                    <a:pt x="1076" y="1118"/>
                    <a:pt x="1047" y="1118"/>
                  </a:cubicBezTo>
                  <a:cubicBezTo>
                    <a:pt x="925" y="1118"/>
                    <a:pt x="809" y="1097"/>
                    <a:pt x="726" y="1023"/>
                  </a:cubicBezTo>
                  <a:cubicBezTo>
                    <a:pt x="604" y="931"/>
                    <a:pt x="522" y="788"/>
                    <a:pt x="420" y="665"/>
                  </a:cubicBezTo>
                  <a:cubicBezTo>
                    <a:pt x="330" y="567"/>
                    <a:pt x="194" y="476"/>
                    <a:pt x="58" y="476"/>
                  </a:cubicBezTo>
                  <a:cubicBezTo>
                    <a:pt x="39" y="476"/>
                    <a:pt x="20" y="478"/>
                    <a:pt x="1" y="482"/>
                  </a:cubicBezTo>
                  <a:cubicBezTo>
                    <a:pt x="7" y="481"/>
                    <a:pt x="14" y="481"/>
                    <a:pt x="21" y="481"/>
                  </a:cubicBezTo>
                  <a:cubicBezTo>
                    <a:pt x="166" y="481"/>
                    <a:pt x="291" y="589"/>
                    <a:pt x="379" y="696"/>
                  </a:cubicBezTo>
                  <a:cubicBezTo>
                    <a:pt x="471" y="818"/>
                    <a:pt x="542" y="961"/>
                    <a:pt x="665" y="1084"/>
                  </a:cubicBezTo>
                  <a:cubicBezTo>
                    <a:pt x="773" y="1192"/>
                    <a:pt x="936" y="1229"/>
                    <a:pt x="1079" y="1229"/>
                  </a:cubicBezTo>
                  <a:cubicBezTo>
                    <a:pt x="1098" y="1229"/>
                    <a:pt x="1117" y="1228"/>
                    <a:pt x="1135" y="1227"/>
                  </a:cubicBezTo>
                  <a:lnTo>
                    <a:pt x="1615" y="1197"/>
                  </a:lnTo>
                  <a:cubicBezTo>
                    <a:pt x="2238" y="1145"/>
                    <a:pt x="2872" y="1074"/>
                    <a:pt x="3495" y="961"/>
                  </a:cubicBezTo>
                  <a:cubicBezTo>
                    <a:pt x="4118" y="849"/>
                    <a:pt x="4720" y="665"/>
                    <a:pt x="5324" y="491"/>
                  </a:cubicBezTo>
                  <a:cubicBezTo>
                    <a:pt x="5926" y="307"/>
                    <a:pt x="6519" y="124"/>
                    <a:pt x="71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9698;p49">
              <a:extLst>
                <a:ext uri="{FF2B5EF4-FFF2-40B4-BE49-F238E27FC236}">
                  <a16:creationId xmlns:a16="http://schemas.microsoft.com/office/drawing/2014/main" id="{CF76D6A0-A9D6-3F19-0078-C3C38646D089}"/>
                </a:ext>
              </a:extLst>
            </p:cNvPr>
            <p:cNvSpPr/>
            <p:nvPr/>
          </p:nvSpPr>
          <p:spPr>
            <a:xfrm>
              <a:off x="3197550" y="3420325"/>
              <a:ext cx="113175" cy="143325"/>
            </a:xfrm>
            <a:custGeom>
              <a:avLst/>
              <a:gdLst/>
              <a:ahLst/>
              <a:cxnLst/>
              <a:rect l="l" t="t" r="r" b="b"/>
              <a:pathLst>
                <a:path w="4527" h="5733" extrusionOk="0">
                  <a:moveTo>
                    <a:pt x="2320" y="0"/>
                  </a:moveTo>
                  <a:lnTo>
                    <a:pt x="2320" y="0"/>
                  </a:lnTo>
                  <a:cubicBezTo>
                    <a:pt x="1676" y="134"/>
                    <a:pt x="1053" y="491"/>
                    <a:pt x="644" y="1033"/>
                  </a:cubicBezTo>
                  <a:cubicBezTo>
                    <a:pt x="236" y="1584"/>
                    <a:pt x="0" y="2259"/>
                    <a:pt x="11" y="2953"/>
                  </a:cubicBezTo>
                  <a:cubicBezTo>
                    <a:pt x="21" y="3637"/>
                    <a:pt x="297" y="4332"/>
                    <a:pt x="787" y="4822"/>
                  </a:cubicBezTo>
                  <a:cubicBezTo>
                    <a:pt x="1022" y="5068"/>
                    <a:pt x="1328" y="5252"/>
                    <a:pt x="1645" y="5385"/>
                  </a:cubicBezTo>
                  <a:cubicBezTo>
                    <a:pt x="1952" y="5528"/>
                    <a:pt x="2268" y="5630"/>
                    <a:pt x="2606" y="5691"/>
                  </a:cubicBezTo>
                  <a:lnTo>
                    <a:pt x="2656" y="5701"/>
                  </a:lnTo>
                  <a:lnTo>
                    <a:pt x="2667" y="5701"/>
                  </a:lnTo>
                  <a:cubicBezTo>
                    <a:pt x="2820" y="5722"/>
                    <a:pt x="2994" y="5732"/>
                    <a:pt x="3157" y="5732"/>
                  </a:cubicBezTo>
                  <a:cubicBezTo>
                    <a:pt x="3321" y="5722"/>
                    <a:pt x="3484" y="5701"/>
                    <a:pt x="3648" y="5660"/>
                  </a:cubicBezTo>
                  <a:cubicBezTo>
                    <a:pt x="3964" y="5578"/>
                    <a:pt x="4271" y="5446"/>
                    <a:pt x="4526" y="5262"/>
                  </a:cubicBezTo>
                  <a:lnTo>
                    <a:pt x="4526" y="5262"/>
                  </a:lnTo>
                  <a:cubicBezTo>
                    <a:pt x="4250" y="5415"/>
                    <a:pt x="3944" y="5517"/>
                    <a:pt x="3627" y="5569"/>
                  </a:cubicBezTo>
                  <a:cubicBezTo>
                    <a:pt x="3474" y="5599"/>
                    <a:pt x="3310" y="5599"/>
                    <a:pt x="3157" y="5599"/>
                  </a:cubicBezTo>
                  <a:cubicBezTo>
                    <a:pt x="2994" y="5599"/>
                    <a:pt x="2840" y="5578"/>
                    <a:pt x="2687" y="5548"/>
                  </a:cubicBezTo>
                  <a:lnTo>
                    <a:pt x="2687" y="5548"/>
                  </a:lnTo>
                  <a:lnTo>
                    <a:pt x="2697" y="5558"/>
                  </a:lnTo>
                  <a:lnTo>
                    <a:pt x="2647" y="5538"/>
                  </a:lnTo>
                  <a:lnTo>
                    <a:pt x="2636" y="5538"/>
                  </a:lnTo>
                  <a:cubicBezTo>
                    <a:pt x="2320" y="5467"/>
                    <a:pt x="2013" y="5344"/>
                    <a:pt x="1727" y="5201"/>
                  </a:cubicBezTo>
                  <a:cubicBezTo>
                    <a:pt x="1430" y="5068"/>
                    <a:pt x="1165" y="4894"/>
                    <a:pt x="951" y="4670"/>
                  </a:cubicBezTo>
                  <a:cubicBezTo>
                    <a:pt x="511" y="4209"/>
                    <a:pt x="256" y="3576"/>
                    <a:pt x="236" y="2943"/>
                  </a:cubicBezTo>
                  <a:cubicBezTo>
                    <a:pt x="225" y="2309"/>
                    <a:pt x="409" y="1666"/>
                    <a:pt x="767" y="1124"/>
                  </a:cubicBezTo>
                  <a:cubicBezTo>
                    <a:pt x="1135" y="593"/>
                    <a:pt x="1696" y="205"/>
                    <a:pt x="23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9699;p49">
              <a:extLst>
                <a:ext uri="{FF2B5EF4-FFF2-40B4-BE49-F238E27FC236}">
                  <a16:creationId xmlns:a16="http://schemas.microsoft.com/office/drawing/2014/main" id="{9B21F30B-A348-1901-FE3C-3CC1A7A24664}"/>
                </a:ext>
              </a:extLst>
            </p:cNvPr>
            <p:cNvSpPr/>
            <p:nvPr/>
          </p:nvSpPr>
          <p:spPr>
            <a:xfrm>
              <a:off x="3526250" y="3379700"/>
              <a:ext cx="9750" cy="13600"/>
            </a:xfrm>
            <a:custGeom>
              <a:avLst/>
              <a:gdLst/>
              <a:ahLst/>
              <a:cxnLst/>
              <a:rect l="l" t="t" r="r" b="b"/>
              <a:pathLst>
                <a:path w="390" h="544" extrusionOk="0">
                  <a:moveTo>
                    <a:pt x="186" y="1"/>
                  </a:moveTo>
                  <a:cubicBezTo>
                    <a:pt x="182" y="1"/>
                    <a:pt x="178" y="1"/>
                    <a:pt x="174" y="1"/>
                  </a:cubicBezTo>
                  <a:cubicBezTo>
                    <a:pt x="72" y="11"/>
                    <a:pt x="1" y="144"/>
                    <a:pt x="21" y="287"/>
                  </a:cubicBezTo>
                  <a:cubicBezTo>
                    <a:pt x="41" y="434"/>
                    <a:pt x="125" y="543"/>
                    <a:pt x="214" y="543"/>
                  </a:cubicBezTo>
                  <a:cubicBezTo>
                    <a:pt x="218" y="543"/>
                    <a:pt x="222" y="543"/>
                    <a:pt x="226" y="542"/>
                  </a:cubicBezTo>
                  <a:cubicBezTo>
                    <a:pt x="328" y="533"/>
                    <a:pt x="389" y="399"/>
                    <a:pt x="378" y="256"/>
                  </a:cubicBezTo>
                  <a:cubicBezTo>
                    <a:pt x="359" y="110"/>
                    <a:pt x="274" y="1"/>
                    <a:pt x="1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9700;p49">
              <a:extLst>
                <a:ext uri="{FF2B5EF4-FFF2-40B4-BE49-F238E27FC236}">
                  <a16:creationId xmlns:a16="http://schemas.microsoft.com/office/drawing/2014/main" id="{4D74223C-07BC-03F4-98B9-84A987D74F3C}"/>
                </a:ext>
              </a:extLst>
            </p:cNvPr>
            <p:cNvSpPr/>
            <p:nvPr/>
          </p:nvSpPr>
          <p:spPr>
            <a:xfrm>
              <a:off x="3486925" y="3384825"/>
              <a:ext cx="9725" cy="13575"/>
            </a:xfrm>
            <a:custGeom>
              <a:avLst/>
              <a:gdLst/>
              <a:ahLst/>
              <a:cxnLst/>
              <a:rect l="l" t="t" r="r" b="b"/>
              <a:pathLst>
                <a:path w="389" h="543" extrusionOk="0">
                  <a:moveTo>
                    <a:pt x="177" y="0"/>
                  </a:moveTo>
                  <a:cubicBezTo>
                    <a:pt x="173" y="0"/>
                    <a:pt x="169" y="0"/>
                    <a:pt x="164" y="1"/>
                  </a:cubicBezTo>
                  <a:cubicBezTo>
                    <a:pt x="62" y="21"/>
                    <a:pt x="1" y="144"/>
                    <a:pt x="10" y="297"/>
                  </a:cubicBezTo>
                  <a:cubicBezTo>
                    <a:pt x="30" y="433"/>
                    <a:pt x="115" y="542"/>
                    <a:pt x="212" y="542"/>
                  </a:cubicBezTo>
                  <a:cubicBezTo>
                    <a:pt x="216" y="542"/>
                    <a:pt x="221" y="542"/>
                    <a:pt x="225" y="542"/>
                  </a:cubicBezTo>
                  <a:cubicBezTo>
                    <a:pt x="317" y="532"/>
                    <a:pt x="389" y="399"/>
                    <a:pt x="368" y="256"/>
                  </a:cubicBezTo>
                  <a:cubicBezTo>
                    <a:pt x="358" y="110"/>
                    <a:pt x="274" y="0"/>
                    <a:pt x="1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9714;p49">
            <a:extLst>
              <a:ext uri="{FF2B5EF4-FFF2-40B4-BE49-F238E27FC236}">
                <a16:creationId xmlns:a16="http://schemas.microsoft.com/office/drawing/2014/main" id="{219FE33C-E64D-4387-FA20-95C7A8B5980F}"/>
              </a:ext>
            </a:extLst>
          </p:cNvPr>
          <p:cNvGrpSpPr/>
          <p:nvPr/>
        </p:nvGrpSpPr>
        <p:grpSpPr>
          <a:xfrm rot="-628111">
            <a:off x="4680810" y="3014870"/>
            <a:ext cx="1460149" cy="1350488"/>
            <a:chOff x="2580025" y="2675000"/>
            <a:chExt cx="483775" cy="447425"/>
          </a:xfrm>
        </p:grpSpPr>
        <p:sp>
          <p:nvSpPr>
            <p:cNvPr id="49" name="Google Shape;9715;p49">
              <a:extLst>
                <a:ext uri="{FF2B5EF4-FFF2-40B4-BE49-F238E27FC236}">
                  <a16:creationId xmlns:a16="http://schemas.microsoft.com/office/drawing/2014/main" id="{1CA36B8F-3DFD-AFA9-1BD4-4966C7C26E42}"/>
                </a:ext>
              </a:extLst>
            </p:cNvPr>
            <p:cNvSpPr/>
            <p:nvPr/>
          </p:nvSpPr>
          <p:spPr>
            <a:xfrm>
              <a:off x="2580025" y="2675000"/>
              <a:ext cx="483775" cy="447425"/>
            </a:xfrm>
            <a:custGeom>
              <a:avLst/>
              <a:gdLst/>
              <a:ahLst/>
              <a:cxnLst/>
              <a:rect l="l" t="t" r="r" b="b"/>
              <a:pathLst>
                <a:path w="19351" h="17897" extrusionOk="0">
                  <a:moveTo>
                    <a:pt x="13466" y="0"/>
                  </a:moveTo>
                  <a:cubicBezTo>
                    <a:pt x="13218" y="0"/>
                    <a:pt x="12968" y="82"/>
                    <a:pt x="12760" y="250"/>
                  </a:cubicBezTo>
                  <a:lnTo>
                    <a:pt x="11800" y="1047"/>
                  </a:lnTo>
                  <a:cubicBezTo>
                    <a:pt x="11024" y="1680"/>
                    <a:pt x="10912" y="2815"/>
                    <a:pt x="11545" y="3580"/>
                  </a:cubicBezTo>
                  <a:cubicBezTo>
                    <a:pt x="12178" y="4347"/>
                    <a:pt x="12066" y="5481"/>
                    <a:pt x="11300" y="6114"/>
                  </a:cubicBezTo>
                  <a:lnTo>
                    <a:pt x="6580" y="9986"/>
                  </a:lnTo>
                  <a:cubicBezTo>
                    <a:pt x="6246" y="10262"/>
                    <a:pt x="5842" y="10396"/>
                    <a:pt x="5439" y="10396"/>
                  </a:cubicBezTo>
                  <a:cubicBezTo>
                    <a:pt x="4917" y="10396"/>
                    <a:pt x="4398" y="10169"/>
                    <a:pt x="4046" y="9731"/>
                  </a:cubicBezTo>
                  <a:cubicBezTo>
                    <a:pt x="3689" y="9299"/>
                    <a:pt x="3173" y="9075"/>
                    <a:pt x="2651" y="9075"/>
                  </a:cubicBezTo>
                  <a:cubicBezTo>
                    <a:pt x="2248" y="9075"/>
                    <a:pt x="1841" y="9209"/>
                    <a:pt x="1502" y="9485"/>
                  </a:cubicBezTo>
                  <a:lnTo>
                    <a:pt x="542" y="10272"/>
                  </a:lnTo>
                  <a:cubicBezTo>
                    <a:pt x="62" y="10661"/>
                    <a:pt x="1" y="11365"/>
                    <a:pt x="389" y="11846"/>
                  </a:cubicBezTo>
                  <a:lnTo>
                    <a:pt x="5016" y="17485"/>
                  </a:lnTo>
                  <a:cubicBezTo>
                    <a:pt x="5235" y="17756"/>
                    <a:pt x="5555" y="17896"/>
                    <a:pt x="5878" y="17896"/>
                  </a:cubicBezTo>
                  <a:cubicBezTo>
                    <a:pt x="6128" y="17896"/>
                    <a:pt x="6380" y="17812"/>
                    <a:pt x="6590" y="17638"/>
                  </a:cubicBezTo>
                  <a:lnTo>
                    <a:pt x="7550" y="16852"/>
                  </a:lnTo>
                  <a:cubicBezTo>
                    <a:pt x="8317" y="16218"/>
                    <a:pt x="8429" y="15084"/>
                    <a:pt x="7795" y="14318"/>
                  </a:cubicBezTo>
                  <a:cubicBezTo>
                    <a:pt x="7172" y="13542"/>
                    <a:pt x="7284" y="12407"/>
                    <a:pt x="8051" y="11784"/>
                  </a:cubicBezTo>
                  <a:lnTo>
                    <a:pt x="12771" y="7912"/>
                  </a:lnTo>
                  <a:cubicBezTo>
                    <a:pt x="13105" y="7636"/>
                    <a:pt x="13509" y="7501"/>
                    <a:pt x="13912" y="7501"/>
                  </a:cubicBezTo>
                  <a:cubicBezTo>
                    <a:pt x="14431" y="7501"/>
                    <a:pt x="14948" y="7726"/>
                    <a:pt x="15305" y="8157"/>
                  </a:cubicBezTo>
                  <a:cubicBezTo>
                    <a:pt x="15663" y="8596"/>
                    <a:pt x="16180" y="8823"/>
                    <a:pt x="16701" y="8823"/>
                  </a:cubicBezTo>
                  <a:cubicBezTo>
                    <a:pt x="17102" y="8823"/>
                    <a:pt x="17505" y="8689"/>
                    <a:pt x="17838" y="8413"/>
                  </a:cubicBezTo>
                  <a:lnTo>
                    <a:pt x="18799" y="7626"/>
                  </a:lnTo>
                  <a:cubicBezTo>
                    <a:pt x="19278" y="7228"/>
                    <a:pt x="19350" y="6523"/>
                    <a:pt x="18962" y="6053"/>
                  </a:cubicBezTo>
                  <a:lnTo>
                    <a:pt x="14334" y="413"/>
                  </a:lnTo>
                  <a:cubicBezTo>
                    <a:pt x="14113" y="141"/>
                    <a:pt x="13791" y="0"/>
                    <a:pt x="134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9716;p49">
              <a:extLst>
                <a:ext uri="{FF2B5EF4-FFF2-40B4-BE49-F238E27FC236}">
                  <a16:creationId xmlns:a16="http://schemas.microsoft.com/office/drawing/2014/main" id="{907B2827-EE7E-784C-644F-004C803C994A}"/>
                </a:ext>
              </a:extLst>
            </p:cNvPr>
            <p:cNvSpPr/>
            <p:nvPr/>
          </p:nvSpPr>
          <p:spPr>
            <a:xfrm>
              <a:off x="2873475" y="2708825"/>
              <a:ext cx="147150" cy="169425"/>
            </a:xfrm>
            <a:custGeom>
              <a:avLst/>
              <a:gdLst/>
              <a:ahLst/>
              <a:cxnLst/>
              <a:rect l="l" t="t" r="r" b="b"/>
              <a:pathLst>
                <a:path w="5886" h="6777" extrusionOk="0">
                  <a:moveTo>
                    <a:pt x="583" y="0"/>
                  </a:moveTo>
                  <a:lnTo>
                    <a:pt x="583" y="0"/>
                  </a:lnTo>
                  <a:cubicBezTo>
                    <a:pt x="471" y="174"/>
                    <a:pt x="348" y="338"/>
                    <a:pt x="246" y="531"/>
                  </a:cubicBezTo>
                  <a:cubicBezTo>
                    <a:pt x="144" y="715"/>
                    <a:pt x="82" y="920"/>
                    <a:pt x="52" y="1135"/>
                  </a:cubicBezTo>
                  <a:cubicBezTo>
                    <a:pt x="1" y="1564"/>
                    <a:pt x="113" y="2003"/>
                    <a:pt x="338" y="2370"/>
                  </a:cubicBezTo>
                  <a:cubicBezTo>
                    <a:pt x="461" y="2565"/>
                    <a:pt x="593" y="2718"/>
                    <a:pt x="726" y="2881"/>
                  </a:cubicBezTo>
                  <a:lnTo>
                    <a:pt x="1115" y="3362"/>
                  </a:lnTo>
                  <a:lnTo>
                    <a:pt x="1901" y="4332"/>
                  </a:lnTo>
                  <a:lnTo>
                    <a:pt x="2698" y="5292"/>
                  </a:lnTo>
                  <a:lnTo>
                    <a:pt x="3097" y="5773"/>
                  </a:lnTo>
                  <a:cubicBezTo>
                    <a:pt x="3229" y="5936"/>
                    <a:pt x="3352" y="6100"/>
                    <a:pt x="3515" y="6253"/>
                  </a:cubicBezTo>
                  <a:cubicBezTo>
                    <a:pt x="3832" y="6549"/>
                    <a:pt x="4241" y="6733"/>
                    <a:pt x="4670" y="6774"/>
                  </a:cubicBezTo>
                  <a:cubicBezTo>
                    <a:pt x="4704" y="6776"/>
                    <a:pt x="4738" y="6776"/>
                    <a:pt x="4771" y="6776"/>
                  </a:cubicBezTo>
                  <a:cubicBezTo>
                    <a:pt x="4952" y="6776"/>
                    <a:pt x="5131" y="6754"/>
                    <a:pt x="5303" y="6702"/>
                  </a:cubicBezTo>
                  <a:cubicBezTo>
                    <a:pt x="5508" y="6641"/>
                    <a:pt x="5692" y="6549"/>
                    <a:pt x="5885" y="6477"/>
                  </a:cubicBezTo>
                  <a:lnTo>
                    <a:pt x="5885" y="6477"/>
                  </a:lnTo>
                  <a:cubicBezTo>
                    <a:pt x="5692" y="6529"/>
                    <a:pt x="5487" y="6600"/>
                    <a:pt x="5293" y="6651"/>
                  </a:cubicBezTo>
                  <a:cubicBezTo>
                    <a:pt x="5169" y="6676"/>
                    <a:pt x="5046" y="6690"/>
                    <a:pt x="4922" y="6690"/>
                  </a:cubicBezTo>
                  <a:cubicBezTo>
                    <a:pt x="4841" y="6690"/>
                    <a:pt x="4760" y="6684"/>
                    <a:pt x="4680" y="6672"/>
                  </a:cubicBezTo>
                  <a:cubicBezTo>
                    <a:pt x="4282" y="6620"/>
                    <a:pt x="3903" y="6416"/>
                    <a:pt x="3628" y="6130"/>
                  </a:cubicBezTo>
                  <a:cubicBezTo>
                    <a:pt x="3106" y="5507"/>
                    <a:pt x="2586" y="4843"/>
                    <a:pt x="2064" y="4200"/>
                  </a:cubicBezTo>
                  <a:cubicBezTo>
                    <a:pt x="1533" y="3566"/>
                    <a:pt x="981" y="2922"/>
                    <a:pt x="481" y="2279"/>
                  </a:cubicBezTo>
                  <a:cubicBezTo>
                    <a:pt x="257" y="1952"/>
                    <a:pt x="134" y="1553"/>
                    <a:pt x="164" y="1144"/>
                  </a:cubicBezTo>
                  <a:cubicBezTo>
                    <a:pt x="175" y="940"/>
                    <a:pt x="216" y="736"/>
                    <a:pt x="297" y="552"/>
                  </a:cubicBezTo>
                  <a:cubicBezTo>
                    <a:pt x="379" y="368"/>
                    <a:pt x="491" y="184"/>
                    <a:pt x="5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9717;p49">
              <a:extLst>
                <a:ext uri="{FF2B5EF4-FFF2-40B4-BE49-F238E27FC236}">
                  <a16:creationId xmlns:a16="http://schemas.microsoft.com/office/drawing/2014/main" id="{43A694D8-F79B-60C4-290B-FCFBB7BD7E6F}"/>
                </a:ext>
              </a:extLst>
            </p:cNvPr>
            <p:cNvSpPr/>
            <p:nvPr/>
          </p:nvSpPr>
          <p:spPr>
            <a:xfrm>
              <a:off x="2625225" y="2917325"/>
              <a:ext cx="147150" cy="169525"/>
            </a:xfrm>
            <a:custGeom>
              <a:avLst/>
              <a:gdLst/>
              <a:ahLst/>
              <a:cxnLst/>
              <a:rect l="l" t="t" r="r" b="b"/>
              <a:pathLst>
                <a:path w="5886" h="6781" extrusionOk="0">
                  <a:moveTo>
                    <a:pt x="1081" y="1"/>
                  </a:moveTo>
                  <a:cubicBezTo>
                    <a:pt x="912" y="1"/>
                    <a:pt x="745" y="30"/>
                    <a:pt x="583" y="78"/>
                  </a:cubicBezTo>
                  <a:cubicBezTo>
                    <a:pt x="379" y="140"/>
                    <a:pt x="195" y="232"/>
                    <a:pt x="0" y="303"/>
                  </a:cubicBezTo>
                  <a:cubicBezTo>
                    <a:pt x="205" y="253"/>
                    <a:pt x="399" y="181"/>
                    <a:pt x="593" y="130"/>
                  </a:cubicBezTo>
                  <a:cubicBezTo>
                    <a:pt x="717" y="105"/>
                    <a:pt x="841" y="92"/>
                    <a:pt x="965" y="92"/>
                  </a:cubicBezTo>
                  <a:cubicBezTo>
                    <a:pt x="1045" y="92"/>
                    <a:pt x="1126" y="97"/>
                    <a:pt x="1206" y="110"/>
                  </a:cubicBezTo>
                  <a:cubicBezTo>
                    <a:pt x="1605" y="160"/>
                    <a:pt x="1982" y="365"/>
                    <a:pt x="2259" y="651"/>
                  </a:cubicBezTo>
                  <a:cubicBezTo>
                    <a:pt x="2779" y="1274"/>
                    <a:pt x="3301" y="1938"/>
                    <a:pt x="3821" y="2582"/>
                  </a:cubicBezTo>
                  <a:cubicBezTo>
                    <a:pt x="4353" y="3215"/>
                    <a:pt x="4904" y="3858"/>
                    <a:pt x="5415" y="4492"/>
                  </a:cubicBezTo>
                  <a:cubicBezTo>
                    <a:pt x="5640" y="4819"/>
                    <a:pt x="5753" y="5227"/>
                    <a:pt x="5732" y="5636"/>
                  </a:cubicBezTo>
                  <a:cubicBezTo>
                    <a:pt x="5722" y="5840"/>
                    <a:pt x="5671" y="6035"/>
                    <a:pt x="5589" y="6229"/>
                  </a:cubicBezTo>
                  <a:cubicBezTo>
                    <a:pt x="5507" y="6413"/>
                    <a:pt x="5395" y="6596"/>
                    <a:pt x="5303" y="6780"/>
                  </a:cubicBezTo>
                  <a:cubicBezTo>
                    <a:pt x="5415" y="6596"/>
                    <a:pt x="5538" y="6433"/>
                    <a:pt x="5640" y="6249"/>
                  </a:cubicBezTo>
                  <a:cubicBezTo>
                    <a:pt x="5742" y="6065"/>
                    <a:pt x="5803" y="5861"/>
                    <a:pt x="5834" y="5647"/>
                  </a:cubicBezTo>
                  <a:cubicBezTo>
                    <a:pt x="5885" y="5218"/>
                    <a:pt x="5773" y="4778"/>
                    <a:pt x="5548" y="4410"/>
                  </a:cubicBezTo>
                  <a:cubicBezTo>
                    <a:pt x="5436" y="4216"/>
                    <a:pt x="5293" y="4063"/>
                    <a:pt x="5170" y="3899"/>
                  </a:cubicBezTo>
                  <a:lnTo>
                    <a:pt x="4772" y="3420"/>
                  </a:lnTo>
                  <a:lnTo>
                    <a:pt x="3995" y="2439"/>
                  </a:lnTo>
                  <a:lnTo>
                    <a:pt x="3188" y="1479"/>
                  </a:lnTo>
                  <a:lnTo>
                    <a:pt x="2790" y="1009"/>
                  </a:lnTo>
                  <a:cubicBezTo>
                    <a:pt x="2657" y="845"/>
                    <a:pt x="2534" y="682"/>
                    <a:pt x="2371" y="528"/>
                  </a:cubicBezTo>
                  <a:cubicBezTo>
                    <a:pt x="2054" y="232"/>
                    <a:pt x="1646" y="38"/>
                    <a:pt x="1217" y="7"/>
                  </a:cubicBezTo>
                  <a:cubicBezTo>
                    <a:pt x="1171" y="3"/>
                    <a:pt x="1126" y="1"/>
                    <a:pt x="108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 name="Google Shape;10053;p50">
            <a:extLst>
              <a:ext uri="{FF2B5EF4-FFF2-40B4-BE49-F238E27FC236}">
                <a16:creationId xmlns:a16="http://schemas.microsoft.com/office/drawing/2014/main" id="{A8159213-541F-090E-F161-8516162D113E}"/>
              </a:ext>
            </a:extLst>
          </p:cNvPr>
          <p:cNvGrpSpPr/>
          <p:nvPr/>
        </p:nvGrpSpPr>
        <p:grpSpPr>
          <a:xfrm>
            <a:off x="721324" y="836618"/>
            <a:ext cx="1562831" cy="514162"/>
            <a:chOff x="1635650" y="886200"/>
            <a:chExt cx="823800" cy="271025"/>
          </a:xfrm>
        </p:grpSpPr>
        <p:sp>
          <p:nvSpPr>
            <p:cNvPr id="53" name="Google Shape;10054;p50">
              <a:extLst>
                <a:ext uri="{FF2B5EF4-FFF2-40B4-BE49-F238E27FC236}">
                  <a16:creationId xmlns:a16="http://schemas.microsoft.com/office/drawing/2014/main" id="{E015FDAD-EF75-E0E4-EA9C-C0F653066966}"/>
                </a:ext>
              </a:extLst>
            </p:cNvPr>
            <p:cNvSpPr/>
            <p:nvPr/>
          </p:nvSpPr>
          <p:spPr>
            <a:xfrm>
              <a:off x="1635650" y="1109275"/>
              <a:ext cx="820450" cy="47950"/>
            </a:xfrm>
            <a:custGeom>
              <a:avLst/>
              <a:gdLst/>
              <a:ahLst/>
              <a:cxnLst/>
              <a:rect l="l" t="t" r="r" b="b"/>
              <a:pathLst>
                <a:path w="32818" h="1918" extrusionOk="0">
                  <a:moveTo>
                    <a:pt x="16414" y="1"/>
                  </a:moveTo>
                  <a:cubicBezTo>
                    <a:pt x="7347" y="1"/>
                    <a:pt x="1" y="433"/>
                    <a:pt x="1" y="959"/>
                  </a:cubicBezTo>
                  <a:cubicBezTo>
                    <a:pt x="1" y="1495"/>
                    <a:pt x="7347" y="1917"/>
                    <a:pt x="16414" y="1917"/>
                  </a:cubicBezTo>
                  <a:cubicBezTo>
                    <a:pt x="25471" y="1917"/>
                    <a:pt x="32817" y="1495"/>
                    <a:pt x="32817" y="959"/>
                  </a:cubicBezTo>
                  <a:cubicBezTo>
                    <a:pt x="32817" y="433"/>
                    <a:pt x="25471" y="1"/>
                    <a:pt x="164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0055;p50">
              <a:extLst>
                <a:ext uri="{FF2B5EF4-FFF2-40B4-BE49-F238E27FC236}">
                  <a16:creationId xmlns:a16="http://schemas.microsoft.com/office/drawing/2014/main" id="{F4A6ACC2-FC65-20ED-8D7E-5517BE167C14}"/>
                </a:ext>
              </a:extLst>
            </p:cNvPr>
            <p:cNvSpPr/>
            <p:nvPr/>
          </p:nvSpPr>
          <p:spPr>
            <a:xfrm>
              <a:off x="1728625" y="961925"/>
              <a:ext cx="730825" cy="90450"/>
            </a:xfrm>
            <a:custGeom>
              <a:avLst/>
              <a:gdLst/>
              <a:ahLst/>
              <a:cxnLst/>
              <a:rect l="l" t="t" r="r" b="b"/>
              <a:pathLst>
                <a:path w="29233" h="3618" extrusionOk="0">
                  <a:moveTo>
                    <a:pt x="63" y="1"/>
                  </a:moveTo>
                  <a:lnTo>
                    <a:pt x="1" y="651"/>
                  </a:lnTo>
                  <a:lnTo>
                    <a:pt x="29171" y="3618"/>
                  </a:lnTo>
                  <a:lnTo>
                    <a:pt x="29233" y="2979"/>
                  </a:lnTo>
                  <a:lnTo>
                    <a:pt x="6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0056;p50">
              <a:extLst>
                <a:ext uri="{FF2B5EF4-FFF2-40B4-BE49-F238E27FC236}">
                  <a16:creationId xmlns:a16="http://schemas.microsoft.com/office/drawing/2014/main" id="{E747085E-6934-1280-2FC3-BCD5541D7E59}"/>
                </a:ext>
              </a:extLst>
            </p:cNvPr>
            <p:cNvSpPr/>
            <p:nvPr/>
          </p:nvSpPr>
          <p:spPr>
            <a:xfrm>
              <a:off x="1729425" y="961925"/>
              <a:ext cx="730025" cy="82475"/>
            </a:xfrm>
            <a:custGeom>
              <a:avLst/>
              <a:gdLst/>
              <a:ahLst/>
              <a:cxnLst/>
              <a:rect l="l" t="t" r="r" b="b"/>
              <a:pathLst>
                <a:path w="29201" h="3299" extrusionOk="0">
                  <a:moveTo>
                    <a:pt x="31" y="1"/>
                  </a:moveTo>
                  <a:lnTo>
                    <a:pt x="0" y="321"/>
                  </a:lnTo>
                  <a:lnTo>
                    <a:pt x="29169" y="3298"/>
                  </a:lnTo>
                  <a:lnTo>
                    <a:pt x="29201" y="2979"/>
                  </a:lnTo>
                  <a:lnTo>
                    <a:pt x="3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0057;p50">
              <a:extLst>
                <a:ext uri="{FF2B5EF4-FFF2-40B4-BE49-F238E27FC236}">
                  <a16:creationId xmlns:a16="http://schemas.microsoft.com/office/drawing/2014/main" id="{13E8EEF5-36E9-9B3D-A8DA-E4D4627625C9}"/>
                </a:ext>
              </a:extLst>
            </p:cNvPr>
            <p:cNvSpPr/>
            <p:nvPr/>
          </p:nvSpPr>
          <p:spPr>
            <a:xfrm>
              <a:off x="2270350" y="934125"/>
              <a:ext cx="52300" cy="187550"/>
            </a:xfrm>
            <a:custGeom>
              <a:avLst/>
              <a:gdLst/>
              <a:ahLst/>
              <a:cxnLst/>
              <a:rect l="l" t="t" r="r" b="b"/>
              <a:pathLst>
                <a:path w="2092" h="7502" extrusionOk="0">
                  <a:moveTo>
                    <a:pt x="753" y="0"/>
                  </a:moveTo>
                  <a:lnTo>
                    <a:pt x="1" y="7368"/>
                  </a:lnTo>
                  <a:lnTo>
                    <a:pt x="1340" y="7501"/>
                  </a:lnTo>
                  <a:lnTo>
                    <a:pt x="2092" y="135"/>
                  </a:lnTo>
                  <a:lnTo>
                    <a:pt x="7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0058;p50">
              <a:extLst>
                <a:ext uri="{FF2B5EF4-FFF2-40B4-BE49-F238E27FC236}">
                  <a16:creationId xmlns:a16="http://schemas.microsoft.com/office/drawing/2014/main" id="{5985BC79-C13B-89B5-6D8C-926001B9D2D4}"/>
                </a:ext>
              </a:extLst>
            </p:cNvPr>
            <p:cNvSpPr/>
            <p:nvPr/>
          </p:nvSpPr>
          <p:spPr>
            <a:xfrm>
              <a:off x="2310025" y="998525"/>
              <a:ext cx="19600" cy="63375"/>
            </a:xfrm>
            <a:custGeom>
              <a:avLst/>
              <a:gdLst/>
              <a:ahLst/>
              <a:cxnLst/>
              <a:rect l="l" t="t" r="r" b="b"/>
              <a:pathLst>
                <a:path w="784" h="2535" extrusionOk="0">
                  <a:moveTo>
                    <a:pt x="258" y="0"/>
                  </a:moveTo>
                  <a:lnTo>
                    <a:pt x="1" y="2484"/>
                  </a:lnTo>
                  <a:lnTo>
                    <a:pt x="484" y="2535"/>
                  </a:lnTo>
                  <a:cubicBezTo>
                    <a:pt x="505" y="2535"/>
                    <a:pt x="526" y="2525"/>
                    <a:pt x="536" y="2504"/>
                  </a:cubicBezTo>
                  <a:lnTo>
                    <a:pt x="773" y="93"/>
                  </a:lnTo>
                  <a:cubicBezTo>
                    <a:pt x="784" y="73"/>
                    <a:pt x="763" y="52"/>
                    <a:pt x="742" y="41"/>
                  </a:cubicBezTo>
                  <a:lnTo>
                    <a:pt x="25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0059;p50">
              <a:extLst>
                <a:ext uri="{FF2B5EF4-FFF2-40B4-BE49-F238E27FC236}">
                  <a16:creationId xmlns:a16="http://schemas.microsoft.com/office/drawing/2014/main" id="{F8C4BDFF-4326-51A8-D160-86E2A6D5DAE1}"/>
                </a:ext>
              </a:extLst>
            </p:cNvPr>
            <p:cNvSpPr/>
            <p:nvPr/>
          </p:nvSpPr>
          <p:spPr>
            <a:xfrm>
              <a:off x="2310800" y="938250"/>
              <a:ext cx="52325" cy="187550"/>
            </a:xfrm>
            <a:custGeom>
              <a:avLst/>
              <a:gdLst/>
              <a:ahLst/>
              <a:cxnLst/>
              <a:rect l="l" t="t" r="r" b="b"/>
              <a:pathLst>
                <a:path w="2093" h="7502" extrusionOk="0">
                  <a:moveTo>
                    <a:pt x="753" y="0"/>
                  </a:moveTo>
                  <a:lnTo>
                    <a:pt x="0" y="7368"/>
                  </a:lnTo>
                  <a:lnTo>
                    <a:pt x="1339" y="7501"/>
                  </a:lnTo>
                  <a:lnTo>
                    <a:pt x="2092" y="134"/>
                  </a:lnTo>
                  <a:lnTo>
                    <a:pt x="7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0060;p50">
              <a:extLst>
                <a:ext uri="{FF2B5EF4-FFF2-40B4-BE49-F238E27FC236}">
                  <a16:creationId xmlns:a16="http://schemas.microsoft.com/office/drawing/2014/main" id="{7DB94083-44A4-419E-7C88-F0F4EF25DB4F}"/>
                </a:ext>
              </a:extLst>
            </p:cNvPr>
            <p:cNvSpPr/>
            <p:nvPr/>
          </p:nvSpPr>
          <p:spPr>
            <a:xfrm>
              <a:off x="2350450" y="1002625"/>
              <a:ext cx="19600" cy="63475"/>
            </a:xfrm>
            <a:custGeom>
              <a:avLst/>
              <a:gdLst/>
              <a:ahLst/>
              <a:cxnLst/>
              <a:rect l="l" t="t" r="r" b="b"/>
              <a:pathLst>
                <a:path w="784" h="2539" extrusionOk="0">
                  <a:moveTo>
                    <a:pt x="259" y="1"/>
                  </a:moveTo>
                  <a:lnTo>
                    <a:pt x="1" y="2485"/>
                  </a:lnTo>
                  <a:lnTo>
                    <a:pt x="485" y="2536"/>
                  </a:lnTo>
                  <a:cubicBezTo>
                    <a:pt x="489" y="2538"/>
                    <a:pt x="493" y="2539"/>
                    <a:pt x="497" y="2539"/>
                  </a:cubicBezTo>
                  <a:cubicBezTo>
                    <a:pt x="513" y="2539"/>
                    <a:pt x="529" y="2522"/>
                    <a:pt x="537" y="2505"/>
                  </a:cubicBezTo>
                  <a:lnTo>
                    <a:pt x="774" y="94"/>
                  </a:lnTo>
                  <a:cubicBezTo>
                    <a:pt x="784" y="74"/>
                    <a:pt x="763" y="53"/>
                    <a:pt x="743" y="42"/>
                  </a:cubicBezTo>
                  <a:lnTo>
                    <a:pt x="2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0061;p50">
              <a:extLst>
                <a:ext uri="{FF2B5EF4-FFF2-40B4-BE49-F238E27FC236}">
                  <a16:creationId xmlns:a16="http://schemas.microsoft.com/office/drawing/2014/main" id="{9E7C7D14-B375-42B7-819F-0A671DFA4D8E}"/>
                </a:ext>
              </a:extLst>
            </p:cNvPr>
            <p:cNvSpPr/>
            <p:nvPr/>
          </p:nvSpPr>
          <p:spPr>
            <a:xfrm>
              <a:off x="2400175" y="976875"/>
              <a:ext cx="40725" cy="127275"/>
            </a:xfrm>
            <a:custGeom>
              <a:avLst/>
              <a:gdLst/>
              <a:ahLst/>
              <a:cxnLst/>
              <a:rect l="l" t="t" r="r" b="b"/>
              <a:pathLst>
                <a:path w="1629" h="5091" extrusionOk="0">
                  <a:moveTo>
                    <a:pt x="505" y="1"/>
                  </a:moveTo>
                  <a:lnTo>
                    <a:pt x="1" y="4978"/>
                  </a:lnTo>
                  <a:lnTo>
                    <a:pt x="1123" y="5091"/>
                  </a:lnTo>
                  <a:lnTo>
                    <a:pt x="1629" y="114"/>
                  </a:lnTo>
                  <a:lnTo>
                    <a:pt x="5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0062;p50">
              <a:extLst>
                <a:ext uri="{FF2B5EF4-FFF2-40B4-BE49-F238E27FC236}">
                  <a16:creationId xmlns:a16="http://schemas.microsoft.com/office/drawing/2014/main" id="{613CB33D-3F99-1BF6-75A7-C706476D36D8}"/>
                </a:ext>
              </a:extLst>
            </p:cNvPr>
            <p:cNvSpPr/>
            <p:nvPr/>
          </p:nvSpPr>
          <p:spPr>
            <a:xfrm>
              <a:off x="2431850" y="1015775"/>
              <a:ext cx="16275" cy="53350"/>
            </a:xfrm>
            <a:custGeom>
              <a:avLst/>
              <a:gdLst/>
              <a:ahLst/>
              <a:cxnLst/>
              <a:rect l="l" t="t" r="r" b="b"/>
              <a:pathLst>
                <a:path w="651" h="2134" extrusionOk="0">
                  <a:moveTo>
                    <a:pt x="218" y="1"/>
                  </a:moveTo>
                  <a:lnTo>
                    <a:pt x="1" y="2092"/>
                  </a:lnTo>
                  <a:lnTo>
                    <a:pt x="413" y="2133"/>
                  </a:lnTo>
                  <a:cubicBezTo>
                    <a:pt x="424" y="2133"/>
                    <a:pt x="444" y="2123"/>
                    <a:pt x="444" y="2103"/>
                  </a:cubicBezTo>
                  <a:lnTo>
                    <a:pt x="650" y="83"/>
                  </a:lnTo>
                  <a:cubicBezTo>
                    <a:pt x="650" y="63"/>
                    <a:pt x="640" y="42"/>
                    <a:pt x="619" y="42"/>
                  </a:cubicBezTo>
                  <a:lnTo>
                    <a:pt x="21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0063;p50">
              <a:extLst>
                <a:ext uri="{FF2B5EF4-FFF2-40B4-BE49-F238E27FC236}">
                  <a16:creationId xmlns:a16="http://schemas.microsoft.com/office/drawing/2014/main" id="{010D34CE-C88C-938A-3BF4-C94EF2D273A4}"/>
                </a:ext>
              </a:extLst>
            </p:cNvPr>
            <p:cNvSpPr/>
            <p:nvPr/>
          </p:nvSpPr>
          <p:spPr>
            <a:xfrm>
              <a:off x="2350200" y="942125"/>
              <a:ext cx="52575" cy="187775"/>
            </a:xfrm>
            <a:custGeom>
              <a:avLst/>
              <a:gdLst/>
              <a:ahLst/>
              <a:cxnLst/>
              <a:rect l="l" t="t" r="r" b="b"/>
              <a:pathLst>
                <a:path w="2103" h="7511" extrusionOk="0">
                  <a:moveTo>
                    <a:pt x="753" y="0"/>
                  </a:moveTo>
                  <a:lnTo>
                    <a:pt x="1" y="7377"/>
                  </a:lnTo>
                  <a:lnTo>
                    <a:pt x="1350" y="7511"/>
                  </a:lnTo>
                  <a:lnTo>
                    <a:pt x="2103" y="144"/>
                  </a:lnTo>
                  <a:lnTo>
                    <a:pt x="7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0064;p50">
              <a:extLst>
                <a:ext uri="{FF2B5EF4-FFF2-40B4-BE49-F238E27FC236}">
                  <a16:creationId xmlns:a16="http://schemas.microsoft.com/office/drawing/2014/main" id="{35B54E8A-201F-46A3-ADDB-DA351E3F4E9A}"/>
                </a:ext>
              </a:extLst>
            </p:cNvPr>
            <p:cNvSpPr/>
            <p:nvPr/>
          </p:nvSpPr>
          <p:spPr>
            <a:xfrm>
              <a:off x="2390125" y="1006500"/>
              <a:ext cx="19350" cy="63650"/>
            </a:xfrm>
            <a:custGeom>
              <a:avLst/>
              <a:gdLst/>
              <a:ahLst/>
              <a:cxnLst/>
              <a:rect l="l" t="t" r="r" b="b"/>
              <a:pathLst>
                <a:path w="774" h="2546" extrusionOk="0">
                  <a:moveTo>
                    <a:pt x="248" y="1"/>
                  </a:moveTo>
                  <a:lnTo>
                    <a:pt x="1" y="2494"/>
                  </a:lnTo>
                  <a:lnTo>
                    <a:pt x="485" y="2546"/>
                  </a:lnTo>
                  <a:cubicBezTo>
                    <a:pt x="506" y="2546"/>
                    <a:pt x="526" y="2525"/>
                    <a:pt x="526" y="2504"/>
                  </a:cubicBezTo>
                  <a:lnTo>
                    <a:pt x="774" y="104"/>
                  </a:lnTo>
                  <a:cubicBezTo>
                    <a:pt x="774" y="73"/>
                    <a:pt x="763" y="52"/>
                    <a:pt x="733" y="52"/>
                  </a:cubicBezTo>
                  <a:lnTo>
                    <a:pt x="24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0" name="Google Shape;10065;p50">
              <a:extLst>
                <a:ext uri="{FF2B5EF4-FFF2-40B4-BE49-F238E27FC236}">
                  <a16:creationId xmlns:a16="http://schemas.microsoft.com/office/drawing/2014/main" id="{5B2332BA-89F7-A86F-D630-6158C38FCE83}"/>
                </a:ext>
              </a:extLst>
            </p:cNvPr>
            <p:cNvSpPr/>
            <p:nvPr/>
          </p:nvSpPr>
          <p:spPr>
            <a:xfrm>
              <a:off x="1718075" y="946225"/>
              <a:ext cx="37375" cy="177250"/>
            </a:xfrm>
            <a:custGeom>
              <a:avLst/>
              <a:gdLst/>
              <a:ahLst/>
              <a:cxnLst/>
              <a:rect l="l" t="t" r="r" b="b"/>
              <a:pathLst>
                <a:path w="1495" h="7090" extrusionOk="0">
                  <a:moveTo>
                    <a:pt x="753" y="1"/>
                  </a:moveTo>
                  <a:cubicBezTo>
                    <a:pt x="331" y="1"/>
                    <a:pt x="1" y="340"/>
                    <a:pt x="1" y="753"/>
                  </a:cubicBezTo>
                  <a:lnTo>
                    <a:pt x="1" y="7090"/>
                  </a:lnTo>
                  <a:lnTo>
                    <a:pt x="1494" y="7090"/>
                  </a:lnTo>
                  <a:lnTo>
                    <a:pt x="1494" y="753"/>
                  </a:lnTo>
                  <a:cubicBezTo>
                    <a:pt x="1494" y="340"/>
                    <a:pt x="1165" y="1"/>
                    <a:pt x="7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1" name="Google Shape;10066;p50">
              <a:extLst>
                <a:ext uri="{FF2B5EF4-FFF2-40B4-BE49-F238E27FC236}">
                  <a16:creationId xmlns:a16="http://schemas.microsoft.com/office/drawing/2014/main" id="{48B1FED0-AC50-1BF4-826D-23017C478B96}"/>
                </a:ext>
              </a:extLst>
            </p:cNvPr>
            <p:cNvSpPr/>
            <p:nvPr/>
          </p:nvSpPr>
          <p:spPr>
            <a:xfrm>
              <a:off x="1718075" y="1022725"/>
              <a:ext cx="37375" cy="100750"/>
            </a:xfrm>
            <a:custGeom>
              <a:avLst/>
              <a:gdLst/>
              <a:ahLst/>
              <a:cxnLst/>
              <a:rect l="l" t="t" r="r" b="b"/>
              <a:pathLst>
                <a:path w="1495" h="4030" extrusionOk="0">
                  <a:moveTo>
                    <a:pt x="1494" y="1"/>
                  </a:moveTo>
                  <a:lnTo>
                    <a:pt x="1" y="1619"/>
                  </a:lnTo>
                  <a:lnTo>
                    <a:pt x="1" y="4030"/>
                  </a:lnTo>
                  <a:lnTo>
                    <a:pt x="1494" y="4030"/>
                  </a:lnTo>
                  <a:lnTo>
                    <a:pt x="149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2" name="Google Shape;10067;p50">
              <a:extLst>
                <a:ext uri="{FF2B5EF4-FFF2-40B4-BE49-F238E27FC236}">
                  <a16:creationId xmlns:a16="http://schemas.microsoft.com/office/drawing/2014/main" id="{C94B1875-4BA5-F846-E1ED-3AEDC4FB858B}"/>
                </a:ext>
              </a:extLst>
            </p:cNvPr>
            <p:cNvSpPr/>
            <p:nvPr/>
          </p:nvSpPr>
          <p:spPr>
            <a:xfrm>
              <a:off x="2159850" y="902175"/>
              <a:ext cx="35050" cy="100750"/>
            </a:xfrm>
            <a:custGeom>
              <a:avLst/>
              <a:gdLst/>
              <a:ahLst/>
              <a:cxnLst/>
              <a:rect l="l" t="t" r="r" b="b"/>
              <a:pathLst>
                <a:path w="1402" h="4030" extrusionOk="0">
                  <a:moveTo>
                    <a:pt x="639" y="1"/>
                  </a:moveTo>
                  <a:lnTo>
                    <a:pt x="0" y="3906"/>
                  </a:lnTo>
                  <a:lnTo>
                    <a:pt x="753" y="4030"/>
                  </a:lnTo>
                  <a:lnTo>
                    <a:pt x="1401" y="124"/>
                  </a:lnTo>
                  <a:lnTo>
                    <a:pt x="63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3" name="Google Shape;10068;p50">
              <a:extLst>
                <a:ext uri="{FF2B5EF4-FFF2-40B4-BE49-F238E27FC236}">
                  <a16:creationId xmlns:a16="http://schemas.microsoft.com/office/drawing/2014/main" id="{330651FB-39DB-0488-AED2-1BB8608FE697}"/>
                </a:ext>
              </a:extLst>
            </p:cNvPr>
            <p:cNvSpPr/>
            <p:nvPr/>
          </p:nvSpPr>
          <p:spPr>
            <a:xfrm>
              <a:off x="1702875" y="1107475"/>
              <a:ext cx="526550" cy="16000"/>
            </a:xfrm>
            <a:custGeom>
              <a:avLst/>
              <a:gdLst/>
              <a:ahLst/>
              <a:cxnLst/>
              <a:rect l="l" t="t" r="r" b="b"/>
              <a:pathLst>
                <a:path w="21062" h="640" extrusionOk="0">
                  <a:moveTo>
                    <a:pt x="0" y="1"/>
                  </a:moveTo>
                  <a:lnTo>
                    <a:pt x="0" y="640"/>
                  </a:lnTo>
                  <a:lnTo>
                    <a:pt x="21061" y="640"/>
                  </a:lnTo>
                  <a:lnTo>
                    <a:pt x="210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4" name="Google Shape;10069;p50">
              <a:extLst>
                <a:ext uri="{FF2B5EF4-FFF2-40B4-BE49-F238E27FC236}">
                  <a16:creationId xmlns:a16="http://schemas.microsoft.com/office/drawing/2014/main" id="{11035784-CFDE-7DC1-B1BC-2F48543889EC}"/>
                </a:ext>
              </a:extLst>
            </p:cNvPr>
            <p:cNvSpPr/>
            <p:nvPr/>
          </p:nvSpPr>
          <p:spPr>
            <a:xfrm>
              <a:off x="2170925" y="886200"/>
              <a:ext cx="31975" cy="31975"/>
            </a:xfrm>
            <a:custGeom>
              <a:avLst/>
              <a:gdLst/>
              <a:ahLst/>
              <a:cxnLst/>
              <a:rect l="l" t="t" r="r" b="b"/>
              <a:pathLst>
                <a:path w="1279" h="1279" extrusionOk="0">
                  <a:moveTo>
                    <a:pt x="639" y="1"/>
                  </a:moveTo>
                  <a:cubicBezTo>
                    <a:pt x="289" y="1"/>
                    <a:pt x="1" y="289"/>
                    <a:pt x="1" y="640"/>
                  </a:cubicBezTo>
                  <a:cubicBezTo>
                    <a:pt x="1" y="990"/>
                    <a:pt x="289" y="1278"/>
                    <a:pt x="639" y="1278"/>
                  </a:cubicBezTo>
                  <a:cubicBezTo>
                    <a:pt x="990" y="1278"/>
                    <a:pt x="1278" y="990"/>
                    <a:pt x="1278" y="640"/>
                  </a:cubicBezTo>
                  <a:cubicBezTo>
                    <a:pt x="1278" y="289"/>
                    <a:pt x="990" y="1"/>
                    <a:pt x="6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5" name="Google Shape;10070;p50">
              <a:extLst>
                <a:ext uri="{FF2B5EF4-FFF2-40B4-BE49-F238E27FC236}">
                  <a16:creationId xmlns:a16="http://schemas.microsoft.com/office/drawing/2014/main" id="{9CE8E261-671C-734E-F69B-4AFB2EFBDBF6}"/>
                </a:ext>
              </a:extLst>
            </p:cNvPr>
            <p:cNvSpPr/>
            <p:nvPr/>
          </p:nvSpPr>
          <p:spPr>
            <a:xfrm>
              <a:off x="2031050" y="997750"/>
              <a:ext cx="196575" cy="119800"/>
            </a:xfrm>
            <a:custGeom>
              <a:avLst/>
              <a:gdLst/>
              <a:ahLst/>
              <a:cxnLst/>
              <a:rect l="l" t="t" r="r" b="b"/>
              <a:pathLst>
                <a:path w="7863" h="4792" extrusionOk="0">
                  <a:moveTo>
                    <a:pt x="7100" y="1"/>
                  </a:moveTo>
                  <a:lnTo>
                    <a:pt x="897" y="649"/>
                  </a:lnTo>
                  <a:lnTo>
                    <a:pt x="0" y="4791"/>
                  </a:lnTo>
                  <a:lnTo>
                    <a:pt x="0" y="4791"/>
                  </a:lnTo>
                  <a:lnTo>
                    <a:pt x="815" y="4668"/>
                  </a:lnTo>
                  <a:lnTo>
                    <a:pt x="1525" y="1350"/>
                  </a:lnTo>
                  <a:lnTo>
                    <a:pt x="6461" y="846"/>
                  </a:lnTo>
                  <a:lnTo>
                    <a:pt x="7100" y="4647"/>
                  </a:lnTo>
                  <a:lnTo>
                    <a:pt x="7862" y="4524"/>
                  </a:lnTo>
                  <a:lnTo>
                    <a:pt x="71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6" name="Google Shape;10071;p50">
              <a:extLst>
                <a:ext uri="{FF2B5EF4-FFF2-40B4-BE49-F238E27FC236}">
                  <a16:creationId xmlns:a16="http://schemas.microsoft.com/office/drawing/2014/main" id="{9C36203A-E014-864B-E7A0-D8BAA78BA3E3}"/>
                </a:ext>
              </a:extLst>
            </p:cNvPr>
            <p:cNvSpPr/>
            <p:nvPr/>
          </p:nvSpPr>
          <p:spPr>
            <a:xfrm>
              <a:off x="2045475" y="976300"/>
              <a:ext cx="169525" cy="43125"/>
            </a:xfrm>
            <a:custGeom>
              <a:avLst/>
              <a:gdLst/>
              <a:ahLst/>
              <a:cxnLst/>
              <a:rect l="l" t="t" r="r" b="b"/>
              <a:pathLst>
                <a:path w="6781" h="1725" extrusionOk="0">
                  <a:moveTo>
                    <a:pt x="6168" y="0"/>
                  </a:moveTo>
                  <a:cubicBezTo>
                    <a:pt x="6149" y="0"/>
                    <a:pt x="6130" y="1"/>
                    <a:pt x="6111" y="3"/>
                  </a:cubicBezTo>
                  <a:lnTo>
                    <a:pt x="547" y="580"/>
                  </a:lnTo>
                  <a:cubicBezTo>
                    <a:pt x="227" y="611"/>
                    <a:pt x="0" y="889"/>
                    <a:pt x="32" y="1209"/>
                  </a:cubicBezTo>
                  <a:cubicBezTo>
                    <a:pt x="62" y="1507"/>
                    <a:pt x="309" y="1724"/>
                    <a:pt x="598" y="1724"/>
                  </a:cubicBezTo>
                  <a:lnTo>
                    <a:pt x="660" y="1724"/>
                  </a:lnTo>
                  <a:lnTo>
                    <a:pt x="6234" y="1147"/>
                  </a:lnTo>
                  <a:cubicBezTo>
                    <a:pt x="6544" y="1116"/>
                    <a:pt x="6780" y="827"/>
                    <a:pt x="6750" y="518"/>
                  </a:cubicBezTo>
                  <a:cubicBezTo>
                    <a:pt x="6711" y="218"/>
                    <a:pt x="6463" y="0"/>
                    <a:pt x="61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7" name="Google Shape;10072;p50">
              <a:extLst>
                <a:ext uri="{FF2B5EF4-FFF2-40B4-BE49-F238E27FC236}">
                  <a16:creationId xmlns:a16="http://schemas.microsoft.com/office/drawing/2014/main" id="{750A92AD-C277-683B-3CD9-325EE2F0F7B6}"/>
                </a:ext>
              </a:extLst>
            </p:cNvPr>
            <p:cNvSpPr/>
            <p:nvPr/>
          </p:nvSpPr>
          <p:spPr>
            <a:xfrm>
              <a:off x="2045975" y="985625"/>
              <a:ext cx="169025" cy="33800"/>
            </a:xfrm>
            <a:custGeom>
              <a:avLst/>
              <a:gdLst/>
              <a:ahLst/>
              <a:cxnLst/>
              <a:rect l="l" t="t" r="r" b="b"/>
              <a:pathLst>
                <a:path w="6761" h="1352" extrusionOk="0">
                  <a:moveTo>
                    <a:pt x="6688" y="1"/>
                  </a:moveTo>
                  <a:cubicBezTo>
                    <a:pt x="6616" y="197"/>
                    <a:pt x="6430" y="341"/>
                    <a:pt x="6214" y="362"/>
                  </a:cubicBezTo>
                  <a:lnTo>
                    <a:pt x="640" y="939"/>
                  </a:lnTo>
                  <a:cubicBezTo>
                    <a:pt x="619" y="939"/>
                    <a:pt x="599" y="949"/>
                    <a:pt x="578" y="949"/>
                  </a:cubicBezTo>
                  <a:cubicBezTo>
                    <a:pt x="341" y="949"/>
                    <a:pt x="125" y="795"/>
                    <a:pt x="42" y="578"/>
                  </a:cubicBezTo>
                  <a:cubicBezTo>
                    <a:pt x="12" y="650"/>
                    <a:pt x="1" y="743"/>
                    <a:pt x="12" y="836"/>
                  </a:cubicBezTo>
                  <a:cubicBezTo>
                    <a:pt x="42" y="1134"/>
                    <a:pt x="289" y="1351"/>
                    <a:pt x="578" y="1351"/>
                  </a:cubicBezTo>
                  <a:lnTo>
                    <a:pt x="640" y="1351"/>
                  </a:lnTo>
                  <a:lnTo>
                    <a:pt x="6214" y="774"/>
                  </a:lnTo>
                  <a:cubicBezTo>
                    <a:pt x="6524" y="743"/>
                    <a:pt x="6760" y="454"/>
                    <a:pt x="6730" y="145"/>
                  </a:cubicBezTo>
                  <a:cubicBezTo>
                    <a:pt x="6719" y="94"/>
                    <a:pt x="6709" y="42"/>
                    <a:pt x="66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8" name="Google Shape;10073;p50">
              <a:extLst>
                <a:ext uri="{FF2B5EF4-FFF2-40B4-BE49-F238E27FC236}">
                  <a16:creationId xmlns:a16="http://schemas.microsoft.com/office/drawing/2014/main" id="{00090177-94A6-75DB-C813-3D9255ABE93A}"/>
                </a:ext>
              </a:extLst>
            </p:cNvPr>
            <p:cNvSpPr/>
            <p:nvPr/>
          </p:nvSpPr>
          <p:spPr>
            <a:xfrm>
              <a:off x="2206200" y="1092550"/>
              <a:ext cx="39700" cy="39700"/>
            </a:xfrm>
            <a:custGeom>
              <a:avLst/>
              <a:gdLst/>
              <a:ahLst/>
              <a:cxnLst/>
              <a:rect l="l" t="t" r="r" b="b"/>
              <a:pathLst>
                <a:path w="1588" h="1588" extrusionOk="0">
                  <a:moveTo>
                    <a:pt x="795" y="0"/>
                  </a:moveTo>
                  <a:cubicBezTo>
                    <a:pt x="362" y="0"/>
                    <a:pt x="1" y="351"/>
                    <a:pt x="1" y="793"/>
                  </a:cubicBezTo>
                  <a:cubicBezTo>
                    <a:pt x="1" y="1237"/>
                    <a:pt x="362" y="1587"/>
                    <a:pt x="795" y="1587"/>
                  </a:cubicBezTo>
                  <a:cubicBezTo>
                    <a:pt x="1237" y="1587"/>
                    <a:pt x="1588" y="1237"/>
                    <a:pt x="1588" y="793"/>
                  </a:cubicBezTo>
                  <a:cubicBezTo>
                    <a:pt x="1588" y="351"/>
                    <a:pt x="1237" y="0"/>
                    <a:pt x="79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9" name="Google Shape;10074;p50">
              <a:extLst>
                <a:ext uri="{FF2B5EF4-FFF2-40B4-BE49-F238E27FC236}">
                  <a16:creationId xmlns:a16="http://schemas.microsoft.com/office/drawing/2014/main" id="{D1900815-30D1-C2D1-BDF2-49BA83B29AB2}"/>
                </a:ext>
              </a:extLst>
            </p:cNvPr>
            <p:cNvSpPr/>
            <p:nvPr/>
          </p:nvSpPr>
          <p:spPr>
            <a:xfrm>
              <a:off x="2216275" y="1102575"/>
              <a:ext cx="19600" cy="19600"/>
            </a:xfrm>
            <a:custGeom>
              <a:avLst/>
              <a:gdLst/>
              <a:ahLst/>
              <a:cxnLst/>
              <a:rect l="l" t="t" r="r" b="b"/>
              <a:pathLst>
                <a:path w="784" h="784" extrusionOk="0">
                  <a:moveTo>
                    <a:pt x="392" y="1"/>
                  </a:moveTo>
                  <a:cubicBezTo>
                    <a:pt x="175" y="1"/>
                    <a:pt x="0" y="176"/>
                    <a:pt x="0" y="392"/>
                  </a:cubicBezTo>
                  <a:cubicBezTo>
                    <a:pt x="0" y="609"/>
                    <a:pt x="175" y="784"/>
                    <a:pt x="392" y="784"/>
                  </a:cubicBezTo>
                  <a:cubicBezTo>
                    <a:pt x="608" y="784"/>
                    <a:pt x="783" y="609"/>
                    <a:pt x="783" y="392"/>
                  </a:cubicBezTo>
                  <a:cubicBezTo>
                    <a:pt x="783" y="176"/>
                    <a:pt x="608" y="1"/>
                    <a:pt x="3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0" name="Google Shape;10075;p50">
              <a:extLst>
                <a:ext uri="{FF2B5EF4-FFF2-40B4-BE49-F238E27FC236}">
                  <a16:creationId xmlns:a16="http://schemas.microsoft.com/office/drawing/2014/main" id="{FBD271F9-B3F7-E9B1-DA79-4F38956A2D6A}"/>
                </a:ext>
              </a:extLst>
            </p:cNvPr>
            <p:cNvSpPr/>
            <p:nvPr/>
          </p:nvSpPr>
          <p:spPr>
            <a:xfrm>
              <a:off x="1686650" y="1092550"/>
              <a:ext cx="39950" cy="39700"/>
            </a:xfrm>
            <a:custGeom>
              <a:avLst/>
              <a:gdLst/>
              <a:ahLst/>
              <a:cxnLst/>
              <a:rect l="l" t="t" r="r" b="b"/>
              <a:pathLst>
                <a:path w="1598" h="1588" extrusionOk="0">
                  <a:moveTo>
                    <a:pt x="794" y="0"/>
                  </a:moveTo>
                  <a:cubicBezTo>
                    <a:pt x="361" y="0"/>
                    <a:pt x="1" y="351"/>
                    <a:pt x="1" y="793"/>
                  </a:cubicBezTo>
                  <a:cubicBezTo>
                    <a:pt x="1" y="1237"/>
                    <a:pt x="361" y="1587"/>
                    <a:pt x="794" y="1587"/>
                  </a:cubicBezTo>
                  <a:cubicBezTo>
                    <a:pt x="1237" y="1587"/>
                    <a:pt x="1597" y="1237"/>
                    <a:pt x="1597" y="793"/>
                  </a:cubicBezTo>
                  <a:cubicBezTo>
                    <a:pt x="1597" y="351"/>
                    <a:pt x="1237" y="0"/>
                    <a:pt x="7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1" name="Google Shape;10076;p50">
              <a:extLst>
                <a:ext uri="{FF2B5EF4-FFF2-40B4-BE49-F238E27FC236}">
                  <a16:creationId xmlns:a16="http://schemas.microsoft.com/office/drawing/2014/main" id="{983A1E53-D474-9C18-9D8C-69DF72ED88EA}"/>
                </a:ext>
              </a:extLst>
            </p:cNvPr>
            <p:cNvSpPr/>
            <p:nvPr/>
          </p:nvSpPr>
          <p:spPr>
            <a:xfrm>
              <a:off x="1696700" y="1102575"/>
              <a:ext cx="19850" cy="19600"/>
            </a:xfrm>
            <a:custGeom>
              <a:avLst/>
              <a:gdLst/>
              <a:ahLst/>
              <a:cxnLst/>
              <a:rect l="l" t="t" r="r" b="b"/>
              <a:pathLst>
                <a:path w="794" h="784" extrusionOk="0">
                  <a:moveTo>
                    <a:pt x="392" y="1"/>
                  </a:moveTo>
                  <a:cubicBezTo>
                    <a:pt x="176" y="1"/>
                    <a:pt x="0" y="176"/>
                    <a:pt x="0" y="392"/>
                  </a:cubicBezTo>
                  <a:cubicBezTo>
                    <a:pt x="0" y="609"/>
                    <a:pt x="176" y="784"/>
                    <a:pt x="392" y="784"/>
                  </a:cubicBezTo>
                  <a:cubicBezTo>
                    <a:pt x="609" y="784"/>
                    <a:pt x="794" y="609"/>
                    <a:pt x="794" y="392"/>
                  </a:cubicBezTo>
                  <a:cubicBezTo>
                    <a:pt x="794" y="176"/>
                    <a:pt x="609" y="1"/>
                    <a:pt x="3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2" name="Google Shape;10077;p50">
              <a:extLst>
                <a:ext uri="{FF2B5EF4-FFF2-40B4-BE49-F238E27FC236}">
                  <a16:creationId xmlns:a16="http://schemas.microsoft.com/office/drawing/2014/main" id="{A14D665D-1325-6FC8-2C6F-8E7B2FF6CE24}"/>
                </a:ext>
              </a:extLst>
            </p:cNvPr>
            <p:cNvSpPr/>
            <p:nvPr/>
          </p:nvSpPr>
          <p:spPr>
            <a:xfrm>
              <a:off x="1727875" y="959125"/>
              <a:ext cx="14950" cy="14950"/>
            </a:xfrm>
            <a:custGeom>
              <a:avLst/>
              <a:gdLst/>
              <a:ahLst/>
              <a:cxnLst/>
              <a:rect l="l" t="t" r="r" b="b"/>
              <a:pathLst>
                <a:path w="598" h="598" extrusionOk="0">
                  <a:moveTo>
                    <a:pt x="299" y="0"/>
                  </a:moveTo>
                  <a:cubicBezTo>
                    <a:pt x="134" y="0"/>
                    <a:pt x="0" y="134"/>
                    <a:pt x="0" y="298"/>
                  </a:cubicBezTo>
                  <a:cubicBezTo>
                    <a:pt x="0" y="463"/>
                    <a:pt x="134" y="598"/>
                    <a:pt x="299" y="598"/>
                  </a:cubicBezTo>
                  <a:cubicBezTo>
                    <a:pt x="464" y="598"/>
                    <a:pt x="598" y="463"/>
                    <a:pt x="598" y="298"/>
                  </a:cubicBezTo>
                  <a:cubicBezTo>
                    <a:pt x="598" y="134"/>
                    <a:pt x="464" y="0"/>
                    <a:pt x="2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15" name="Google Shape;9654;p49">
            <a:extLst>
              <a:ext uri="{FF2B5EF4-FFF2-40B4-BE49-F238E27FC236}">
                <a16:creationId xmlns:a16="http://schemas.microsoft.com/office/drawing/2014/main" id="{9CAA9729-0BA5-3328-528F-00F65B3A918D}"/>
              </a:ext>
            </a:extLst>
          </p:cNvPr>
          <p:cNvSpPr txBox="1">
            <a:spLocks noGrp="1"/>
          </p:cNvSpPr>
          <p:nvPr>
            <p:ph type="title"/>
          </p:nvPr>
        </p:nvSpPr>
        <p:spPr>
          <a:xfrm>
            <a:off x="1568168" y="1798662"/>
            <a:ext cx="44481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6600" dirty="0"/>
              <a:t>Thank You</a:t>
            </a:r>
            <a:endParaRPr sz="6600" dirty="0"/>
          </a:p>
        </p:txBody>
      </p:sp>
      <p:grpSp>
        <p:nvGrpSpPr>
          <p:cNvPr id="9616" name="Google Shape;9788;p50">
            <a:extLst>
              <a:ext uri="{FF2B5EF4-FFF2-40B4-BE49-F238E27FC236}">
                <a16:creationId xmlns:a16="http://schemas.microsoft.com/office/drawing/2014/main" id="{C4DD7D14-2992-72EF-6DE1-9E8D355AD79E}"/>
              </a:ext>
            </a:extLst>
          </p:cNvPr>
          <p:cNvGrpSpPr/>
          <p:nvPr/>
        </p:nvGrpSpPr>
        <p:grpSpPr>
          <a:xfrm>
            <a:off x="1177405" y="3662684"/>
            <a:ext cx="658294" cy="726732"/>
            <a:chOff x="2827000" y="862500"/>
            <a:chExt cx="347000" cy="383075"/>
          </a:xfrm>
        </p:grpSpPr>
        <p:sp>
          <p:nvSpPr>
            <p:cNvPr id="9617" name="Google Shape;9789;p50">
              <a:extLst>
                <a:ext uri="{FF2B5EF4-FFF2-40B4-BE49-F238E27FC236}">
                  <a16:creationId xmlns:a16="http://schemas.microsoft.com/office/drawing/2014/main" id="{285A9285-FC31-F36B-B861-31DCAB9650BF}"/>
                </a:ext>
              </a:extLst>
            </p:cNvPr>
            <p:cNvSpPr/>
            <p:nvPr/>
          </p:nvSpPr>
          <p:spPr>
            <a:xfrm>
              <a:off x="2827000" y="1188625"/>
              <a:ext cx="340825" cy="56950"/>
            </a:xfrm>
            <a:custGeom>
              <a:avLst/>
              <a:gdLst/>
              <a:ahLst/>
              <a:cxnLst/>
              <a:rect l="l" t="t" r="r" b="b"/>
              <a:pathLst>
                <a:path w="13633" h="2278" extrusionOk="0">
                  <a:moveTo>
                    <a:pt x="6812" y="0"/>
                  </a:moveTo>
                  <a:cubicBezTo>
                    <a:pt x="3050" y="0"/>
                    <a:pt x="0" y="506"/>
                    <a:pt x="0" y="1134"/>
                  </a:cubicBezTo>
                  <a:cubicBezTo>
                    <a:pt x="0" y="1763"/>
                    <a:pt x="3050" y="2278"/>
                    <a:pt x="6812" y="2278"/>
                  </a:cubicBezTo>
                  <a:cubicBezTo>
                    <a:pt x="10572" y="2278"/>
                    <a:pt x="13633" y="1763"/>
                    <a:pt x="13633" y="1134"/>
                  </a:cubicBezTo>
                  <a:cubicBezTo>
                    <a:pt x="13633" y="506"/>
                    <a:pt x="10572" y="0"/>
                    <a:pt x="68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8" name="Google Shape;9790;p50">
              <a:extLst>
                <a:ext uri="{FF2B5EF4-FFF2-40B4-BE49-F238E27FC236}">
                  <a16:creationId xmlns:a16="http://schemas.microsoft.com/office/drawing/2014/main" id="{0EB81954-265B-BAD6-1821-44571CAF2553}"/>
                </a:ext>
              </a:extLst>
            </p:cNvPr>
            <p:cNvSpPr/>
            <p:nvPr/>
          </p:nvSpPr>
          <p:spPr>
            <a:xfrm>
              <a:off x="3014000" y="872050"/>
              <a:ext cx="49750" cy="69050"/>
            </a:xfrm>
            <a:custGeom>
              <a:avLst/>
              <a:gdLst/>
              <a:ahLst/>
              <a:cxnLst/>
              <a:rect l="l" t="t" r="r" b="b"/>
              <a:pathLst>
                <a:path w="1990" h="2762" extrusionOk="0">
                  <a:moveTo>
                    <a:pt x="1" y="0"/>
                  </a:moveTo>
                  <a:lnTo>
                    <a:pt x="1" y="2762"/>
                  </a:lnTo>
                  <a:lnTo>
                    <a:pt x="1166" y="2762"/>
                  </a:lnTo>
                  <a:cubicBezTo>
                    <a:pt x="1619" y="2751"/>
                    <a:pt x="1990" y="2133"/>
                    <a:pt x="1990" y="1381"/>
                  </a:cubicBezTo>
                  <a:cubicBezTo>
                    <a:pt x="1990" y="629"/>
                    <a:pt x="1619" y="21"/>
                    <a:pt x="11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9" name="Google Shape;9791;p50">
              <a:extLst>
                <a:ext uri="{FF2B5EF4-FFF2-40B4-BE49-F238E27FC236}">
                  <a16:creationId xmlns:a16="http://schemas.microsoft.com/office/drawing/2014/main" id="{4C2A2DC9-42F6-4A24-12D8-E54F1040273F}"/>
                </a:ext>
              </a:extLst>
            </p:cNvPr>
            <p:cNvSpPr/>
            <p:nvPr/>
          </p:nvSpPr>
          <p:spPr>
            <a:xfrm>
              <a:off x="2992375" y="872050"/>
              <a:ext cx="42525" cy="69050"/>
            </a:xfrm>
            <a:custGeom>
              <a:avLst/>
              <a:gdLst/>
              <a:ahLst/>
              <a:cxnLst/>
              <a:rect l="l" t="t" r="r" b="b"/>
              <a:pathLst>
                <a:path w="1701" h="2762" extrusionOk="0">
                  <a:moveTo>
                    <a:pt x="845" y="0"/>
                  </a:moveTo>
                  <a:cubicBezTo>
                    <a:pt x="382" y="0"/>
                    <a:pt x="0" y="619"/>
                    <a:pt x="0" y="1381"/>
                  </a:cubicBezTo>
                  <a:cubicBezTo>
                    <a:pt x="0" y="2144"/>
                    <a:pt x="382" y="2762"/>
                    <a:pt x="845" y="2762"/>
                  </a:cubicBezTo>
                  <a:cubicBezTo>
                    <a:pt x="1319" y="2762"/>
                    <a:pt x="1701" y="2144"/>
                    <a:pt x="1701" y="1381"/>
                  </a:cubicBezTo>
                  <a:cubicBezTo>
                    <a:pt x="1701" y="619"/>
                    <a:pt x="1319" y="0"/>
                    <a:pt x="8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0" name="Google Shape;9792;p50">
              <a:extLst>
                <a:ext uri="{FF2B5EF4-FFF2-40B4-BE49-F238E27FC236}">
                  <a16:creationId xmlns:a16="http://schemas.microsoft.com/office/drawing/2014/main" id="{5CA0706C-C780-29A5-067C-E4461E80315D}"/>
                </a:ext>
              </a:extLst>
            </p:cNvPr>
            <p:cNvSpPr/>
            <p:nvPr/>
          </p:nvSpPr>
          <p:spPr>
            <a:xfrm>
              <a:off x="3029475" y="871525"/>
              <a:ext cx="22425" cy="70100"/>
            </a:xfrm>
            <a:custGeom>
              <a:avLst/>
              <a:gdLst/>
              <a:ahLst/>
              <a:cxnLst/>
              <a:rect l="l" t="t" r="r" b="b"/>
              <a:pathLst>
                <a:path w="897" h="2804" extrusionOk="0">
                  <a:moveTo>
                    <a:pt x="31" y="1"/>
                  </a:moveTo>
                  <a:cubicBezTo>
                    <a:pt x="11" y="1"/>
                    <a:pt x="0" y="11"/>
                    <a:pt x="0" y="21"/>
                  </a:cubicBezTo>
                  <a:cubicBezTo>
                    <a:pt x="0" y="31"/>
                    <a:pt x="11" y="42"/>
                    <a:pt x="31" y="42"/>
                  </a:cubicBezTo>
                  <a:cubicBezTo>
                    <a:pt x="485" y="42"/>
                    <a:pt x="845" y="660"/>
                    <a:pt x="845" y="1402"/>
                  </a:cubicBezTo>
                  <a:cubicBezTo>
                    <a:pt x="845" y="2154"/>
                    <a:pt x="485" y="2762"/>
                    <a:pt x="31" y="2762"/>
                  </a:cubicBezTo>
                  <a:cubicBezTo>
                    <a:pt x="11" y="2762"/>
                    <a:pt x="0" y="2772"/>
                    <a:pt x="0" y="2783"/>
                  </a:cubicBezTo>
                  <a:cubicBezTo>
                    <a:pt x="0" y="2803"/>
                    <a:pt x="11" y="2803"/>
                    <a:pt x="31" y="2803"/>
                  </a:cubicBezTo>
                  <a:cubicBezTo>
                    <a:pt x="505" y="2803"/>
                    <a:pt x="897" y="2174"/>
                    <a:pt x="897" y="1402"/>
                  </a:cubicBezTo>
                  <a:cubicBezTo>
                    <a:pt x="897" y="629"/>
                    <a:pt x="505" y="1"/>
                    <a:pt x="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1" name="Google Shape;9793;p50">
              <a:extLst>
                <a:ext uri="{FF2B5EF4-FFF2-40B4-BE49-F238E27FC236}">
                  <a16:creationId xmlns:a16="http://schemas.microsoft.com/office/drawing/2014/main" id="{EFE8F312-4553-C2DB-83AC-064DFC51C867}"/>
                </a:ext>
              </a:extLst>
            </p:cNvPr>
            <p:cNvSpPr/>
            <p:nvPr/>
          </p:nvSpPr>
          <p:spPr>
            <a:xfrm>
              <a:off x="3057800" y="950100"/>
              <a:ext cx="68550" cy="95600"/>
            </a:xfrm>
            <a:custGeom>
              <a:avLst/>
              <a:gdLst/>
              <a:ahLst/>
              <a:cxnLst/>
              <a:rect l="l" t="t" r="r" b="b"/>
              <a:pathLst>
                <a:path w="2742" h="3824" extrusionOk="0">
                  <a:moveTo>
                    <a:pt x="1" y="0"/>
                  </a:moveTo>
                  <a:lnTo>
                    <a:pt x="1" y="3823"/>
                  </a:lnTo>
                  <a:lnTo>
                    <a:pt x="1598" y="3823"/>
                  </a:lnTo>
                  <a:lnTo>
                    <a:pt x="1598" y="3812"/>
                  </a:lnTo>
                  <a:cubicBezTo>
                    <a:pt x="2226" y="3792"/>
                    <a:pt x="2741" y="2947"/>
                    <a:pt x="2741" y="1907"/>
                  </a:cubicBezTo>
                  <a:cubicBezTo>
                    <a:pt x="2741" y="876"/>
                    <a:pt x="2226" y="31"/>
                    <a:pt x="15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2" name="Google Shape;9794;p50">
              <a:extLst>
                <a:ext uri="{FF2B5EF4-FFF2-40B4-BE49-F238E27FC236}">
                  <a16:creationId xmlns:a16="http://schemas.microsoft.com/office/drawing/2014/main" id="{62B6C7FE-0945-F3B4-5D17-0F92759B2248}"/>
                </a:ext>
              </a:extLst>
            </p:cNvPr>
            <p:cNvSpPr/>
            <p:nvPr/>
          </p:nvSpPr>
          <p:spPr>
            <a:xfrm>
              <a:off x="3027925" y="950100"/>
              <a:ext cx="58500" cy="95600"/>
            </a:xfrm>
            <a:custGeom>
              <a:avLst/>
              <a:gdLst/>
              <a:ahLst/>
              <a:cxnLst/>
              <a:rect l="l" t="t" r="r" b="b"/>
              <a:pathLst>
                <a:path w="2340" h="3824" extrusionOk="0">
                  <a:moveTo>
                    <a:pt x="1165" y="0"/>
                  </a:moveTo>
                  <a:cubicBezTo>
                    <a:pt x="526" y="0"/>
                    <a:pt x="0" y="856"/>
                    <a:pt x="0" y="1907"/>
                  </a:cubicBezTo>
                  <a:cubicBezTo>
                    <a:pt x="0" y="2967"/>
                    <a:pt x="526" y="3823"/>
                    <a:pt x="1165" y="3823"/>
                  </a:cubicBezTo>
                  <a:cubicBezTo>
                    <a:pt x="1814" y="3823"/>
                    <a:pt x="2340" y="2967"/>
                    <a:pt x="2340" y="1907"/>
                  </a:cubicBezTo>
                  <a:cubicBezTo>
                    <a:pt x="2340" y="856"/>
                    <a:pt x="1814" y="0"/>
                    <a:pt x="11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3" name="Google Shape;9795;p50">
              <a:extLst>
                <a:ext uri="{FF2B5EF4-FFF2-40B4-BE49-F238E27FC236}">
                  <a16:creationId xmlns:a16="http://schemas.microsoft.com/office/drawing/2014/main" id="{F1CA771C-599F-A482-51DC-33CAE5F3E846}"/>
                </a:ext>
              </a:extLst>
            </p:cNvPr>
            <p:cNvSpPr/>
            <p:nvPr/>
          </p:nvSpPr>
          <p:spPr>
            <a:xfrm>
              <a:off x="3079450" y="949575"/>
              <a:ext cx="30150" cy="96625"/>
            </a:xfrm>
            <a:custGeom>
              <a:avLst/>
              <a:gdLst/>
              <a:ahLst/>
              <a:cxnLst/>
              <a:rect l="l" t="t" r="r" b="b"/>
              <a:pathLst>
                <a:path w="1206" h="3865" extrusionOk="0">
                  <a:moveTo>
                    <a:pt x="21" y="0"/>
                  </a:moveTo>
                  <a:cubicBezTo>
                    <a:pt x="11" y="0"/>
                    <a:pt x="0" y="11"/>
                    <a:pt x="0" y="21"/>
                  </a:cubicBezTo>
                  <a:cubicBezTo>
                    <a:pt x="0" y="32"/>
                    <a:pt x="11" y="42"/>
                    <a:pt x="21" y="42"/>
                  </a:cubicBezTo>
                  <a:cubicBezTo>
                    <a:pt x="650" y="42"/>
                    <a:pt x="1165" y="887"/>
                    <a:pt x="1165" y="1928"/>
                  </a:cubicBezTo>
                  <a:cubicBezTo>
                    <a:pt x="1165" y="2968"/>
                    <a:pt x="650" y="3813"/>
                    <a:pt x="21" y="3813"/>
                  </a:cubicBezTo>
                  <a:cubicBezTo>
                    <a:pt x="11" y="3813"/>
                    <a:pt x="0" y="3823"/>
                    <a:pt x="0" y="3844"/>
                  </a:cubicBezTo>
                  <a:cubicBezTo>
                    <a:pt x="0" y="3854"/>
                    <a:pt x="11" y="3865"/>
                    <a:pt x="21" y="3865"/>
                  </a:cubicBezTo>
                  <a:cubicBezTo>
                    <a:pt x="680" y="3865"/>
                    <a:pt x="1206" y="2999"/>
                    <a:pt x="1206" y="1928"/>
                  </a:cubicBezTo>
                  <a:cubicBezTo>
                    <a:pt x="1206" y="866"/>
                    <a:pt x="680" y="0"/>
                    <a:pt x="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4" name="Google Shape;9796;p50">
              <a:extLst>
                <a:ext uri="{FF2B5EF4-FFF2-40B4-BE49-F238E27FC236}">
                  <a16:creationId xmlns:a16="http://schemas.microsoft.com/office/drawing/2014/main" id="{3433453A-DCF1-052B-68D4-72A141718288}"/>
                </a:ext>
              </a:extLst>
            </p:cNvPr>
            <p:cNvSpPr/>
            <p:nvPr/>
          </p:nvSpPr>
          <p:spPr>
            <a:xfrm>
              <a:off x="3080475" y="1050025"/>
              <a:ext cx="93525" cy="95600"/>
            </a:xfrm>
            <a:custGeom>
              <a:avLst/>
              <a:gdLst/>
              <a:ahLst/>
              <a:cxnLst/>
              <a:rect l="l" t="t" r="r" b="b"/>
              <a:pathLst>
                <a:path w="3741" h="3824" extrusionOk="0">
                  <a:moveTo>
                    <a:pt x="0" y="1"/>
                  </a:moveTo>
                  <a:lnTo>
                    <a:pt x="0" y="3824"/>
                  </a:lnTo>
                  <a:lnTo>
                    <a:pt x="2597" y="3824"/>
                  </a:lnTo>
                  <a:lnTo>
                    <a:pt x="2597" y="3813"/>
                  </a:lnTo>
                  <a:cubicBezTo>
                    <a:pt x="3236" y="3793"/>
                    <a:pt x="3741" y="2948"/>
                    <a:pt x="3741" y="1907"/>
                  </a:cubicBezTo>
                  <a:cubicBezTo>
                    <a:pt x="3741" y="877"/>
                    <a:pt x="3236" y="32"/>
                    <a:pt x="25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5" name="Google Shape;9797;p50">
              <a:extLst>
                <a:ext uri="{FF2B5EF4-FFF2-40B4-BE49-F238E27FC236}">
                  <a16:creationId xmlns:a16="http://schemas.microsoft.com/office/drawing/2014/main" id="{62B588BA-4830-5CC5-482A-8DF8B037C1C3}"/>
                </a:ext>
              </a:extLst>
            </p:cNvPr>
            <p:cNvSpPr/>
            <p:nvPr/>
          </p:nvSpPr>
          <p:spPr>
            <a:xfrm>
              <a:off x="3050600" y="1050025"/>
              <a:ext cx="58500" cy="95600"/>
            </a:xfrm>
            <a:custGeom>
              <a:avLst/>
              <a:gdLst/>
              <a:ahLst/>
              <a:cxnLst/>
              <a:rect l="l" t="t" r="r" b="b"/>
              <a:pathLst>
                <a:path w="2340" h="3824" extrusionOk="0">
                  <a:moveTo>
                    <a:pt x="1165" y="1"/>
                  </a:moveTo>
                  <a:cubicBezTo>
                    <a:pt x="526" y="1"/>
                    <a:pt x="0" y="856"/>
                    <a:pt x="0" y="1907"/>
                  </a:cubicBezTo>
                  <a:cubicBezTo>
                    <a:pt x="0" y="2968"/>
                    <a:pt x="526" y="3824"/>
                    <a:pt x="1165" y="3824"/>
                  </a:cubicBezTo>
                  <a:cubicBezTo>
                    <a:pt x="1813" y="3824"/>
                    <a:pt x="2339" y="2968"/>
                    <a:pt x="2339" y="1907"/>
                  </a:cubicBezTo>
                  <a:cubicBezTo>
                    <a:pt x="2339" y="856"/>
                    <a:pt x="1813" y="1"/>
                    <a:pt x="11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6" name="Google Shape;9798;p50">
              <a:extLst>
                <a:ext uri="{FF2B5EF4-FFF2-40B4-BE49-F238E27FC236}">
                  <a16:creationId xmlns:a16="http://schemas.microsoft.com/office/drawing/2014/main" id="{F5419E52-725E-B0FA-8AAF-6FCD85B09654}"/>
                </a:ext>
              </a:extLst>
            </p:cNvPr>
            <p:cNvSpPr/>
            <p:nvPr/>
          </p:nvSpPr>
          <p:spPr>
            <a:xfrm>
              <a:off x="3102100" y="1049525"/>
              <a:ext cx="30175" cy="96625"/>
            </a:xfrm>
            <a:custGeom>
              <a:avLst/>
              <a:gdLst/>
              <a:ahLst/>
              <a:cxnLst/>
              <a:rect l="l" t="t" r="r" b="b"/>
              <a:pathLst>
                <a:path w="1207" h="3865" extrusionOk="0">
                  <a:moveTo>
                    <a:pt x="21" y="0"/>
                  </a:moveTo>
                  <a:cubicBezTo>
                    <a:pt x="11" y="0"/>
                    <a:pt x="1" y="11"/>
                    <a:pt x="1" y="21"/>
                  </a:cubicBezTo>
                  <a:cubicBezTo>
                    <a:pt x="1" y="32"/>
                    <a:pt x="11" y="41"/>
                    <a:pt x="21" y="41"/>
                  </a:cubicBezTo>
                  <a:cubicBezTo>
                    <a:pt x="650" y="41"/>
                    <a:pt x="1165" y="886"/>
                    <a:pt x="1165" y="1927"/>
                  </a:cubicBezTo>
                  <a:cubicBezTo>
                    <a:pt x="1165" y="2968"/>
                    <a:pt x="650" y="3823"/>
                    <a:pt x="21" y="3823"/>
                  </a:cubicBezTo>
                  <a:cubicBezTo>
                    <a:pt x="11" y="3823"/>
                    <a:pt x="1" y="3823"/>
                    <a:pt x="1" y="3844"/>
                  </a:cubicBezTo>
                  <a:cubicBezTo>
                    <a:pt x="1" y="3854"/>
                    <a:pt x="11" y="3865"/>
                    <a:pt x="21" y="3865"/>
                  </a:cubicBezTo>
                  <a:cubicBezTo>
                    <a:pt x="681" y="3865"/>
                    <a:pt x="1207" y="2999"/>
                    <a:pt x="1207" y="1927"/>
                  </a:cubicBezTo>
                  <a:cubicBezTo>
                    <a:pt x="1207" y="866"/>
                    <a:pt x="681" y="0"/>
                    <a:pt x="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7" name="Google Shape;9799;p50">
              <a:extLst>
                <a:ext uri="{FF2B5EF4-FFF2-40B4-BE49-F238E27FC236}">
                  <a16:creationId xmlns:a16="http://schemas.microsoft.com/office/drawing/2014/main" id="{E280E515-1C6D-FECE-7EBB-6830A36F8AD0}"/>
                </a:ext>
              </a:extLst>
            </p:cNvPr>
            <p:cNvSpPr/>
            <p:nvPr/>
          </p:nvSpPr>
          <p:spPr>
            <a:xfrm>
              <a:off x="3127100" y="1049525"/>
              <a:ext cx="30425" cy="96625"/>
            </a:xfrm>
            <a:custGeom>
              <a:avLst/>
              <a:gdLst/>
              <a:ahLst/>
              <a:cxnLst/>
              <a:rect l="l" t="t" r="r" b="b"/>
              <a:pathLst>
                <a:path w="1217" h="3865" extrusionOk="0">
                  <a:moveTo>
                    <a:pt x="21" y="0"/>
                  </a:moveTo>
                  <a:cubicBezTo>
                    <a:pt x="10" y="0"/>
                    <a:pt x="1" y="11"/>
                    <a:pt x="1" y="21"/>
                  </a:cubicBezTo>
                  <a:cubicBezTo>
                    <a:pt x="1" y="32"/>
                    <a:pt x="10" y="41"/>
                    <a:pt x="21" y="41"/>
                  </a:cubicBezTo>
                  <a:cubicBezTo>
                    <a:pt x="660" y="41"/>
                    <a:pt x="1175" y="886"/>
                    <a:pt x="1175" y="1927"/>
                  </a:cubicBezTo>
                  <a:cubicBezTo>
                    <a:pt x="1175" y="2968"/>
                    <a:pt x="660" y="3823"/>
                    <a:pt x="21" y="3823"/>
                  </a:cubicBezTo>
                  <a:cubicBezTo>
                    <a:pt x="10" y="3823"/>
                    <a:pt x="1" y="3823"/>
                    <a:pt x="1" y="3844"/>
                  </a:cubicBezTo>
                  <a:cubicBezTo>
                    <a:pt x="1" y="3854"/>
                    <a:pt x="10" y="3865"/>
                    <a:pt x="21" y="3865"/>
                  </a:cubicBezTo>
                  <a:cubicBezTo>
                    <a:pt x="681" y="3865"/>
                    <a:pt x="1216" y="2999"/>
                    <a:pt x="1216" y="1927"/>
                  </a:cubicBezTo>
                  <a:cubicBezTo>
                    <a:pt x="1216" y="866"/>
                    <a:pt x="681" y="0"/>
                    <a:pt x="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8" name="Google Shape;9800;p50">
              <a:extLst>
                <a:ext uri="{FF2B5EF4-FFF2-40B4-BE49-F238E27FC236}">
                  <a16:creationId xmlns:a16="http://schemas.microsoft.com/office/drawing/2014/main" id="{3FBD76A8-FF45-144E-26FF-CE1011845B7F}"/>
                </a:ext>
              </a:extLst>
            </p:cNvPr>
            <p:cNvSpPr/>
            <p:nvPr/>
          </p:nvSpPr>
          <p:spPr>
            <a:xfrm>
              <a:off x="2836800" y="862500"/>
              <a:ext cx="158700" cy="357575"/>
            </a:xfrm>
            <a:custGeom>
              <a:avLst/>
              <a:gdLst/>
              <a:ahLst/>
              <a:cxnLst/>
              <a:rect l="l" t="t" r="r" b="b"/>
              <a:pathLst>
                <a:path w="6348" h="14303" extrusionOk="0">
                  <a:moveTo>
                    <a:pt x="1639" y="1"/>
                  </a:moveTo>
                  <a:cubicBezTo>
                    <a:pt x="732" y="1"/>
                    <a:pt x="0" y="733"/>
                    <a:pt x="0" y="1629"/>
                  </a:cubicBezTo>
                  <a:lnTo>
                    <a:pt x="0" y="14107"/>
                  </a:lnTo>
                  <a:cubicBezTo>
                    <a:pt x="0" y="14210"/>
                    <a:pt x="93" y="14302"/>
                    <a:pt x="206" y="14302"/>
                  </a:cubicBezTo>
                  <a:cubicBezTo>
                    <a:pt x="309" y="14302"/>
                    <a:pt x="402" y="14210"/>
                    <a:pt x="402" y="14107"/>
                  </a:cubicBezTo>
                  <a:lnTo>
                    <a:pt x="402" y="1629"/>
                  </a:lnTo>
                  <a:cubicBezTo>
                    <a:pt x="402" y="959"/>
                    <a:pt x="959" y="403"/>
                    <a:pt x="1639" y="403"/>
                  </a:cubicBezTo>
                  <a:cubicBezTo>
                    <a:pt x="2205" y="403"/>
                    <a:pt x="2700" y="795"/>
                    <a:pt x="2834" y="1340"/>
                  </a:cubicBezTo>
                  <a:lnTo>
                    <a:pt x="5925" y="14148"/>
                  </a:lnTo>
                  <a:cubicBezTo>
                    <a:pt x="5956" y="14240"/>
                    <a:pt x="6038" y="14302"/>
                    <a:pt x="6120" y="14302"/>
                  </a:cubicBezTo>
                  <a:lnTo>
                    <a:pt x="6172" y="14302"/>
                  </a:lnTo>
                  <a:cubicBezTo>
                    <a:pt x="6275" y="14272"/>
                    <a:pt x="6347" y="14169"/>
                    <a:pt x="6317" y="14055"/>
                  </a:cubicBezTo>
                  <a:lnTo>
                    <a:pt x="3225" y="1248"/>
                  </a:lnTo>
                  <a:cubicBezTo>
                    <a:pt x="3040" y="516"/>
                    <a:pt x="2390" y="1"/>
                    <a:pt x="16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9" name="Google Shape;9801;p50">
              <a:extLst>
                <a:ext uri="{FF2B5EF4-FFF2-40B4-BE49-F238E27FC236}">
                  <a16:creationId xmlns:a16="http://schemas.microsoft.com/office/drawing/2014/main" id="{61966F26-D0AB-46AD-7854-84A4F92EE4C9}"/>
                </a:ext>
              </a:extLst>
            </p:cNvPr>
            <p:cNvSpPr/>
            <p:nvPr/>
          </p:nvSpPr>
          <p:spPr>
            <a:xfrm>
              <a:off x="2922825" y="862500"/>
              <a:ext cx="158700" cy="357575"/>
            </a:xfrm>
            <a:custGeom>
              <a:avLst/>
              <a:gdLst/>
              <a:ahLst/>
              <a:cxnLst/>
              <a:rect l="l" t="t" r="r" b="b"/>
              <a:pathLst>
                <a:path w="6348" h="14303" extrusionOk="0">
                  <a:moveTo>
                    <a:pt x="1639" y="1"/>
                  </a:moveTo>
                  <a:cubicBezTo>
                    <a:pt x="732" y="1"/>
                    <a:pt x="0" y="733"/>
                    <a:pt x="0" y="1629"/>
                  </a:cubicBezTo>
                  <a:lnTo>
                    <a:pt x="0" y="14107"/>
                  </a:lnTo>
                  <a:cubicBezTo>
                    <a:pt x="0" y="14210"/>
                    <a:pt x="94" y="14302"/>
                    <a:pt x="206" y="14302"/>
                  </a:cubicBezTo>
                  <a:cubicBezTo>
                    <a:pt x="310" y="14302"/>
                    <a:pt x="403" y="14210"/>
                    <a:pt x="403" y="14107"/>
                  </a:cubicBezTo>
                  <a:lnTo>
                    <a:pt x="403" y="1629"/>
                  </a:lnTo>
                  <a:cubicBezTo>
                    <a:pt x="403" y="959"/>
                    <a:pt x="959" y="403"/>
                    <a:pt x="1639" y="403"/>
                  </a:cubicBezTo>
                  <a:cubicBezTo>
                    <a:pt x="2205" y="403"/>
                    <a:pt x="2700" y="795"/>
                    <a:pt x="2834" y="1340"/>
                  </a:cubicBezTo>
                  <a:lnTo>
                    <a:pt x="5925" y="14148"/>
                  </a:lnTo>
                  <a:cubicBezTo>
                    <a:pt x="5956" y="14240"/>
                    <a:pt x="6038" y="14302"/>
                    <a:pt x="6121" y="14302"/>
                  </a:cubicBezTo>
                  <a:lnTo>
                    <a:pt x="6173" y="14302"/>
                  </a:lnTo>
                  <a:cubicBezTo>
                    <a:pt x="6276" y="14272"/>
                    <a:pt x="6347" y="14169"/>
                    <a:pt x="6317" y="14055"/>
                  </a:cubicBezTo>
                  <a:lnTo>
                    <a:pt x="3226" y="1248"/>
                  </a:lnTo>
                  <a:cubicBezTo>
                    <a:pt x="3040" y="516"/>
                    <a:pt x="2391" y="1"/>
                    <a:pt x="16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0" name="Google Shape;9802;p50">
              <a:extLst>
                <a:ext uri="{FF2B5EF4-FFF2-40B4-BE49-F238E27FC236}">
                  <a16:creationId xmlns:a16="http://schemas.microsoft.com/office/drawing/2014/main" id="{5AE0A4A5-8AED-6C0E-7217-861C20091064}"/>
                </a:ext>
              </a:extLst>
            </p:cNvPr>
            <p:cNvSpPr/>
            <p:nvPr/>
          </p:nvSpPr>
          <p:spPr>
            <a:xfrm>
              <a:off x="2922825" y="862500"/>
              <a:ext cx="158700" cy="357575"/>
            </a:xfrm>
            <a:custGeom>
              <a:avLst/>
              <a:gdLst/>
              <a:ahLst/>
              <a:cxnLst/>
              <a:rect l="l" t="t" r="r" b="b"/>
              <a:pathLst>
                <a:path w="6348" h="14303" extrusionOk="0">
                  <a:moveTo>
                    <a:pt x="1639" y="1"/>
                  </a:moveTo>
                  <a:cubicBezTo>
                    <a:pt x="732" y="1"/>
                    <a:pt x="0" y="733"/>
                    <a:pt x="0" y="1629"/>
                  </a:cubicBezTo>
                  <a:lnTo>
                    <a:pt x="0" y="14107"/>
                  </a:lnTo>
                  <a:cubicBezTo>
                    <a:pt x="0" y="14210"/>
                    <a:pt x="94" y="14302"/>
                    <a:pt x="206" y="14302"/>
                  </a:cubicBezTo>
                  <a:cubicBezTo>
                    <a:pt x="310" y="14302"/>
                    <a:pt x="403" y="14210"/>
                    <a:pt x="403" y="14107"/>
                  </a:cubicBezTo>
                  <a:lnTo>
                    <a:pt x="403" y="1629"/>
                  </a:lnTo>
                  <a:cubicBezTo>
                    <a:pt x="403" y="959"/>
                    <a:pt x="959" y="403"/>
                    <a:pt x="1639" y="403"/>
                  </a:cubicBezTo>
                  <a:cubicBezTo>
                    <a:pt x="2205" y="403"/>
                    <a:pt x="2700" y="795"/>
                    <a:pt x="2834" y="1340"/>
                  </a:cubicBezTo>
                  <a:lnTo>
                    <a:pt x="5925" y="14148"/>
                  </a:lnTo>
                  <a:cubicBezTo>
                    <a:pt x="5956" y="14240"/>
                    <a:pt x="6038" y="14302"/>
                    <a:pt x="6121" y="14302"/>
                  </a:cubicBezTo>
                  <a:lnTo>
                    <a:pt x="6173" y="14302"/>
                  </a:lnTo>
                  <a:cubicBezTo>
                    <a:pt x="6276" y="14272"/>
                    <a:pt x="6347" y="14169"/>
                    <a:pt x="6317" y="14055"/>
                  </a:cubicBezTo>
                  <a:lnTo>
                    <a:pt x="3226" y="1248"/>
                  </a:lnTo>
                  <a:cubicBezTo>
                    <a:pt x="3040" y="516"/>
                    <a:pt x="2391" y="1"/>
                    <a:pt x="16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31" name="Google Shape;9803;p50">
              <a:extLst>
                <a:ext uri="{FF2B5EF4-FFF2-40B4-BE49-F238E27FC236}">
                  <a16:creationId xmlns:a16="http://schemas.microsoft.com/office/drawing/2014/main" id="{C22182F7-8F8E-1444-3569-826CEADE2CAB}"/>
                </a:ext>
              </a:extLst>
            </p:cNvPr>
            <p:cNvSpPr/>
            <p:nvPr/>
          </p:nvSpPr>
          <p:spPr>
            <a:xfrm>
              <a:off x="2908925" y="991825"/>
              <a:ext cx="148375" cy="11875"/>
            </a:xfrm>
            <a:custGeom>
              <a:avLst/>
              <a:gdLst/>
              <a:ahLst/>
              <a:cxnLst/>
              <a:rect l="l" t="t" r="r" b="b"/>
              <a:pathLst>
                <a:path w="5935" h="475" extrusionOk="0">
                  <a:moveTo>
                    <a:pt x="144" y="0"/>
                  </a:moveTo>
                  <a:cubicBezTo>
                    <a:pt x="62" y="0"/>
                    <a:pt x="0" y="103"/>
                    <a:pt x="0" y="238"/>
                  </a:cubicBezTo>
                  <a:cubicBezTo>
                    <a:pt x="0" y="371"/>
                    <a:pt x="62" y="474"/>
                    <a:pt x="144" y="474"/>
                  </a:cubicBezTo>
                  <a:lnTo>
                    <a:pt x="5791" y="474"/>
                  </a:lnTo>
                  <a:cubicBezTo>
                    <a:pt x="5873" y="474"/>
                    <a:pt x="5935" y="371"/>
                    <a:pt x="5935" y="238"/>
                  </a:cubicBezTo>
                  <a:cubicBezTo>
                    <a:pt x="5935" y="103"/>
                    <a:pt x="5873" y="0"/>
                    <a:pt x="57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2" name="Google Shape;9804;p50">
              <a:extLst>
                <a:ext uri="{FF2B5EF4-FFF2-40B4-BE49-F238E27FC236}">
                  <a16:creationId xmlns:a16="http://schemas.microsoft.com/office/drawing/2014/main" id="{3076A38F-6D2F-5F88-68A8-600669C8142A}"/>
                </a:ext>
              </a:extLst>
            </p:cNvPr>
            <p:cNvSpPr/>
            <p:nvPr/>
          </p:nvSpPr>
          <p:spPr>
            <a:xfrm>
              <a:off x="2908925" y="991825"/>
              <a:ext cx="82950" cy="11875"/>
            </a:xfrm>
            <a:custGeom>
              <a:avLst/>
              <a:gdLst/>
              <a:ahLst/>
              <a:cxnLst/>
              <a:rect l="l" t="t" r="r" b="b"/>
              <a:pathLst>
                <a:path w="3318" h="475" extrusionOk="0">
                  <a:moveTo>
                    <a:pt x="144" y="0"/>
                  </a:moveTo>
                  <a:cubicBezTo>
                    <a:pt x="62" y="0"/>
                    <a:pt x="0" y="103"/>
                    <a:pt x="0" y="238"/>
                  </a:cubicBezTo>
                  <a:cubicBezTo>
                    <a:pt x="0" y="371"/>
                    <a:pt x="62" y="474"/>
                    <a:pt x="144" y="474"/>
                  </a:cubicBezTo>
                  <a:lnTo>
                    <a:pt x="3318" y="474"/>
                  </a:lnTo>
                  <a:lnTo>
                    <a:pt x="331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3" name="Google Shape;9805;p50">
              <a:extLst>
                <a:ext uri="{FF2B5EF4-FFF2-40B4-BE49-F238E27FC236}">
                  <a16:creationId xmlns:a16="http://schemas.microsoft.com/office/drawing/2014/main" id="{DC54E70C-594E-B02E-793A-6A4EB2117300}"/>
                </a:ext>
              </a:extLst>
            </p:cNvPr>
            <p:cNvSpPr/>
            <p:nvPr/>
          </p:nvSpPr>
          <p:spPr>
            <a:xfrm>
              <a:off x="2878525" y="950100"/>
              <a:ext cx="68300" cy="95600"/>
            </a:xfrm>
            <a:custGeom>
              <a:avLst/>
              <a:gdLst/>
              <a:ahLst/>
              <a:cxnLst/>
              <a:rect l="l" t="t" r="r" b="b"/>
              <a:pathLst>
                <a:path w="2732" h="3824" extrusionOk="0">
                  <a:moveTo>
                    <a:pt x="0" y="0"/>
                  </a:moveTo>
                  <a:lnTo>
                    <a:pt x="0" y="3823"/>
                  </a:lnTo>
                  <a:lnTo>
                    <a:pt x="1587" y="3823"/>
                  </a:lnTo>
                  <a:lnTo>
                    <a:pt x="1587" y="3812"/>
                  </a:lnTo>
                  <a:cubicBezTo>
                    <a:pt x="2226" y="3792"/>
                    <a:pt x="2731" y="2947"/>
                    <a:pt x="2731" y="1907"/>
                  </a:cubicBezTo>
                  <a:cubicBezTo>
                    <a:pt x="2731" y="876"/>
                    <a:pt x="2226" y="31"/>
                    <a:pt x="158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6" name="Google Shape;9806;p50">
              <a:extLst>
                <a:ext uri="{FF2B5EF4-FFF2-40B4-BE49-F238E27FC236}">
                  <a16:creationId xmlns:a16="http://schemas.microsoft.com/office/drawing/2014/main" id="{129F1CB0-A82A-155F-2B2B-7FFEC656B7EF}"/>
                </a:ext>
              </a:extLst>
            </p:cNvPr>
            <p:cNvSpPr/>
            <p:nvPr/>
          </p:nvSpPr>
          <p:spPr>
            <a:xfrm>
              <a:off x="2848625" y="950100"/>
              <a:ext cx="58250" cy="95600"/>
            </a:xfrm>
            <a:custGeom>
              <a:avLst/>
              <a:gdLst/>
              <a:ahLst/>
              <a:cxnLst/>
              <a:rect l="l" t="t" r="r" b="b"/>
              <a:pathLst>
                <a:path w="2330" h="3824" extrusionOk="0">
                  <a:moveTo>
                    <a:pt x="1166" y="0"/>
                  </a:moveTo>
                  <a:cubicBezTo>
                    <a:pt x="516" y="0"/>
                    <a:pt x="1" y="856"/>
                    <a:pt x="1" y="1907"/>
                  </a:cubicBezTo>
                  <a:cubicBezTo>
                    <a:pt x="1" y="2967"/>
                    <a:pt x="516" y="3823"/>
                    <a:pt x="1166" y="3823"/>
                  </a:cubicBezTo>
                  <a:cubicBezTo>
                    <a:pt x="1805" y="3823"/>
                    <a:pt x="2330" y="2967"/>
                    <a:pt x="2330" y="1907"/>
                  </a:cubicBezTo>
                  <a:cubicBezTo>
                    <a:pt x="2330" y="856"/>
                    <a:pt x="1805" y="0"/>
                    <a:pt x="11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7" name="Google Shape;9807;p50">
              <a:extLst>
                <a:ext uri="{FF2B5EF4-FFF2-40B4-BE49-F238E27FC236}">
                  <a16:creationId xmlns:a16="http://schemas.microsoft.com/office/drawing/2014/main" id="{397D3FAB-D7F5-7EEF-0F8F-24EF78701142}"/>
                </a:ext>
              </a:extLst>
            </p:cNvPr>
            <p:cNvSpPr/>
            <p:nvPr/>
          </p:nvSpPr>
          <p:spPr>
            <a:xfrm>
              <a:off x="2899900" y="949575"/>
              <a:ext cx="30425" cy="96625"/>
            </a:xfrm>
            <a:custGeom>
              <a:avLst/>
              <a:gdLst/>
              <a:ahLst/>
              <a:cxnLst/>
              <a:rect l="l" t="t" r="r" b="b"/>
              <a:pathLst>
                <a:path w="1217" h="3865" extrusionOk="0">
                  <a:moveTo>
                    <a:pt x="21" y="0"/>
                  </a:moveTo>
                  <a:cubicBezTo>
                    <a:pt x="11" y="0"/>
                    <a:pt x="1" y="11"/>
                    <a:pt x="1" y="21"/>
                  </a:cubicBezTo>
                  <a:cubicBezTo>
                    <a:pt x="1" y="32"/>
                    <a:pt x="11" y="42"/>
                    <a:pt x="21" y="42"/>
                  </a:cubicBezTo>
                  <a:cubicBezTo>
                    <a:pt x="660" y="42"/>
                    <a:pt x="1175" y="887"/>
                    <a:pt x="1175" y="1928"/>
                  </a:cubicBezTo>
                  <a:cubicBezTo>
                    <a:pt x="1175" y="2968"/>
                    <a:pt x="660" y="3813"/>
                    <a:pt x="21" y="3813"/>
                  </a:cubicBezTo>
                  <a:cubicBezTo>
                    <a:pt x="11" y="3813"/>
                    <a:pt x="1" y="3823"/>
                    <a:pt x="1" y="3844"/>
                  </a:cubicBezTo>
                  <a:cubicBezTo>
                    <a:pt x="1" y="3854"/>
                    <a:pt x="11" y="3865"/>
                    <a:pt x="21" y="3865"/>
                  </a:cubicBezTo>
                  <a:cubicBezTo>
                    <a:pt x="681" y="3865"/>
                    <a:pt x="1217" y="2999"/>
                    <a:pt x="1217" y="1928"/>
                  </a:cubicBezTo>
                  <a:cubicBezTo>
                    <a:pt x="1217" y="866"/>
                    <a:pt x="681" y="0"/>
                    <a:pt x="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8" name="Google Shape;9808;p50">
              <a:extLst>
                <a:ext uri="{FF2B5EF4-FFF2-40B4-BE49-F238E27FC236}">
                  <a16:creationId xmlns:a16="http://schemas.microsoft.com/office/drawing/2014/main" id="{330091BF-07C2-BF06-61ED-0E055D9E0BC1}"/>
                </a:ext>
              </a:extLst>
            </p:cNvPr>
            <p:cNvSpPr/>
            <p:nvPr/>
          </p:nvSpPr>
          <p:spPr>
            <a:xfrm>
              <a:off x="2849675" y="991825"/>
              <a:ext cx="33500" cy="11875"/>
            </a:xfrm>
            <a:custGeom>
              <a:avLst/>
              <a:gdLst/>
              <a:ahLst/>
              <a:cxnLst/>
              <a:rect l="l" t="t" r="r" b="b"/>
              <a:pathLst>
                <a:path w="1340" h="475" extrusionOk="0">
                  <a:moveTo>
                    <a:pt x="144" y="0"/>
                  </a:moveTo>
                  <a:cubicBezTo>
                    <a:pt x="62" y="0"/>
                    <a:pt x="0" y="103"/>
                    <a:pt x="0" y="238"/>
                  </a:cubicBezTo>
                  <a:cubicBezTo>
                    <a:pt x="0" y="371"/>
                    <a:pt x="62" y="474"/>
                    <a:pt x="144" y="474"/>
                  </a:cubicBezTo>
                  <a:lnTo>
                    <a:pt x="1186" y="474"/>
                  </a:lnTo>
                  <a:cubicBezTo>
                    <a:pt x="1268" y="474"/>
                    <a:pt x="1340" y="371"/>
                    <a:pt x="1340" y="238"/>
                  </a:cubicBezTo>
                  <a:cubicBezTo>
                    <a:pt x="1340" y="103"/>
                    <a:pt x="1268" y="0"/>
                    <a:pt x="1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9" name="Google Shape;9809;p50">
              <a:extLst>
                <a:ext uri="{FF2B5EF4-FFF2-40B4-BE49-F238E27FC236}">
                  <a16:creationId xmlns:a16="http://schemas.microsoft.com/office/drawing/2014/main" id="{8AE56CAA-31EC-639C-3526-C0221044B551}"/>
                </a:ext>
              </a:extLst>
            </p:cNvPr>
            <p:cNvSpPr/>
            <p:nvPr/>
          </p:nvSpPr>
          <p:spPr>
            <a:xfrm>
              <a:off x="2849675" y="991825"/>
              <a:ext cx="7225" cy="11875"/>
            </a:xfrm>
            <a:custGeom>
              <a:avLst/>
              <a:gdLst/>
              <a:ahLst/>
              <a:cxnLst/>
              <a:rect l="l" t="t" r="r" b="b"/>
              <a:pathLst>
                <a:path w="289" h="475" extrusionOk="0">
                  <a:moveTo>
                    <a:pt x="144" y="0"/>
                  </a:moveTo>
                  <a:cubicBezTo>
                    <a:pt x="62" y="0"/>
                    <a:pt x="0" y="103"/>
                    <a:pt x="0" y="238"/>
                  </a:cubicBezTo>
                  <a:cubicBezTo>
                    <a:pt x="0" y="371"/>
                    <a:pt x="62" y="474"/>
                    <a:pt x="144" y="474"/>
                  </a:cubicBezTo>
                  <a:cubicBezTo>
                    <a:pt x="227" y="474"/>
                    <a:pt x="289" y="371"/>
                    <a:pt x="289" y="238"/>
                  </a:cubicBezTo>
                  <a:cubicBezTo>
                    <a:pt x="289" y="103"/>
                    <a:pt x="227" y="0"/>
                    <a:pt x="1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0" name="Google Shape;9810;p50">
              <a:extLst>
                <a:ext uri="{FF2B5EF4-FFF2-40B4-BE49-F238E27FC236}">
                  <a16:creationId xmlns:a16="http://schemas.microsoft.com/office/drawing/2014/main" id="{F183D0CA-E5FD-87EC-B2D3-F5AFEFBCE30B}"/>
                </a:ext>
              </a:extLst>
            </p:cNvPr>
            <p:cNvSpPr/>
            <p:nvPr/>
          </p:nvSpPr>
          <p:spPr>
            <a:xfrm>
              <a:off x="2906325" y="902450"/>
              <a:ext cx="107450" cy="8500"/>
            </a:xfrm>
            <a:custGeom>
              <a:avLst/>
              <a:gdLst/>
              <a:ahLst/>
              <a:cxnLst/>
              <a:rect l="l" t="t" r="r" b="b"/>
              <a:pathLst>
                <a:path w="4298" h="340" extrusionOk="0">
                  <a:moveTo>
                    <a:pt x="104" y="0"/>
                  </a:moveTo>
                  <a:cubicBezTo>
                    <a:pt x="53" y="0"/>
                    <a:pt x="1" y="72"/>
                    <a:pt x="1" y="165"/>
                  </a:cubicBezTo>
                  <a:cubicBezTo>
                    <a:pt x="1" y="268"/>
                    <a:pt x="53" y="340"/>
                    <a:pt x="104" y="340"/>
                  </a:cubicBezTo>
                  <a:lnTo>
                    <a:pt x="4195" y="340"/>
                  </a:lnTo>
                  <a:cubicBezTo>
                    <a:pt x="4246" y="340"/>
                    <a:pt x="4298" y="268"/>
                    <a:pt x="4298" y="165"/>
                  </a:cubicBezTo>
                  <a:cubicBezTo>
                    <a:pt x="4298" y="72"/>
                    <a:pt x="4246" y="0"/>
                    <a:pt x="4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1" name="Google Shape;9811;p50">
              <a:extLst>
                <a:ext uri="{FF2B5EF4-FFF2-40B4-BE49-F238E27FC236}">
                  <a16:creationId xmlns:a16="http://schemas.microsoft.com/office/drawing/2014/main" id="{01AA16C0-7060-E5ED-139A-BC68DB341F1C}"/>
                </a:ext>
              </a:extLst>
            </p:cNvPr>
            <p:cNvSpPr/>
            <p:nvPr/>
          </p:nvSpPr>
          <p:spPr>
            <a:xfrm>
              <a:off x="2906325" y="902450"/>
              <a:ext cx="60075" cy="8500"/>
            </a:xfrm>
            <a:custGeom>
              <a:avLst/>
              <a:gdLst/>
              <a:ahLst/>
              <a:cxnLst/>
              <a:rect l="l" t="t" r="r" b="b"/>
              <a:pathLst>
                <a:path w="2403" h="340" extrusionOk="0">
                  <a:moveTo>
                    <a:pt x="104" y="0"/>
                  </a:moveTo>
                  <a:cubicBezTo>
                    <a:pt x="53" y="0"/>
                    <a:pt x="1" y="72"/>
                    <a:pt x="1" y="165"/>
                  </a:cubicBezTo>
                  <a:cubicBezTo>
                    <a:pt x="1" y="268"/>
                    <a:pt x="53" y="340"/>
                    <a:pt x="104" y="340"/>
                  </a:cubicBezTo>
                  <a:lnTo>
                    <a:pt x="2402" y="340"/>
                  </a:lnTo>
                  <a:lnTo>
                    <a:pt x="240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2" name="Google Shape;9812;p50">
              <a:extLst>
                <a:ext uri="{FF2B5EF4-FFF2-40B4-BE49-F238E27FC236}">
                  <a16:creationId xmlns:a16="http://schemas.microsoft.com/office/drawing/2014/main" id="{C348130B-EE4F-3B23-048F-71C6F7039896}"/>
                </a:ext>
              </a:extLst>
            </p:cNvPr>
            <p:cNvSpPr/>
            <p:nvPr/>
          </p:nvSpPr>
          <p:spPr>
            <a:xfrm>
              <a:off x="2884175" y="872050"/>
              <a:ext cx="49500" cy="69050"/>
            </a:xfrm>
            <a:custGeom>
              <a:avLst/>
              <a:gdLst/>
              <a:ahLst/>
              <a:cxnLst/>
              <a:rect l="l" t="t" r="r" b="b"/>
              <a:pathLst>
                <a:path w="1980" h="2762" extrusionOk="0">
                  <a:moveTo>
                    <a:pt x="1" y="0"/>
                  </a:moveTo>
                  <a:lnTo>
                    <a:pt x="1" y="2762"/>
                  </a:lnTo>
                  <a:lnTo>
                    <a:pt x="1155" y="2762"/>
                  </a:lnTo>
                  <a:cubicBezTo>
                    <a:pt x="1619" y="2751"/>
                    <a:pt x="1979" y="2133"/>
                    <a:pt x="1979" y="1381"/>
                  </a:cubicBezTo>
                  <a:cubicBezTo>
                    <a:pt x="1979" y="629"/>
                    <a:pt x="1619" y="21"/>
                    <a:pt x="11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3" name="Google Shape;9813;p50">
              <a:extLst>
                <a:ext uri="{FF2B5EF4-FFF2-40B4-BE49-F238E27FC236}">
                  <a16:creationId xmlns:a16="http://schemas.microsoft.com/office/drawing/2014/main" id="{CAD10076-239E-5C4F-6F69-519BE7334CBA}"/>
                </a:ext>
              </a:extLst>
            </p:cNvPr>
            <p:cNvSpPr/>
            <p:nvPr/>
          </p:nvSpPr>
          <p:spPr>
            <a:xfrm>
              <a:off x="2862550" y="872050"/>
              <a:ext cx="42275" cy="69050"/>
            </a:xfrm>
            <a:custGeom>
              <a:avLst/>
              <a:gdLst/>
              <a:ahLst/>
              <a:cxnLst/>
              <a:rect l="l" t="t" r="r" b="b"/>
              <a:pathLst>
                <a:path w="1691" h="2762" extrusionOk="0">
                  <a:moveTo>
                    <a:pt x="845" y="0"/>
                  </a:moveTo>
                  <a:cubicBezTo>
                    <a:pt x="382" y="0"/>
                    <a:pt x="0" y="619"/>
                    <a:pt x="0" y="1381"/>
                  </a:cubicBezTo>
                  <a:cubicBezTo>
                    <a:pt x="0" y="2144"/>
                    <a:pt x="382" y="2762"/>
                    <a:pt x="845" y="2762"/>
                  </a:cubicBezTo>
                  <a:cubicBezTo>
                    <a:pt x="1319" y="2762"/>
                    <a:pt x="1690" y="2144"/>
                    <a:pt x="1690" y="1381"/>
                  </a:cubicBezTo>
                  <a:cubicBezTo>
                    <a:pt x="1690" y="619"/>
                    <a:pt x="1319" y="0"/>
                    <a:pt x="8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4" name="Google Shape;9814;p50">
              <a:extLst>
                <a:ext uri="{FF2B5EF4-FFF2-40B4-BE49-F238E27FC236}">
                  <a16:creationId xmlns:a16="http://schemas.microsoft.com/office/drawing/2014/main" id="{C4FB65A2-A49A-62AB-C73C-A526D2D811A5}"/>
                </a:ext>
              </a:extLst>
            </p:cNvPr>
            <p:cNvSpPr/>
            <p:nvPr/>
          </p:nvSpPr>
          <p:spPr>
            <a:xfrm>
              <a:off x="2899650" y="871525"/>
              <a:ext cx="22175" cy="70100"/>
            </a:xfrm>
            <a:custGeom>
              <a:avLst/>
              <a:gdLst/>
              <a:ahLst/>
              <a:cxnLst/>
              <a:rect l="l" t="t" r="r" b="b"/>
              <a:pathLst>
                <a:path w="887" h="2804" extrusionOk="0">
                  <a:moveTo>
                    <a:pt x="21" y="1"/>
                  </a:moveTo>
                  <a:cubicBezTo>
                    <a:pt x="11" y="1"/>
                    <a:pt x="0" y="11"/>
                    <a:pt x="0" y="21"/>
                  </a:cubicBezTo>
                  <a:cubicBezTo>
                    <a:pt x="0" y="31"/>
                    <a:pt x="11" y="42"/>
                    <a:pt x="21" y="42"/>
                  </a:cubicBezTo>
                  <a:cubicBezTo>
                    <a:pt x="474" y="42"/>
                    <a:pt x="845" y="660"/>
                    <a:pt x="845" y="1402"/>
                  </a:cubicBezTo>
                  <a:cubicBezTo>
                    <a:pt x="845" y="2154"/>
                    <a:pt x="474" y="2762"/>
                    <a:pt x="21" y="2762"/>
                  </a:cubicBezTo>
                  <a:cubicBezTo>
                    <a:pt x="11" y="2762"/>
                    <a:pt x="0" y="2772"/>
                    <a:pt x="0" y="2783"/>
                  </a:cubicBezTo>
                  <a:cubicBezTo>
                    <a:pt x="0" y="2803"/>
                    <a:pt x="11" y="2803"/>
                    <a:pt x="21" y="2803"/>
                  </a:cubicBezTo>
                  <a:cubicBezTo>
                    <a:pt x="505" y="2803"/>
                    <a:pt x="886" y="2174"/>
                    <a:pt x="886" y="1402"/>
                  </a:cubicBezTo>
                  <a:cubicBezTo>
                    <a:pt x="886" y="629"/>
                    <a:pt x="505" y="1"/>
                    <a:pt x="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5" name="Google Shape;9815;p50">
              <a:extLst>
                <a:ext uri="{FF2B5EF4-FFF2-40B4-BE49-F238E27FC236}">
                  <a16:creationId xmlns:a16="http://schemas.microsoft.com/office/drawing/2014/main" id="{11CE10DC-88D9-C373-BAD8-A6F53621EA4A}"/>
                </a:ext>
              </a:extLst>
            </p:cNvPr>
            <p:cNvSpPr/>
            <p:nvPr/>
          </p:nvSpPr>
          <p:spPr>
            <a:xfrm>
              <a:off x="2863325" y="902450"/>
              <a:ext cx="24250" cy="8500"/>
            </a:xfrm>
            <a:custGeom>
              <a:avLst/>
              <a:gdLst/>
              <a:ahLst/>
              <a:cxnLst/>
              <a:rect l="l" t="t" r="r" b="b"/>
              <a:pathLst>
                <a:path w="970" h="340" extrusionOk="0">
                  <a:moveTo>
                    <a:pt x="114" y="0"/>
                  </a:moveTo>
                  <a:cubicBezTo>
                    <a:pt x="52" y="0"/>
                    <a:pt x="1" y="72"/>
                    <a:pt x="1" y="165"/>
                  </a:cubicBezTo>
                  <a:cubicBezTo>
                    <a:pt x="1" y="268"/>
                    <a:pt x="52" y="340"/>
                    <a:pt x="114" y="340"/>
                  </a:cubicBezTo>
                  <a:lnTo>
                    <a:pt x="866" y="340"/>
                  </a:lnTo>
                  <a:cubicBezTo>
                    <a:pt x="928" y="340"/>
                    <a:pt x="969" y="268"/>
                    <a:pt x="969" y="165"/>
                  </a:cubicBezTo>
                  <a:cubicBezTo>
                    <a:pt x="969" y="72"/>
                    <a:pt x="928" y="0"/>
                    <a:pt x="8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6" name="Google Shape;9816;p50">
              <a:extLst>
                <a:ext uri="{FF2B5EF4-FFF2-40B4-BE49-F238E27FC236}">
                  <a16:creationId xmlns:a16="http://schemas.microsoft.com/office/drawing/2014/main" id="{79731BEC-BF35-364B-C011-2F0612441957}"/>
                </a:ext>
              </a:extLst>
            </p:cNvPr>
            <p:cNvSpPr/>
            <p:nvPr/>
          </p:nvSpPr>
          <p:spPr>
            <a:xfrm>
              <a:off x="2863325" y="902450"/>
              <a:ext cx="5425" cy="8500"/>
            </a:xfrm>
            <a:custGeom>
              <a:avLst/>
              <a:gdLst/>
              <a:ahLst/>
              <a:cxnLst/>
              <a:rect l="l" t="t" r="r" b="b"/>
              <a:pathLst>
                <a:path w="217" h="340" extrusionOk="0">
                  <a:moveTo>
                    <a:pt x="114" y="0"/>
                  </a:moveTo>
                  <a:cubicBezTo>
                    <a:pt x="52" y="0"/>
                    <a:pt x="1" y="72"/>
                    <a:pt x="1" y="165"/>
                  </a:cubicBezTo>
                  <a:cubicBezTo>
                    <a:pt x="1" y="268"/>
                    <a:pt x="52" y="340"/>
                    <a:pt x="114" y="340"/>
                  </a:cubicBezTo>
                  <a:cubicBezTo>
                    <a:pt x="166" y="340"/>
                    <a:pt x="217" y="268"/>
                    <a:pt x="217" y="165"/>
                  </a:cubicBezTo>
                  <a:cubicBezTo>
                    <a:pt x="217" y="72"/>
                    <a:pt x="166" y="0"/>
                    <a:pt x="1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7" name="Google Shape;9817;p50">
              <a:extLst>
                <a:ext uri="{FF2B5EF4-FFF2-40B4-BE49-F238E27FC236}">
                  <a16:creationId xmlns:a16="http://schemas.microsoft.com/office/drawing/2014/main" id="{CA31D6D0-3C00-F737-A1E8-C6E1B9F78899}"/>
                </a:ext>
              </a:extLst>
            </p:cNvPr>
            <p:cNvSpPr/>
            <p:nvPr/>
          </p:nvSpPr>
          <p:spPr>
            <a:xfrm>
              <a:off x="2931575" y="1091775"/>
              <a:ext cx="148400" cy="12125"/>
            </a:xfrm>
            <a:custGeom>
              <a:avLst/>
              <a:gdLst/>
              <a:ahLst/>
              <a:cxnLst/>
              <a:rect l="l" t="t" r="r" b="b"/>
              <a:pathLst>
                <a:path w="5936" h="485" extrusionOk="0">
                  <a:moveTo>
                    <a:pt x="145" y="0"/>
                  </a:moveTo>
                  <a:cubicBezTo>
                    <a:pt x="63" y="0"/>
                    <a:pt x="1" y="114"/>
                    <a:pt x="1" y="237"/>
                  </a:cubicBezTo>
                  <a:cubicBezTo>
                    <a:pt x="1" y="371"/>
                    <a:pt x="63" y="485"/>
                    <a:pt x="145" y="485"/>
                  </a:cubicBezTo>
                  <a:lnTo>
                    <a:pt x="5791" y="485"/>
                  </a:lnTo>
                  <a:cubicBezTo>
                    <a:pt x="5874" y="485"/>
                    <a:pt x="5936" y="371"/>
                    <a:pt x="5936" y="237"/>
                  </a:cubicBezTo>
                  <a:cubicBezTo>
                    <a:pt x="5936" y="114"/>
                    <a:pt x="5874" y="0"/>
                    <a:pt x="57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8" name="Google Shape;9818;p50">
              <a:extLst>
                <a:ext uri="{FF2B5EF4-FFF2-40B4-BE49-F238E27FC236}">
                  <a16:creationId xmlns:a16="http://schemas.microsoft.com/office/drawing/2014/main" id="{28754BB4-3220-4BB3-2BCA-C911535F0DBE}"/>
                </a:ext>
              </a:extLst>
            </p:cNvPr>
            <p:cNvSpPr/>
            <p:nvPr/>
          </p:nvSpPr>
          <p:spPr>
            <a:xfrm>
              <a:off x="2931575" y="1091775"/>
              <a:ext cx="82975" cy="12125"/>
            </a:xfrm>
            <a:custGeom>
              <a:avLst/>
              <a:gdLst/>
              <a:ahLst/>
              <a:cxnLst/>
              <a:rect l="l" t="t" r="r" b="b"/>
              <a:pathLst>
                <a:path w="3319" h="485" extrusionOk="0">
                  <a:moveTo>
                    <a:pt x="145" y="0"/>
                  </a:moveTo>
                  <a:cubicBezTo>
                    <a:pt x="63" y="0"/>
                    <a:pt x="1" y="114"/>
                    <a:pt x="1" y="237"/>
                  </a:cubicBezTo>
                  <a:cubicBezTo>
                    <a:pt x="1" y="371"/>
                    <a:pt x="63" y="485"/>
                    <a:pt x="145" y="485"/>
                  </a:cubicBezTo>
                  <a:lnTo>
                    <a:pt x="3319" y="485"/>
                  </a:lnTo>
                  <a:lnTo>
                    <a:pt x="33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9" name="Google Shape;9819;p50">
              <a:extLst>
                <a:ext uri="{FF2B5EF4-FFF2-40B4-BE49-F238E27FC236}">
                  <a16:creationId xmlns:a16="http://schemas.microsoft.com/office/drawing/2014/main" id="{0385548F-2C63-0C00-5C32-1F9F1F0DBFE8}"/>
                </a:ext>
              </a:extLst>
            </p:cNvPr>
            <p:cNvSpPr/>
            <p:nvPr/>
          </p:nvSpPr>
          <p:spPr>
            <a:xfrm>
              <a:off x="2875950" y="1050025"/>
              <a:ext cx="93525" cy="95600"/>
            </a:xfrm>
            <a:custGeom>
              <a:avLst/>
              <a:gdLst/>
              <a:ahLst/>
              <a:cxnLst/>
              <a:rect l="l" t="t" r="r" b="b"/>
              <a:pathLst>
                <a:path w="3741" h="3824" extrusionOk="0">
                  <a:moveTo>
                    <a:pt x="0" y="1"/>
                  </a:moveTo>
                  <a:lnTo>
                    <a:pt x="0" y="3824"/>
                  </a:lnTo>
                  <a:lnTo>
                    <a:pt x="2597" y="3824"/>
                  </a:lnTo>
                  <a:lnTo>
                    <a:pt x="2597" y="3813"/>
                  </a:lnTo>
                  <a:cubicBezTo>
                    <a:pt x="3235" y="3793"/>
                    <a:pt x="3741" y="2948"/>
                    <a:pt x="3741" y="1907"/>
                  </a:cubicBezTo>
                  <a:cubicBezTo>
                    <a:pt x="3741" y="877"/>
                    <a:pt x="3235" y="32"/>
                    <a:pt x="259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0" name="Google Shape;9820;p50">
              <a:extLst>
                <a:ext uri="{FF2B5EF4-FFF2-40B4-BE49-F238E27FC236}">
                  <a16:creationId xmlns:a16="http://schemas.microsoft.com/office/drawing/2014/main" id="{5D1BE1E1-3AF2-64F5-0185-59B9DFE54891}"/>
                </a:ext>
              </a:extLst>
            </p:cNvPr>
            <p:cNvSpPr/>
            <p:nvPr/>
          </p:nvSpPr>
          <p:spPr>
            <a:xfrm>
              <a:off x="2846050" y="1050025"/>
              <a:ext cx="58525" cy="95600"/>
            </a:xfrm>
            <a:custGeom>
              <a:avLst/>
              <a:gdLst/>
              <a:ahLst/>
              <a:cxnLst/>
              <a:rect l="l" t="t" r="r" b="b"/>
              <a:pathLst>
                <a:path w="2341" h="3824" extrusionOk="0">
                  <a:moveTo>
                    <a:pt x="1166" y="1"/>
                  </a:moveTo>
                  <a:cubicBezTo>
                    <a:pt x="527" y="1"/>
                    <a:pt x="1" y="856"/>
                    <a:pt x="1" y="1907"/>
                  </a:cubicBezTo>
                  <a:cubicBezTo>
                    <a:pt x="1" y="2968"/>
                    <a:pt x="527" y="3824"/>
                    <a:pt x="1166" y="3824"/>
                  </a:cubicBezTo>
                  <a:cubicBezTo>
                    <a:pt x="1814" y="3824"/>
                    <a:pt x="2340" y="2968"/>
                    <a:pt x="2340" y="1907"/>
                  </a:cubicBezTo>
                  <a:cubicBezTo>
                    <a:pt x="2340" y="856"/>
                    <a:pt x="1814" y="1"/>
                    <a:pt x="11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1" name="Google Shape;9821;p50">
              <a:extLst>
                <a:ext uri="{FF2B5EF4-FFF2-40B4-BE49-F238E27FC236}">
                  <a16:creationId xmlns:a16="http://schemas.microsoft.com/office/drawing/2014/main" id="{EB03FB9C-5EF3-54A1-430E-99EE980240E5}"/>
                </a:ext>
              </a:extLst>
            </p:cNvPr>
            <p:cNvSpPr/>
            <p:nvPr/>
          </p:nvSpPr>
          <p:spPr>
            <a:xfrm>
              <a:off x="2923100" y="1049525"/>
              <a:ext cx="29900" cy="96625"/>
            </a:xfrm>
            <a:custGeom>
              <a:avLst/>
              <a:gdLst/>
              <a:ahLst/>
              <a:cxnLst/>
              <a:rect l="l" t="t" r="r" b="b"/>
              <a:pathLst>
                <a:path w="1196" h="3865" extrusionOk="0">
                  <a:moveTo>
                    <a:pt x="0" y="0"/>
                  </a:moveTo>
                  <a:lnTo>
                    <a:pt x="0" y="41"/>
                  </a:lnTo>
                  <a:cubicBezTo>
                    <a:pt x="639" y="41"/>
                    <a:pt x="1154" y="886"/>
                    <a:pt x="1154" y="1927"/>
                  </a:cubicBezTo>
                  <a:cubicBezTo>
                    <a:pt x="1154" y="2968"/>
                    <a:pt x="639" y="3823"/>
                    <a:pt x="0" y="3823"/>
                  </a:cubicBezTo>
                  <a:lnTo>
                    <a:pt x="0" y="3865"/>
                  </a:lnTo>
                  <a:cubicBezTo>
                    <a:pt x="660" y="3865"/>
                    <a:pt x="1195" y="2999"/>
                    <a:pt x="1195" y="1927"/>
                  </a:cubicBezTo>
                  <a:cubicBezTo>
                    <a:pt x="1195" y="866"/>
                    <a:pt x="66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2" name="Google Shape;9822;p50">
              <a:extLst>
                <a:ext uri="{FF2B5EF4-FFF2-40B4-BE49-F238E27FC236}">
                  <a16:creationId xmlns:a16="http://schemas.microsoft.com/office/drawing/2014/main" id="{5941FA31-8766-58C8-BB0E-D55CF7ED595E}"/>
                </a:ext>
              </a:extLst>
            </p:cNvPr>
            <p:cNvSpPr/>
            <p:nvPr/>
          </p:nvSpPr>
          <p:spPr>
            <a:xfrm>
              <a:off x="2898100" y="1049525"/>
              <a:ext cx="29650" cy="96625"/>
            </a:xfrm>
            <a:custGeom>
              <a:avLst/>
              <a:gdLst/>
              <a:ahLst/>
              <a:cxnLst/>
              <a:rect l="l" t="t" r="r" b="b"/>
              <a:pathLst>
                <a:path w="1186" h="3865" extrusionOk="0">
                  <a:moveTo>
                    <a:pt x="0" y="0"/>
                  </a:moveTo>
                  <a:lnTo>
                    <a:pt x="0" y="41"/>
                  </a:lnTo>
                  <a:cubicBezTo>
                    <a:pt x="629" y="41"/>
                    <a:pt x="1144" y="886"/>
                    <a:pt x="1144" y="1927"/>
                  </a:cubicBezTo>
                  <a:cubicBezTo>
                    <a:pt x="1144" y="2968"/>
                    <a:pt x="629" y="3823"/>
                    <a:pt x="0" y="3823"/>
                  </a:cubicBezTo>
                  <a:lnTo>
                    <a:pt x="0" y="3865"/>
                  </a:lnTo>
                  <a:cubicBezTo>
                    <a:pt x="660" y="3865"/>
                    <a:pt x="1186" y="2999"/>
                    <a:pt x="1186" y="1927"/>
                  </a:cubicBezTo>
                  <a:cubicBezTo>
                    <a:pt x="1186" y="866"/>
                    <a:pt x="660"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3" name="Google Shape;9823;p50">
              <a:extLst>
                <a:ext uri="{FF2B5EF4-FFF2-40B4-BE49-F238E27FC236}">
                  <a16:creationId xmlns:a16="http://schemas.microsoft.com/office/drawing/2014/main" id="{4A21A484-4227-50A2-F336-938079285D1E}"/>
                </a:ext>
              </a:extLst>
            </p:cNvPr>
            <p:cNvSpPr/>
            <p:nvPr/>
          </p:nvSpPr>
          <p:spPr>
            <a:xfrm>
              <a:off x="2847350" y="1091775"/>
              <a:ext cx="33250" cy="12125"/>
            </a:xfrm>
            <a:custGeom>
              <a:avLst/>
              <a:gdLst/>
              <a:ahLst/>
              <a:cxnLst/>
              <a:rect l="l" t="t" r="r" b="b"/>
              <a:pathLst>
                <a:path w="1330" h="485" extrusionOk="0">
                  <a:moveTo>
                    <a:pt x="145" y="0"/>
                  </a:moveTo>
                  <a:cubicBezTo>
                    <a:pt x="63" y="0"/>
                    <a:pt x="1" y="114"/>
                    <a:pt x="1" y="237"/>
                  </a:cubicBezTo>
                  <a:cubicBezTo>
                    <a:pt x="1" y="371"/>
                    <a:pt x="63" y="485"/>
                    <a:pt x="145" y="485"/>
                  </a:cubicBezTo>
                  <a:lnTo>
                    <a:pt x="1185" y="485"/>
                  </a:lnTo>
                  <a:cubicBezTo>
                    <a:pt x="1268" y="485"/>
                    <a:pt x="1330" y="371"/>
                    <a:pt x="1330" y="237"/>
                  </a:cubicBezTo>
                  <a:cubicBezTo>
                    <a:pt x="1330" y="114"/>
                    <a:pt x="1268" y="0"/>
                    <a:pt x="11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4" name="Google Shape;9824;p50">
              <a:extLst>
                <a:ext uri="{FF2B5EF4-FFF2-40B4-BE49-F238E27FC236}">
                  <a16:creationId xmlns:a16="http://schemas.microsoft.com/office/drawing/2014/main" id="{BF55FC1E-5A82-83BE-9DAF-8D451F1EDE9C}"/>
                </a:ext>
              </a:extLst>
            </p:cNvPr>
            <p:cNvSpPr/>
            <p:nvPr/>
          </p:nvSpPr>
          <p:spPr>
            <a:xfrm>
              <a:off x="2847350" y="1091775"/>
              <a:ext cx="7250" cy="12125"/>
            </a:xfrm>
            <a:custGeom>
              <a:avLst/>
              <a:gdLst/>
              <a:ahLst/>
              <a:cxnLst/>
              <a:rect l="l" t="t" r="r" b="b"/>
              <a:pathLst>
                <a:path w="290" h="485" extrusionOk="0">
                  <a:moveTo>
                    <a:pt x="145" y="0"/>
                  </a:moveTo>
                  <a:cubicBezTo>
                    <a:pt x="63" y="0"/>
                    <a:pt x="1" y="114"/>
                    <a:pt x="1" y="237"/>
                  </a:cubicBezTo>
                  <a:cubicBezTo>
                    <a:pt x="1" y="371"/>
                    <a:pt x="63" y="485"/>
                    <a:pt x="145" y="485"/>
                  </a:cubicBezTo>
                  <a:cubicBezTo>
                    <a:pt x="228" y="485"/>
                    <a:pt x="289" y="371"/>
                    <a:pt x="289" y="237"/>
                  </a:cubicBezTo>
                  <a:cubicBezTo>
                    <a:pt x="289" y="114"/>
                    <a:pt x="228" y="0"/>
                    <a:pt x="1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5" name="Google Shape;9825;p50">
              <a:extLst>
                <a:ext uri="{FF2B5EF4-FFF2-40B4-BE49-F238E27FC236}">
                  <a16:creationId xmlns:a16="http://schemas.microsoft.com/office/drawing/2014/main" id="{6B8623D1-D99F-74D1-9867-AB7FF708F046}"/>
                </a:ext>
              </a:extLst>
            </p:cNvPr>
            <p:cNvSpPr/>
            <p:nvPr/>
          </p:nvSpPr>
          <p:spPr>
            <a:xfrm>
              <a:off x="3020700" y="993875"/>
              <a:ext cx="14450" cy="15475"/>
            </a:xfrm>
            <a:custGeom>
              <a:avLst/>
              <a:gdLst/>
              <a:ahLst/>
              <a:cxnLst/>
              <a:rect l="l" t="t" r="r" b="b"/>
              <a:pathLst>
                <a:path w="578" h="619" extrusionOk="0">
                  <a:moveTo>
                    <a:pt x="392" y="1"/>
                  </a:moveTo>
                  <a:cubicBezTo>
                    <a:pt x="321" y="1"/>
                    <a:pt x="248" y="62"/>
                    <a:pt x="227" y="135"/>
                  </a:cubicBezTo>
                  <a:cubicBezTo>
                    <a:pt x="207" y="248"/>
                    <a:pt x="156" y="392"/>
                    <a:pt x="1" y="392"/>
                  </a:cubicBezTo>
                  <a:lnTo>
                    <a:pt x="289" y="619"/>
                  </a:lnTo>
                  <a:cubicBezTo>
                    <a:pt x="485" y="485"/>
                    <a:pt x="547" y="320"/>
                    <a:pt x="568" y="197"/>
                  </a:cubicBezTo>
                  <a:cubicBezTo>
                    <a:pt x="578" y="94"/>
                    <a:pt x="495" y="1"/>
                    <a:pt x="3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6" name="Google Shape;9826;p50">
              <a:extLst>
                <a:ext uri="{FF2B5EF4-FFF2-40B4-BE49-F238E27FC236}">
                  <a16:creationId xmlns:a16="http://schemas.microsoft.com/office/drawing/2014/main" id="{99F65A76-3E47-E74C-3D79-C9A33FD3EA62}"/>
                </a:ext>
              </a:extLst>
            </p:cNvPr>
            <p:cNvSpPr/>
            <p:nvPr/>
          </p:nvSpPr>
          <p:spPr>
            <a:xfrm>
              <a:off x="3020700" y="993875"/>
              <a:ext cx="14450" cy="15475"/>
            </a:xfrm>
            <a:custGeom>
              <a:avLst/>
              <a:gdLst/>
              <a:ahLst/>
              <a:cxnLst/>
              <a:rect l="l" t="t" r="r" b="b"/>
              <a:pathLst>
                <a:path w="578" h="619" extrusionOk="0">
                  <a:moveTo>
                    <a:pt x="392" y="1"/>
                  </a:moveTo>
                  <a:cubicBezTo>
                    <a:pt x="321" y="1"/>
                    <a:pt x="248" y="62"/>
                    <a:pt x="227" y="135"/>
                  </a:cubicBezTo>
                  <a:cubicBezTo>
                    <a:pt x="207" y="248"/>
                    <a:pt x="156" y="392"/>
                    <a:pt x="1" y="392"/>
                  </a:cubicBezTo>
                  <a:lnTo>
                    <a:pt x="289" y="619"/>
                  </a:lnTo>
                  <a:cubicBezTo>
                    <a:pt x="485" y="485"/>
                    <a:pt x="547" y="320"/>
                    <a:pt x="568" y="197"/>
                  </a:cubicBezTo>
                  <a:cubicBezTo>
                    <a:pt x="578" y="94"/>
                    <a:pt x="495" y="1"/>
                    <a:pt x="39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7" name="Google Shape;9827;p50">
              <a:extLst>
                <a:ext uri="{FF2B5EF4-FFF2-40B4-BE49-F238E27FC236}">
                  <a16:creationId xmlns:a16="http://schemas.microsoft.com/office/drawing/2014/main" id="{0E76A6CA-83DC-874F-4DD6-85DF92575B06}"/>
                </a:ext>
              </a:extLst>
            </p:cNvPr>
            <p:cNvSpPr/>
            <p:nvPr/>
          </p:nvSpPr>
          <p:spPr>
            <a:xfrm>
              <a:off x="2998300" y="901150"/>
              <a:ext cx="14450" cy="15475"/>
            </a:xfrm>
            <a:custGeom>
              <a:avLst/>
              <a:gdLst/>
              <a:ahLst/>
              <a:cxnLst/>
              <a:rect l="l" t="t" r="r" b="b"/>
              <a:pathLst>
                <a:path w="578" h="619" extrusionOk="0">
                  <a:moveTo>
                    <a:pt x="392" y="0"/>
                  </a:moveTo>
                  <a:cubicBezTo>
                    <a:pt x="320" y="0"/>
                    <a:pt x="248" y="62"/>
                    <a:pt x="227" y="135"/>
                  </a:cubicBezTo>
                  <a:cubicBezTo>
                    <a:pt x="207" y="248"/>
                    <a:pt x="155" y="403"/>
                    <a:pt x="1" y="403"/>
                  </a:cubicBezTo>
                  <a:lnTo>
                    <a:pt x="289" y="619"/>
                  </a:lnTo>
                  <a:cubicBezTo>
                    <a:pt x="485" y="485"/>
                    <a:pt x="546" y="320"/>
                    <a:pt x="567" y="197"/>
                  </a:cubicBezTo>
                  <a:cubicBezTo>
                    <a:pt x="578" y="93"/>
                    <a:pt x="495" y="0"/>
                    <a:pt x="3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8" name="Google Shape;9828;p50">
              <a:extLst>
                <a:ext uri="{FF2B5EF4-FFF2-40B4-BE49-F238E27FC236}">
                  <a16:creationId xmlns:a16="http://schemas.microsoft.com/office/drawing/2014/main" id="{9535F9F9-E2A1-6986-D505-A8A3E6C899A9}"/>
                </a:ext>
              </a:extLst>
            </p:cNvPr>
            <p:cNvSpPr/>
            <p:nvPr/>
          </p:nvSpPr>
          <p:spPr>
            <a:xfrm>
              <a:off x="2998300" y="901150"/>
              <a:ext cx="14450" cy="15475"/>
            </a:xfrm>
            <a:custGeom>
              <a:avLst/>
              <a:gdLst/>
              <a:ahLst/>
              <a:cxnLst/>
              <a:rect l="l" t="t" r="r" b="b"/>
              <a:pathLst>
                <a:path w="578" h="619" extrusionOk="0">
                  <a:moveTo>
                    <a:pt x="392" y="0"/>
                  </a:moveTo>
                  <a:cubicBezTo>
                    <a:pt x="320" y="0"/>
                    <a:pt x="248" y="62"/>
                    <a:pt x="227" y="135"/>
                  </a:cubicBezTo>
                  <a:cubicBezTo>
                    <a:pt x="207" y="248"/>
                    <a:pt x="155" y="403"/>
                    <a:pt x="1" y="403"/>
                  </a:cubicBezTo>
                  <a:lnTo>
                    <a:pt x="289" y="619"/>
                  </a:lnTo>
                  <a:cubicBezTo>
                    <a:pt x="485" y="485"/>
                    <a:pt x="546" y="320"/>
                    <a:pt x="567" y="197"/>
                  </a:cubicBezTo>
                  <a:cubicBezTo>
                    <a:pt x="578" y="93"/>
                    <a:pt x="495" y="0"/>
                    <a:pt x="3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9" name="Google Shape;9829;p50">
              <a:extLst>
                <a:ext uri="{FF2B5EF4-FFF2-40B4-BE49-F238E27FC236}">
                  <a16:creationId xmlns:a16="http://schemas.microsoft.com/office/drawing/2014/main" id="{0758402D-4E4A-F1A8-CFE7-85AE40FF7B81}"/>
                </a:ext>
              </a:extLst>
            </p:cNvPr>
            <p:cNvSpPr/>
            <p:nvPr/>
          </p:nvSpPr>
          <p:spPr>
            <a:xfrm>
              <a:off x="3044925" y="1094350"/>
              <a:ext cx="14450" cy="15475"/>
            </a:xfrm>
            <a:custGeom>
              <a:avLst/>
              <a:gdLst/>
              <a:ahLst/>
              <a:cxnLst/>
              <a:rect l="l" t="t" r="r" b="b"/>
              <a:pathLst>
                <a:path w="578" h="619" extrusionOk="0">
                  <a:moveTo>
                    <a:pt x="403" y="0"/>
                  </a:moveTo>
                  <a:cubicBezTo>
                    <a:pt x="320" y="0"/>
                    <a:pt x="248" y="52"/>
                    <a:pt x="238" y="134"/>
                  </a:cubicBezTo>
                  <a:cubicBezTo>
                    <a:pt x="217" y="247"/>
                    <a:pt x="155" y="392"/>
                    <a:pt x="0" y="392"/>
                  </a:cubicBezTo>
                  <a:lnTo>
                    <a:pt x="300" y="618"/>
                  </a:lnTo>
                  <a:cubicBezTo>
                    <a:pt x="495" y="485"/>
                    <a:pt x="557" y="320"/>
                    <a:pt x="567" y="186"/>
                  </a:cubicBezTo>
                  <a:cubicBezTo>
                    <a:pt x="577" y="83"/>
                    <a:pt x="506" y="0"/>
                    <a:pt x="4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0" name="Google Shape;9830;p50">
              <a:extLst>
                <a:ext uri="{FF2B5EF4-FFF2-40B4-BE49-F238E27FC236}">
                  <a16:creationId xmlns:a16="http://schemas.microsoft.com/office/drawing/2014/main" id="{18C67780-6B08-046A-2632-A24DE6DC95AD}"/>
                </a:ext>
              </a:extLst>
            </p:cNvPr>
            <p:cNvSpPr/>
            <p:nvPr/>
          </p:nvSpPr>
          <p:spPr>
            <a:xfrm>
              <a:off x="3044925" y="1094350"/>
              <a:ext cx="14450" cy="15475"/>
            </a:xfrm>
            <a:custGeom>
              <a:avLst/>
              <a:gdLst/>
              <a:ahLst/>
              <a:cxnLst/>
              <a:rect l="l" t="t" r="r" b="b"/>
              <a:pathLst>
                <a:path w="578" h="619" extrusionOk="0">
                  <a:moveTo>
                    <a:pt x="403" y="0"/>
                  </a:moveTo>
                  <a:cubicBezTo>
                    <a:pt x="320" y="0"/>
                    <a:pt x="248" y="52"/>
                    <a:pt x="238" y="134"/>
                  </a:cubicBezTo>
                  <a:cubicBezTo>
                    <a:pt x="217" y="247"/>
                    <a:pt x="155" y="392"/>
                    <a:pt x="0" y="392"/>
                  </a:cubicBezTo>
                  <a:lnTo>
                    <a:pt x="300" y="618"/>
                  </a:lnTo>
                  <a:cubicBezTo>
                    <a:pt x="495" y="485"/>
                    <a:pt x="557" y="320"/>
                    <a:pt x="567" y="186"/>
                  </a:cubicBezTo>
                  <a:cubicBezTo>
                    <a:pt x="577" y="83"/>
                    <a:pt x="506" y="0"/>
                    <a:pt x="4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Bodybuilding App Pitch Deck by Slidesgo">
  <a:themeElements>
    <a:clrScheme name="Simple Light">
      <a:dk1>
        <a:srgbClr val="FFFFFF"/>
      </a:dk1>
      <a:lt1>
        <a:srgbClr val="303030"/>
      </a:lt1>
      <a:dk2>
        <a:srgbClr val="1C1C1B"/>
      </a:dk2>
      <a:lt2>
        <a:srgbClr val="606060"/>
      </a:lt2>
      <a:accent1>
        <a:srgbClr val="B3B3B3"/>
      </a:accent1>
      <a:accent2>
        <a:srgbClr val="B9F755"/>
      </a:accent2>
      <a:accent3>
        <a:srgbClr val="9F9F00"/>
      </a:accent3>
      <a:accent4>
        <a:srgbClr val="D9EB50"/>
      </a:accent4>
      <a:accent5>
        <a:srgbClr val="5D8089"/>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1287</Words>
  <Application>Microsoft Office PowerPoint</Application>
  <PresentationFormat>On-screen Show (16:9)</PresentationFormat>
  <Paragraphs>69</Paragraphs>
  <Slides>16</Slides>
  <Notes>16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Audiowide</vt:lpstr>
      <vt:lpstr>Arimo</vt:lpstr>
      <vt:lpstr>Bebas Neue</vt:lpstr>
      <vt:lpstr>Arial</vt:lpstr>
      <vt:lpstr>Albert Sans</vt:lpstr>
      <vt:lpstr>Wingdings</vt:lpstr>
      <vt:lpstr>Anaheim</vt:lpstr>
      <vt:lpstr>PT Sans</vt:lpstr>
      <vt:lpstr>Nunito Light</vt:lpstr>
      <vt:lpstr>Albert Sans Light</vt:lpstr>
      <vt:lpstr>Bodybuilding App Pitch Deck by Slidesgo</vt:lpstr>
      <vt:lpstr>Personalized Fitness Scheduler using MERN Stack</vt:lpstr>
      <vt:lpstr>System Description, Scope, and Goal</vt:lpstr>
      <vt:lpstr>Main User Stories</vt:lpstr>
      <vt:lpstr>Context Diagram</vt:lpstr>
      <vt:lpstr>Usecase Diagram</vt:lpstr>
      <vt:lpstr>Database Diagram</vt:lpstr>
      <vt:lpstr>Dependency Diagram</vt:lpstr>
      <vt:lpstr>MVC Diagram</vt:lpstr>
      <vt:lpstr>Deployment Diagram</vt:lpstr>
      <vt:lpstr>Class Diagram</vt:lpstr>
      <vt:lpstr>Sequence Diagram</vt:lpstr>
      <vt:lpstr>State of Development Using Product Backlog</vt:lpstr>
      <vt:lpstr>Lessons Learned</vt:lpstr>
      <vt:lpstr>Next steps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GANDLA PRAVALLIKA</dc:creator>
  <cp:lastModifiedBy>Pravallika Gandla</cp:lastModifiedBy>
  <cp:revision>4</cp:revision>
  <dcterms:modified xsi:type="dcterms:W3CDTF">2024-11-14T01:14:10Z</dcterms:modified>
</cp:coreProperties>
</file>